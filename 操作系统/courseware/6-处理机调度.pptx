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theme/theme14.xml" ContentType="application/vnd.openxmlformats-officedocument.theme+xml"/>
  <Override PartName="/ppt/theme/theme15.xml" ContentType="application/vnd.openxmlformats-officedocument.theme+xml"/>
  <Override PartName="/ppt/theme/theme16.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2" r:id="rId3"/>
    <p:sldMasterId id="2147483676" r:id="rId4"/>
    <p:sldMasterId id="2147483690" r:id="rId5"/>
    <p:sldMasterId id="2147483704" r:id="rId6"/>
    <p:sldMasterId id="2147483718" r:id="rId7"/>
    <p:sldMasterId id="2147483732" r:id="rId8"/>
    <p:sldMasterId id="2147483746" r:id="rId9"/>
    <p:sldMasterId id="2147483760" r:id="rId10"/>
    <p:sldMasterId id="2147483774" r:id="rId11"/>
    <p:sldMasterId id="2147483788" r:id="rId12"/>
    <p:sldMasterId id="2147483802" r:id="rId13"/>
    <p:sldMasterId id="2147483816" r:id="rId14"/>
    <p:sldMasterId id="2147483830" r:id="rId15"/>
    <p:sldMasterId id="2147483844" r:id="rId16"/>
  </p:sldMasterIdLst>
  <p:notesMasterIdLst>
    <p:notesMasterId r:id="rId46"/>
  </p:notesMasterIdLst>
  <p:sldIdLst>
    <p:sldId id="686" r:id="rId17"/>
    <p:sldId id="2671" r:id="rId18"/>
    <p:sldId id="2672" r:id="rId19"/>
    <p:sldId id="2673" r:id="rId20"/>
    <p:sldId id="2693" r:id="rId21"/>
    <p:sldId id="2694" r:id="rId22"/>
    <p:sldId id="2695" r:id="rId23"/>
    <p:sldId id="2696" r:id="rId24"/>
    <p:sldId id="2714" r:id="rId25"/>
    <p:sldId id="2715" r:id="rId26"/>
    <p:sldId id="2716" r:id="rId27"/>
    <p:sldId id="2670" r:id="rId28"/>
    <p:sldId id="774" r:id="rId29"/>
    <p:sldId id="775" r:id="rId30"/>
    <p:sldId id="1604" r:id="rId31"/>
    <p:sldId id="776" r:id="rId32"/>
    <p:sldId id="777" r:id="rId33"/>
    <p:sldId id="778" r:id="rId34"/>
    <p:sldId id="779" r:id="rId35"/>
    <p:sldId id="1606" r:id="rId36"/>
    <p:sldId id="1605" r:id="rId37"/>
    <p:sldId id="1607" r:id="rId38"/>
    <p:sldId id="1016" r:id="rId39"/>
    <p:sldId id="2663" r:id="rId40"/>
    <p:sldId id="781" r:id="rId41"/>
    <p:sldId id="782" r:id="rId42"/>
    <p:sldId id="783" r:id="rId43"/>
    <p:sldId id="2734" r:id="rId44"/>
    <p:sldId id="2664" r:id="rId45"/>
  </p:sldIdLst>
  <p:sldSz cx="9144000" cy="6858000" type="screen4x3"/>
  <p:notesSz cx="6815455" cy="9942830"/>
  <p:defaultTextStyle>
    <a:defPPr>
      <a:defRPr lang="zh-CN"/>
    </a:defPPr>
    <a:lvl1pPr marL="0" lvl="0" indent="0" algn="l" defTabSz="914400" eaLnBrk="1" fontAlgn="base" latinLnBrk="0" hangingPunct="1">
      <a:lnSpc>
        <a:spcPct val="100000"/>
      </a:lnSpc>
      <a:spcBef>
        <a:spcPct val="0"/>
      </a:spcBef>
      <a:spcAft>
        <a:spcPct val="0"/>
      </a:spcAft>
      <a:buFont typeface="Arial" panose="02080604020202020204" pitchFamily="34" charset="0"/>
      <a:buNone/>
      <a:defRPr sz="1400" b="1" i="0" u="none" kern="1200" baseline="0">
        <a:solidFill>
          <a:srgbClr val="4138FA"/>
        </a:solidFill>
        <a:latin typeface="Arial" panose="02080604020202020204" pitchFamily="34" charset="0"/>
        <a:ea typeface="宋体" panose="02010600030101010101" pitchFamily="2" charset="-122"/>
      </a:defRPr>
    </a:lvl1pPr>
    <a:lvl2pPr marL="457200" lvl="1" indent="0" algn="l" defTabSz="914400" eaLnBrk="1" fontAlgn="base" latinLnBrk="0" hangingPunct="1">
      <a:lnSpc>
        <a:spcPct val="100000"/>
      </a:lnSpc>
      <a:spcBef>
        <a:spcPct val="0"/>
      </a:spcBef>
      <a:spcAft>
        <a:spcPct val="0"/>
      </a:spcAft>
      <a:buFont typeface="Arial" panose="02080604020202020204" pitchFamily="34" charset="0"/>
      <a:buNone/>
      <a:defRPr sz="1400" b="1" i="0" u="none" kern="1200" baseline="0">
        <a:solidFill>
          <a:srgbClr val="4138FA"/>
        </a:solidFill>
        <a:latin typeface="Arial" panose="02080604020202020204" pitchFamily="34" charset="0"/>
        <a:ea typeface="宋体" panose="02010600030101010101" pitchFamily="2" charset="-122"/>
      </a:defRPr>
    </a:lvl2pPr>
    <a:lvl3pPr marL="914400" lvl="2" indent="0" algn="l" defTabSz="914400" eaLnBrk="1" fontAlgn="base" latinLnBrk="0" hangingPunct="1">
      <a:lnSpc>
        <a:spcPct val="100000"/>
      </a:lnSpc>
      <a:spcBef>
        <a:spcPct val="0"/>
      </a:spcBef>
      <a:spcAft>
        <a:spcPct val="0"/>
      </a:spcAft>
      <a:buFont typeface="Arial" panose="02080604020202020204" pitchFamily="34" charset="0"/>
      <a:buNone/>
      <a:defRPr sz="1400" b="1" i="0" u="none" kern="1200" baseline="0">
        <a:solidFill>
          <a:srgbClr val="4138FA"/>
        </a:solidFill>
        <a:latin typeface="Arial" panose="02080604020202020204" pitchFamily="34" charset="0"/>
        <a:ea typeface="宋体" panose="02010600030101010101" pitchFamily="2" charset="-122"/>
      </a:defRPr>
    </a:lvl3pPr>
    <a:lvl4pPr marL="1371600" lvl="3" indent="0" algn="l" defTabSz="914400" eaLnBrk="1" fontAlgn="base" latinLnBrk="0" hangingPunct="1">
      <a:lnSpc>
        <a:spcPct val="100000"/>
      </a:lnSpc>
      <a:spcBef>
        <a:spcPct val="0"/>
      </a:spcBef>
      <a:spcAft>
        <a:spcPct val="0"/>
      </a:spcAft>
      <a:buFont typeface="Arial" panose="02080604020202020204" pitchFamily="34" charset="0"/>
      <a:buNone/>
      <a:defRPr sz="1400" b="1" i="0" u="none" kern="1200" baseline="0">
        <a:solidFill>
          <a:srgbClr val="4138FA"/>
        </a:solidFill>
        <a:latin typeface="Arial" panose="02080604020202020204" pitchFamily="34" charset="0"/>
        <a:ea typeface="宋体" panose="02010600030101010101" pitchFamily="2" charset="-122"/>
      </a:defRPr>
    </a:lvl4pPr>
    <a:lvl5pPr marL="1828800" lvl="4" indent="0" algn="l" defTabSz="914400" eaLnBrk="1" fontAlgn="base" latinLnBrk="0" hangingPunct="1">
      <a:lnSpc>
        <a:spcPct val="100000"/>
      </a:lnSpc>
      <a:spcBef>
        <a:spcPct val="0"/>
      </a:spcBef>
      <a:spcAft>
        <a:spcPct val="0"/>
      </a:spcAft>
      <a:buFont typeface="Arial" panose="02080604020202020204" pitchFamily="34" charset="0"/>
      <a:buNone/>
      <a:defRPr sz="1400" b="1" i="0" u="none" kern="1200" baseline="0">
        <a:solidFill>
          <a:srgbClr val="4138FA"/>
        </a:solidFill>
        <a:latin typeface="Arial" panose="02080604020202020204" pitchFamily="34" charset="0"/>
        <a:ea typeface="宋体" panose="02010600030101010101" pitchFamily="2" charset="-122"/>
      </a:defRPr>
    </a:lvl5pPr>
    <a:lvl6pPr marL="2286000" lvl="5" indent="0" algn="l" defTabSz="914400" eaLnBrk="1" fontAlgn="base" latinLnBrk="0" hangingPunct="1">
      <a:lnSpc>
        <a:spcPct val="100000"/>
      </a:lnSpc>
      <a:spcBef>
        <a:spcPct val="0"/>
      </a:spcBef>
      <a:spcAft>
        <a:spcPct val="0"/>
      </a:spcAft>
      <a:buFont typeface="Arial" panose="02080604020202020204" pitchFamily="34" charset="0"/>
      <a:buNone/>
      <a:defRPr sz="1400" b="1" i="0" u="none" kern="1200" baseline="0">
        <a:solidFill>
          <a:srgbClr val="4138FA"/>
        </a:solidFill>
        <a:latin typeface="Arial" panose="02080604020202020204" pitchFamily="34" charset="0"/>
        <a:ea typeface="宋体" panose="02010600030101010101" pitchFamily="2" charset="-122"/>
      </a:defRPr>
    </a:lvl6pPr>
    <a:lvl7pPr marL="2743200" lvl="6" indent="0" algn="l" defTabSz="914400" eaLnBrk="1" fontAlgn="base" latinLnBrk="0" hangingPunct="1">
      <a:lnSpc>
        <a:spcPct val="100000"/>
      </a:lnSpc>
      <a:spcBef>
        <a:spcPct val="0"/>
      </a:spcBef>
      <a:spcAft>
        <a:spcPct val="0"/>
      </a:spcAft>
      <a:buFont typeface="Arial" panose="02080604020202020204" pitchFamily="34" charset="0"/>
      <a:buNone/>
      <a:defRPr sz="1400" b="1" i="0" u="none" kern="1200" baseline="0">
        <a:solidFill>
          <a:srgbClr val="4138FA"/>
        </a:solidFill>
        <a:latin typeface="Arial" panose="02080604020202020204" pitchFamily="34" charset="0"/>
        <a:ea typeface="宋体" panose="02010600030101010101" pitchFamily="2" charset="-122"/>
      </a:defRPr>
    </a:lvl7pPr>
    <a:lvl8pPr marL="3200400" lvl="7" indent="0" algn="l" defTabSz="914400" eaLnBrk="1" fontAlgn="base" latinLnBrk="0" hangingPunct="1">
      <a:lnSpc>
        <a:spcPct val="100000"/>
      </a:lnSpc>
      <a:spcBef>
        <a:spcPct val="0"/>
      </a:spcBef>
      <a:spcAft>
        <a:spcPct val="0"/>
      </a:spcAft>
      <a:buFont typeface="Arial" panose="02080604020202020204" pitchFamily="34" charset="0"/>
      <a:buNone/>
      <a:defRPr sz="1400" b="1" i="0" u="none" kern="1200" baseline="0">
        <a:solidFill>
          <a:srgbClr val="4138FA"/>
        </a:solidFill>
        <a:latin typeface="Arial" panose="02080604020202020204" pitchFamily="34" charset="0"/>
        <a:ea typeface="宋体" panose="02010600030101010101" pitchFamily="2" charset="-122"/>
      </a:defRPr>
    </a:lvl8pPr>
    <a:lvl9pPr marL="3657600" lvl="8" indent="0" algn="l" defTabSz="914400" eaLnBrk="1" fontAlgn="base" latinLnBrk="0" hangingPunct="1">
      <a:lnSpc>
        <a:spcPct val="100000"/>
      </a:lnSpc>
      <a:spcBef>
        <a:spcPct val="0"/>
      </a:spcBef>
      <a:spcAft>
        <a:spcPct val="0"/>
      </a:spcAft>
      <a:buFont typeface="Arial" panose="02080604020202020204" pitchFamily="34" charset="0"/>
      <a:buNone/>
      <a:defRPr sz="1400" b="1" i="0" u="none" kern="1200" baseline="0">
        <a:solidFill>
          <a:srgbClr val="4138FA"/>
        </a:solidFill>
        <a:latin typeface="Arial" panose="02080604020202020204" pitchFamily="34" charset="0"/>
        <a:ea typeface="宋体" panose="02010600030101010101" pitchFamily="2" charset="-122"/>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138FA"/>
    <a:srgbClr val="3399FF"/>
    <a:srgbClr val="FF9900"/>
    <a:srgbClr val="FFCC00"/>
    <a:srgbClr val="990033"/>
    <a:srgbClr val="000099"/>
    <a:srgbClr val="FFFFFF"/>
    <a:srgbClr val="66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napToGrid="0" showGuides="1">
      <p:cViewPr varScale="1">
        <p:scale>
          <a:sx n="117" d="100"/>
          <a:sy n="117" d="100"/>
        </p:scale>
        <p:origin x="-1440" y="-96"/>
      </p:cViewPr>
      <p:guideLst>
        <p:guide orient="horz" pos="2422"/>
        <p:guide pos="2898"/>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Master" Target="slideMasters/slideMaster8.xml"/><Relationship Id="rId8" Type="http://schemas.openxmlformats.org/officeDocument/2006/relationships/slideMaster" Target="slideMasters/slideMaster7.xml"/><Relationship Id="rId7" Type="http://schemas.openxmlformats.org/officeDocument/2006/relationships/slideMaster" Target="slideMasters/slideMaster6.xml"/><Relationship Id="rId6" Type="http://schemas.openxmlformats.org/officeDocument/2006/relationships/slideMaster" Target="slideMasters/slideMaster5.xml"/><Relationship Id="rId5" Type="http://schemas.openxmlformats.org/officeDocument/2006/relationships/slideMaster" Target="slideMasters/slideMaster4.xml"/><Relationship Id="rId49" Type="http://schemas.openxmlformats.org/officeDocument/2006/relationships/tableStyles" Target="tableStyles.xml"/><Relationship Id="rId48" Type="http://schemas.openxmlformats.org/officeDocument/2006/relationships/viewProps" Target="viewProps.xml"/><Relationship Id="rId47" Type="http://schemas.openxmlformats.org/officeDocument/2006/relationships/presProps" Target="presProps.xml"/><Relationship Id="rId46" Type="http://schemas.openxmlformats.org/officeDocument/2006/relationships/notesMaster" Target="notesMasters/notesMaster1.xml"/><Relationship Id="rId45" Type="http://schemas.openxmlformats.org/officeDocument/2006/relationships/slide" Target="slides/slide29.xml"/><Relationship Id="rId44" Type="http://schemas.openxmlformats.org/officeDocument/2006/relationships/slide" Target="slides/slide28.xml"/><Relationship Id="rId43" Type="http://schemas.openxmlformats.org/officeDocument/2006/relationships/slide" Target="slides/slide27.xml"/><Relationship Id="rId42" Type="http://schemas.openxmlformats.org/officeDocument/2006/relationships/slide" Target="slides/slide26.xml"/><Relationship Id="rId41" Type="http://schemas.openxmlformats.org/officeDocument/2006/relationships/slide" Target="slides/slide25.xml"/><Relationship Id="rId40" Type="http://schemas.openxmlformats.org/officeDocument/2006/relationships/slide" Target="slides/slide24.xml"/><Relationship Id="rId4" Type="http://schemas.openxmlformats.org/officeDocument/2006/relationships/slideMaster" Target="slideMasters/slideMaster3.xml"/><Relationship Id="rId39" Type="http://schemas.openxmlformats.org/officeDocument/2006/relationships/slide" Target="slides/slide23.xml"/><Relationship Id="rId38" Type="http://schemas.openxmlformats.org/officeDocument/2006/relationships/slide" Target="slides/slide22.xml"/><Relationship Id="rId37" Type="http://schemas.openxmlformats.org/officeDocument/2006/relationships/slide" Target="slides/slide21.xml"/><Relationship Id="rId36" Type="http://schemas.openxmlformats.org/officeDocument/2006/relationships/slide" Target="slides/slide20.xml"/><Relationship Id="rId35" Type="http://schemas.openxmlformats.org/officeDocument/2006/relationships/slide" Target="slides/slide19.xml"/><Relationship Id="rId34" Type="http://schemas.openxmlformats.org/officeDocument/2006/relationships/slide" Target="slides/slide18.xml"/><Relationship Id="rId33" Type="http://schemas.openxmlformats.org/officeDocument/2006/relationships/slide" Target="slides/slide17.xml"/><Relationship Id="rId32" Type="http://schemas.openxmlformats.org/officeDocument/2006/relationships/slide" Target="slides/slide16.xml"/><Relationship Id="rId31" Type="http://schemas.openxmlformats.org/officeDocument/2006/relationships/slide" Target="slides/slide15.xml"/><Relationship Id="rId30" Type="http://schemas.openxmlformats.org/officeDocument/2006/relationships/slide" Target="slides/slide14.xml"/><Relationship Id="rId3" Type="http://schemas.openxmlformats.org/officeDocument/2006/relationships/slideMaster" Target="slideMasters/slideMaster2.xml"/><Relationship Id="rId29" Type="http://schemas.openxmlformats.org/officeDocument/2006/relationships/slide" Target="slides/slide13.xml"/><Relationship Id="rId28" Type="http://schemas.openxmlformats.org/officeDocument/2006/relationships/slide" Target="slides/slide12.xml"/><Relationship Id="rId27" Type="http://schemas.openxmlformats.org/officeDocument/2006/relationships/slide" Target="slides/slide11.xml"/><Relationship Id="rId26" Type="http://schemas.openxmlformats.org/officeDocument/2006/relationships/slide" Target="slides/slide10.xml"/><Relationship Id="rId25" Type="http://schemas.openxmlformats.org/officeDocument/2006/relationships/slide" Target="slides/slide9.xml"/><Relationship Id="rId24" Type="http://schemas.openxmlformats.org/officeDocument/2006/relationships/slide" Target="slides/slide8.xml"/><Relationship Id="rId23" Type="http://schemas.openxmlformats.org/officeDocument/2006/relationships/slide" Target="slides/slide7.xml"/><Relationship Id="rId22" Type="http://schemas.openxmlformats.org/officeDocument/2006/relationships/slide" Target="slides/slide6.xml"/><Relationship Id="rId21" Type="http://schemas.openxmlformats.org/officeDocument/2006/relationships/slide" Target="slides/slide5.xml"/><Relationship Id="rId20" Type="http://schemas.openxmlformats.org/officeDocument/2006/relationships/slide" Target="slides/slide4.xml"/><Relationship Id="rId2" Type="http://schemas.openxmlformats.org/officeDocument/2006/relationships/theme" Target="theme/theme1.xml"/><Relationship Id="rId19" Type="http://schemas.openxmlformats.org/officeDocument/2006/relationships/slide" Target="slides/slide3.xml"/><Relationship Id="rId18" Type="http://schemas.openxmlformats.org/officeDocument/2006/relationships/slide" Target="slides/slide2.xml"/><Relationship Id="rId17" Type="http://schemas.openxmlformats.org/officeDocument/2006/relationships/slide" Target="slides/slide1.xml"/><Relationship Id="rId16" Type="http://schemas.openxmlformats.org/officeDocument/2006/relationships/slideMaster" Target="slideMasters/slideMaster15.xml"/><Relationship Id="rId15" Type="http://schemas.openxmlformats.org/officeDocument/2006/relationships/slideMaster" Target="slideMasters/slideMaster14.xml"/><Relationship Id="rId14" Type="http://schemas.openxmlformats.org/officeDocument/2006/relationships/slideMaster" Target="slideMasters/slideMaster13.xml"/><Relationship Id="rId13" Type="http://schemas.openxmlformats.org/officeDocument/2006/relationships/slideMaster" Target="slideMasters/slideMaster12.xml"/><Relationship Id="rId12" Type="http://schemas.openxmlformats.org/officeDocument/2006/relationships/slideMaster" Target="slideMasters/slideMaster11.xml"/><Relationship Id="rId11" Type="http://schemas.openxmlformats.org/officeDocument/2006/relationships/slideMaster" Target="slideMasters/slideMaster10.xml"/><Relationship Id="rId10" Type="http://schemas.openxmlformats.org/officeDocument/2006/relationships/slideMaster" Target="slideMasters/slideMaster9.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5.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6.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7.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8.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9.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3.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3074" name="页眉占位符 3073"/>
          <p:cNvSpPr>
            <a:spLocks noGrp="1"/>
          </p:cNvSpPr>
          <p:nvPr>
            <p:ph type="hdr" sz="quarter"/>
          </p:nvPr>
        </p:nvSpPr>
        <p:spPr>
          <a:xfrm>
            <a:off x="0" y="0"/>
            <a:ext cx="2952750" cy="498475"/>
          </a:xfrm>
          <a:prstGeom prst="rect">
            <a:avLst/>
          </a:prstGeom>
          <a:noFill/>
          <a:ln w="9525">
            <a:noFill/>
          </a:ln>
        </p:spPr>
        <p:txBody>
          <a:bodyPr lIns="91613" tIns="45807" rIns="91613" bIns="45807"/>
          <a:p>
            <a:pPr lvl="0" defTabSz="916305" fontAlgn="base"/>
            <a:endParaRPr lang="zh-CN" altLang="en-US" sz="1200" b="0" strike="noStrike" noProof="1" dirty="0"/>
          </a:p>
        </p:txBody>
      </p:sp>
      <p:sp>
        <p:nvSpPr>
          <p:cNvPr id="3075" name="日期占位符 3074"/>
          <p:cNvSpPr>
            <a:spLocks noGrp="1"/>
          </p:cNvSpPr>
          <p:nvPr>
            <p:ph type="dt" idx="1"/>
          </p:nvPr>
        </p:nvSpPr>
        <p:spPr>
          <a:xfrm>
            <a:off x="3860800" y="0"/>
            <a:ext cx="2952750" cy="498475"/>
          </a:xfrm>
          <a:prstGeom prst="rect">
            <a:avLst/>
          </a:prstGeom>
          <a:noFill/>
          <a:ln w="9525">
            <a:noFill/>
          </a:ln>
        </p:spPr>
        <p:txBody>
          <a:bodyPr lIns="91613" tIns="45807" rIns="91613" bIns="45807"/>
          <a:p>
            <a:pPr lvl="0" algn="r" defTabSz="916305" fontAlgn="base"/>
            <a:endParaRPr lang="zh-CN" altLang="en-US" sz="1200" b="0" strike="noStrike" noProof="1" dirty="0"/>
          </a:p>
        </p:txBody>
      </p:sp>
      <p:sp>
        <p:nvSpPr>
          <p:cNvPr id="3076" name="幻灯片图像占位符 3075"/>
          <p:cNvSpPr>
            <a:spLocks noGrp="1" noRot="1"/>
          </p:cNvSpPr>
          <p:nvPr>
            <p:ph type="sldImg"/>
          </p:nvPr>
        </p:nvSpPr>
        <p:spPr>
          <a:xfrm>
            <a:off x="922338" y="746125"/>
            <a:ext cx="4970462" cy="3727450"/>
          </a:xfrm>
          <a:prstGeom prst="rect">
            <a:avLst/>
          </a:prstGeom>
          <a:noFill/>
          <a:ln w="9525">
            <a:noFill/>
            <a:miter/>
          </a:ln>
        </p:spPr>
        <p:txBody>
          <a:bodyPr/>
          <a:p>
            <a:endParaRPr lang="zh-CN" altLang="en-US"/>
          </a:p>
        </p:txBody>
      </p:sp>
      <p:sp>
        <p:nvSpPr>
          <p:cNvPr id="3077" name="文本占位符 3076"/>
          <p:cNvSpPr>
            <a:spLocks noGrp="1" noRot="1"/>
          </p:cNvSpPr>
          <p:nvPr>
            <p:ph type="body" sz="quarter"/>
          </p:nvPr>
        </p:nvSpPr>
        <p:spPr>
          <a:xfrm>
            <a:off x="681038" y="4722813"/>
            <a:ext cx="5453062" cy="4473575"/>
          </a:xfrm>
          <a:prstGeom prst="rect">
            <a:avLst/>
          </a:prstGeom>
          <a:noFill/>
          <a:ln w="9525">
            <a:noFill/>
            <a:miter/>
          </a:ln>
        </p:spPr>
        <p:txBody>
          <a:bodyPr lIns="91613" tIns="45807" rIns="91613" bIns="45807" anchor="ctr"/>
          <a:p>
            <a:pPr lvl="0"/>
            <a:r>
              <a:rPr lang="zh-CN" altLang="en-US"/>
              <a:t>单击此处编辑母版文本样式</a:t>
            </a:r>
            <a:endParaRPr lang="zh-CN" altLang="en-US"/>
          </a:p>
          <a:p>
            <a:pPr lvl="1" indent="0"/>
            <a:r>
              <a:rPr lang="zh-CN" altLang="en-US"/>
              <a:t>第二级</a:t>
            </a:r>
            <a:endParaRPr lang="zh-CN" altLang="en-US"/>
          </a:p>
          <a:p>
            <a:pPr lvl="2" indent="0"/>
            <a:r>
              <a:rPr lang="zh-CN" altLang="en-US"/>
              <a:t>第三级</a:t>
            </a:r>
            <a:endParaRPr lang="zh-CN" altLang="en-US"/>
          </a:p>
          <a:p>
            <a:pPr lvl="3" indent="0"/>
            <a:r>
              <a:rPr lang="zh-CN" altLang="en-US"/>
              <a:t>第四级</a:t>
            </a:r>
            <a:endParaRPr lang="zh-CN" altLang="en-US"/>
          </a:p>
          <a:p>
            <a:pPr lvl="4" indent="0"/>
            <a:r>
              <a:rPr lang="zh-CN" altLang="en-US"/>
              <a:t>第五级</a:t>
            </a:r>
            <a:endParaRPr lang="zh-CN" altLang="en-US"/>
          </a:p>
        </p:txBody>
      </p:sp>
      <p:sp>
        <p:nvSpPr>
          <p:cNvPr id="3078" name="页脚占位符 3077"/>
          <p:cNvSpPr>
            <a:spLocks noGrp="1"/>
          </p:cNvSpPr>
          <p:nvPr>
            <p:ph type="ftr" sz="quarter" idx="4"/>
          </p:nvPr>
        </p:nvSpPr>
        <p:spPr>
          <a:xfrm>
            <a:off x="0" y="9442450"/>
            <a:ext cx="2952750" cy="498475"/>
          </a:xfrm>
          <a:prstGeom prst="rect">
            <a:avLst/>
          </a:prstGeom>
          <a:noFill/>
          <a:ln w="9525">
            <a:noFill/>
          </a:ln>
        </p:spPr>
        <p:txBody>
          <a:bodyPr lIns="91613" tIns="45807" rIns="91613" bIns="45807" anchor="b"/>
          <a:p>
            <a:pPr lvl="0" defTabSz="916305" fontAlgn="base"/>
            <a:endParaRPr lang="zh-CN" altLang="en-US" sz="1200" b="0" strike="noStrike" noProof="1" dirty="0"/>
          </a:p>
        </p:txBody>
      </p:sp>
      <p:sp>
        <p:nvSpPr>
          <p:cNvPr id="3079" name="灯片编号占位符 3078"/>
          <p:cNvSpPr>
            <a:spLocks noGrp="1"/>
          </p:cNvSpPr>
          <p:nvPr>
            <p:ph type="sldNum" sz="quarter" idx="5"/>
          </p:nvPr>
        </p:nvSpPr>
        <p:spPr>
          <a:xfrm>
            <a:off x="3860800" y="9442450"/>
            <a:ext cx="2952750" cy="498475"/>
          </a:xfrm>
          <a:prstGeom prst="rect">
            <a:avLst/>
          </a:prstGeom>
          <a:noFill/>
          <a:ln w="9525">
            <a:noFill/>
          </a:ln>
        </p:spPr>
        <p:txBody>
          <a:bodyPr lIns="91613" tIns="45807" rIns="91613" bIns="45807" anchor="b"/>
          <a:p>
            <a:pPr lvl="0" algn="r" defTabSz="916305" fontAlgn="base"/>
            <a:fld id="{9A0DB2DC-4C9A-4742-B13C-FB6460FD3503}" type="slidenum">
              <a:rPr lang="zh-CN" altLang="en-US" sz="1200" b="0" strike="noStrike" noProof="1" dirty="0">
                <a:latin typeface="Arial" panose="02080604020202020204" pitchFamily="34" charset="0"/>
                <a:ea typeface="宋体" panose="02010600030101010101" pitchFamily="2" charset="-122"/>
                <a:cs typeface="+mn-ea"/>
              </a:rPr>
            </a:fld>
            <a:endParaRPr lang="zh-CN" altLang="en-US" sz="1200" b="0" strike="noStrike" noProof="1" dirty="0"/>
          </a:p>
        </p:txBody>
      </p:sp>
    </p:spTree>
  </p:cSld>
  <p:clrMap bg1="lt1" tx1="dk1" bg2="lt2" tx2="dk2" accent1="accent1" accent2="accent2" accent3="accent3" accent4="accent4" accent5="accent5" accent6="accent6" hlink="hlink" folHlink="folHlink"/>
  <p:hf sldNum="0" hdr="0" ftr="0" dt="0"/>
  <p:notesStyle>
    <a:lvl1pPr marL="0" lvl="0"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Arial" panose="02080604020202020204" pitchFamily="34" charset="0"/>
        <a:ea typeface="宋体" panose="02010600030101010101" pitchFamily="2" charset="-122"/>
      </a:defRPr>
    </a:lvl1pPr>
    <a:lvl2pPr marL="457200" lvl="1"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Arial" panose="02080604020202020204" pitchFamily="34" charset="0"/>
        <a:ea typeface="宋体" panose="02010600030101010101" pitchFamily="2" charset="-122"/>
      </a:defRPr>
    </a:lvl2pPr>
    <a:lvl3pPr marL="914400" lvl="2"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Arial" panose="02080604020202020204" pitchFamily="34" charset="0"/>
        <a:ea typeface="宋体" panose="02010600030101010101" pitchFamily="2" charset="-122"/>
      </a:defRPr>
    </a:lvl3pPr>
    <a:lvl4pPr marL="1371600" lvl="3"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Arial" panose="02080604020202020204" pitchFamily="34" charset="0"/>
        <a:ea typeface="宋体" panose="02010600030101010101" pitchFamily="2" charset="-122"/>
      </a:defRPr>
    </a:lvl4pPr>
    <a:lvl5pPr marL="1828800" lvl="4"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Arial" panose="02080604020202020204" pitchFamily="34" charset="0"/>
        <a:ea typeface="宋体" panose="02010600030101010101" pitchFamily="2" charset="-122"/>
      </a:defRPr>
    </a:lvl5pPr>
    <a:lvl6pPr marL="2286000" lvl="5"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Arial" panose="02080604020202020204" pitchFamily="34" charset="0"/>
        <a:ea typeface="宋体" panose="02010600030101010101" pitchFamily="2" charset="-122"/>
      </a:defRPr>
    </a:lvl6pPr>
    <a:lvl7pPr marL="2743200" lvl="6"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Arial" panose="02080604020202020204" pitchFamily="34" charset="0"/>
        <a:ea typeface="宋体" panose="02010600030101010101" pitchFamily="2" charset="-122"/>
      </a:defRPr>
    </a:lvl7pPr>
    <a:lvl8pPr marL="3200400" lvl="7"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Arial" panose="02080604020202020204" pitchFamily="34" charset="0"/>
        <a:ea typeface="宋体" panose="02010600030101010101" pitchFamily="2" charset="-122"/>
      </a:defRPr>
    </a:lvl8pPr>
    <a:lvl9pPr marL="3657600" lvl="8"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Arial" panose="02080604020202020204" pitchFamily="34" charset="0"/>
        <a:ea typeface="宋体" panose="02010600030101010101" pitchFamily="2" charset="-122"/>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8.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9.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0.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1.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4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2.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5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3.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7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4.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8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5.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blipFill rotWithShape="0">
          <a:blip r:embed="rId2"/>
          <a:stretch>
            <a:fillRect/>
          </a:stretch>
        </a:blipFill>
        <a:effectLst/>
      </p:bgPr>
    </p:bg>
    <p:spTree>
      <p:nvGrpSpPr>
        <p:cNvPr id="1" name=""/>
        <p:cNvGrpSpPr/>
        <p:nvPr/>
      </p:nvGrpSpPr>
      <p:grpSpPr/>
      <p:sp>
        <p:nvSpPr>
          <p:cNvPr id="2050" name="标题 2049"/>
          <p:cNvSpPr>
            <a:spLocks noGrp="1"/>
          </p:cNvSpPr>
          <p:nvPr>
            <p:ph type="ctrTitle"/>
          </p:nvPr>
        </p:nvSpPr>
        <p:spPr>
          <a:xfrm>
            <a:off x="627063" y="1655763"/>
            <a:ext cx="7772400" cy="1406525"/>
          </a:xfrm>
          <a:prstGeom prst="rect">
            <a:avLst/>
          </a:prstGeom>
          <a:noFill/>
          <a:ln w="9525">
            <a:noFill/>
          </a:ln>
        </p:spPr>
        <p:txBody>
          <a:bodyPr anchor="ctr">
            <a:spAutoFit/>
          </a:bodyPr>
          <a:lstStyle>
            <a:lvl1pPr lvl="0">
              <a:defRPr kern="1200"/>
            </a:lvl1pPr>
          </a:lstStyle>
          <a:p>
            <a:pPr lvl="0" fontAlgn="base"/>
            <a:r>
              <a:rPr lang="en-US" altLang="zh-CN" strike="noStrike" noProof="1"/>
              <a:t>Click to edit Master title style</a:t>
            </a:r>
            <a:endParaRPr lang="en-US" altLang="zh-CN" strike="noStrike" noProof="1"/>
          </a:p>
        </p:txBody>
      </p:sp>
      <p:sp>
        <p:nvSpPr>
          <p:cNvPr id="2051" name="副标题 2050"/>
          <p:cNvSpPr>
            <a:spLocks noGrp="1"/>
          </p:cNvSpPr>
          <p:nvPr>
            <p:ph type="subTitle" idx="1"/>
          </p:nvPr>
        </p:nvSpPr>
        <p:spPr>
          <a:xfrm>
            <a:off x="641350" y="4648200"/>
            <a:ext cx="7861300" cy="584200"/>
          </a:xfrm>
          <a:prstGeom prst="rect">
            <a:avLst/>
          </a:prstGeom>
          <a:noFill/>
          <a:ln w="9525">
            <a:noFill/>
          </a:ln>
        </p:spPr>
        <p:txBody>
          <a:bodyPr anchor="ctr">
            <a:spAutoFit/>
          </a:bodyPr>
          <a:lstStyle>
            <a:lvl1pPr marL="0" lvl="0" indent="0">
              <a:spcBef>
                <a:spcPct val="0"/>
              </a:spcBef>
              <a:buNone/>
              <a:defRPr sz="3600" kern="1200"/>
            </a:lvl1pPr>
            <a:lvl2pPr marL="457200" lvl="1" indent="-457200" algn="ctr">
              <a:spcBef>
                <a:spcPct val="0"/>
              </a:spcBef>
              <a:buNone/>
              <a:defRPr sz="3600" kern="1200"/>
            </a:lvl2pPr>
            <a:lvl3pPr marL="914400" lvl="2" indent="-914400" algn="ctr">
              <a:spcBef>
                <a:spcPct val="0"/>
              </a:spcBef>
              <a:buNone/>
              <a:defRPr sz="3600" kern="1200"/>
            </a:lvl3pPr>
            <a:lvl4pPr marL="1335405" lvl="3" indent="-1335405" algn="ctr">
              <a:spcBef>
                <a:spcPct val="0"/>
              </a:spcBef>
              <a:buNone/>
              <a:defRPr sz="3600" kern="1200"/>
            </a:lvl4pPr>
            <a:lvl5pPr marL="1735455" lvl="4" indent="-1735455" algn="ctr">
              <a:spcBef>
                <a:spcPct val="0"/>
              </a:spcBef>
              <a:buNone/>
              <a:defRPr sz="3600" kern="1200"/>
            </a:lvl5pPr>
          </a:lstStyle>
          <a:p>
            <a:pPr lvl="0" fontAlgn="base"/>
            <a:r>
              <a:rPr lang="en-US" altLang="zh-CN" strike="noStrike" noProof="1"/>
              <a:t>Click to edit Master subtitle style</a:t>
            </a:r>
            <a:endParaRPr lang="en-US" altLang="zh-CN"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9059"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897" y="595313"/>
            <a:ext cx="2101453" cy="3417887"/>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63538" y="595313"/>
            <a:ext cx="6182536" cy="3417887"/>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363538" y="595313"/>
            <a:ext cx="8405812" cy="3417887"/>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286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291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blipFill rotWithShape="0">
          <a:blip r:embed="rId2"/>
          <a:stretch>
            <a:fillRect/>
          </a:stretch>
        </a:blipFill>
        <a:effectLst/>
      </p:bgPr>
    </p:bg>
    <p:spTree>
      <p:nvGrpSpPr>
        <p:cNvPr id="1" name=""/>
        <p:cNvGrpSpPr/>
        <p:nvPr/>
      </p:nvGrpSpPr>
      <p:grpSpPr/>
      <p:sp>
        <p:nvSpPr>
          <p:cNvPr id="2050" name="标题 2049"/>
          <p:cNvSpPr>
            <a:spLocks noGrp="1"/>
          </p:cNvSpPr>
          <p:nvPr>
            <p:ph type="ctrTitle"/>
          </p:nvPr>
        </p:nvSpPr>
        <p:spPr>
          <a:xfrm>
            <a:off x="627063" y="1655763"/>
            <a:ext cx="7772400" cy="1406525"/>
          </a:xfrm>
          <a:prstGeom prst="rect">
            <a:avLst/>
          </a:prstGeom>
          <a:noFill/>
          <a:ln w="9525">
            <a:noFill/>
          </a:ln>
        </p:spPr>
        <p:txBody>
          <a:bodyPr anchor="ctr">
            <a:spAutoFit/>
          </a:bodyPr>
          <a:lstStyle>
            <a:lvl1pPr lvl="0">
              <a:defRPr kern="1200"/>
            </a:lvl1pPr>
          </a:lstStyle>
          <a:p>
            <a:pPr lvl="0" fontAlgn="base"/>
            <a:r>
              <a:rPr lang="en-US" altLang="zh-CN" strike="noStrike" noProof="1"/>
              <a:t>Click to edit Master title style</a:t>
            </a:r>
            <a:endParaRPr lang="en-US" altLang="zh-CN" strike="noStrike" noProof="1"/>
          </a:p>
        </p:txBody>
      </p:sp>
      <p:sp>
        <p:nvSpPr>
          <p:cNvPr id="2051" name="副标题 2050"/>
          <p:cNvSpPr>
            <a:spLocks noGrp="1"/>
          </p:cNvSpPr>
          <p:nvPr>
            <p:ph type="subTitle" idx="1"/>
          </p:nvPr>
        </p:nvSpPr>
        <p:spPr>
          <a:xfrm>
            <a:off x="641350" y="4648200"/>
            <a:ext cx="7861300" cy="584200"/>
          </a:xfrm>
          <a:prstGeom prst="rect">
            <a:avLst/>
          </a:prstGeom>
          <a:noFill/>
          <a:ln w="9525">
            <a:noFill/>
          </a:ln>
        </p:spPr>
        <p:txBody>
          <a:bodyPr anchor="ctr">
            <a:spAutoFit/>
          </a:bodyPr>
          <a:lstStyle>
            <a:lvl1pPr marL="0" lvl="0" indent="0">
              <a:spcBef>
                <a:spcPct val="0"/>
              </a:spcBef>
              <a:buNone/>
              <a:defRPr sz="3600" kern="1200"/>
            </a:lvl1pPr>
            <a:lvl2pPr marL="457200" lvl="1" indent="-457200" algn="ctr">
              <a:spcBef>
                <a:spcPct val="0"/>
              </a:spcBef>
              <a:buNone/>
              <a:defRPr sz="3600" kern="1200"/>
            </a:lvl2pPr>
            <a:lvl3pPr marL="914400" lvl="2" indent="-914400" algn="ctr">
              <a:spcBef>
                <a:spcPct val="0"/>
              </a:spcBef>
              <a:buNone/>
              <a:defRPr sz="3600" kern="1200"/>
            </a:lvl3pPr>
            <a:lvl4pPr marL="1335405" lvl="3" indent="-1335405" algn="ctr">
              <a:spcBef>
                <a:spcPct val="0"/>
              </a:spcBef>
              <a:buNone/>
              <a:defRPr sz="3600" kern="1200"/>
            </a:lvl4pPr>
            <a:lvl5pPr marL="1735455" lvl="4" indent="-1735455" algn="ctr">
              <a:spcBef>
                <a:spcPct val="0"/>
              </a:spcBef>
              <a:buNone/>
              <a:defRPr sz="3600" kern="1200"/>
            </a:lvl5pPr>
          </a:lstStyle>
          <a:p>
            <a:pPr lvl="0" fontAlgn="base"/>
            <a:r>
              <a:rPr lang="en-US" altLang="zh-CN" strike="noStrike" noProof="1"/>
              <a:t>Click to edit Master subtitle style</a:t>
            </a:r>
            <a:endParaRPr lang="en-US" altLang="zh-CN"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9059"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897" y="595313"/>
            <a:ext cx="2101453" cy="3417887"/>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63538" y="595313"/>
            <a:ext cx="6182536" cy="3417887"/>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363538" y="595313"/>
            <a:ext cx="8405812" cy="3417887"/>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286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291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blipFill rotWithShape="0">
          <a:blip r:embed="rId2"/>
          <a:stretch>
            <a:fillRect/>
          </a:stretch>
        </a:blipFill>
        <a:effectLst/>
      </p:bgPr>
    </p:bg>
    <p:spTree>
      <p:nvGrpSpPr>
        <p:cNvPr id="1" name=""/>
        <p:cNvGrpSpPr/>
        <p:nvPr/>
      </p:nvGrpSpPr>
      <p:grpSpPr/>
      <p:sp>
        <p:nvSpPr>
          <p:cNvPr id="2050" name="标题 2049"/>
          <p:cNvSpPr>
            <a:spLocks noGrp="1"/>
          </p:cNvSpPr>
          <p:nvPr>
            <p:ph type="ctrTitle"/>
          </p:nvPr>
        </p:nvSpPr>
        <p:spPr>
          <a:xfrm>
            <a:off x="627063" y="1655763"/>
            <a:ext cx="7772400" cy="1406525"/>
          </a:xfrm>
          <a:prstGeom prst="rect">
            <a:avLst/>
          </a:prstGeom>
          <a:noFill/>
          <a:ln w="9525">
            <a:noFill/>
          </a:ln>
        </p:spPr>
        <p:txBody>
          <a:bodyPr anchor="ctr">
            <a:spAutoFit/>
          </a:bodyPr>
          <a:lstStyle>
            <a:lvl1pPr lvl="0">
              <a:defRPr kern="1200"/>
            </a:lvl1pPr>
          </a:lstStyle>
          <a:p>
            <a:pPr lvl="0" fontAlgn="base"/>
            <a:r>
              <a:rPr lang="en-US" altLang="zh-CN" strike="noStrike" noProof="1"/>
              <a:t>Click to edit Master title style</a:t>
            </a:r>
            <a:endParaRPr lang="en-US" altLang="zh-CN" strike="noStrike" noProof="1"/>
          </a:p>
        </p:txBody>
      </p:sp>
      <p:sp>
        <p:nvSpPr>
          <p:cNvPr id="2051" name="副标题 2050"/>
          <p:cNvSpPr>
            <a:spLocks noGrp="1"/>
          </p:cNvSpPr>
          <p:nvPr>
            <p:ph type="subTitle" idx="1"/>
          </p:nvPr>
        </p:nvSpPr>
        <p:spPr>
          <a:xfrm>
            <a:off x="641350" y="4648200"/>
            <a:ext cx="7861300" cy="584200"/>
          </a:xfrm>
          <a:prstGeom prst="rect">
            <a:avLst/>
          </a:prstGeom>
          <a:noFill/>
          <a:ln w="9525">
            <a:noFill/>
          </a:ln>
        </p:spPr>
        <p:txBody>
          <a:bodyPr anchor="ctr">
            <a:spAutoFit/>
          </a:bodyPr>
          <a:lstStyle>
            <a:lvl1pPr marL="0" lvl="0" indent="0">
              <a:spcBef>
                <a:spcPct val="0"/>
              </a:spcBef>
              <a:buNone/>
              <a:defRPr sz="3600" kern="1200"/>
            </a:lvl1pPr>
            <a:lvl2pPr marL="457200" lvl="1" indent="-457200" algn="ctr">
              <a:spcBef>
                <a:spcPct val="0"/>
              </a:spcBef>
              <a:buNone/>
              <a:defRPr sz="3600" kern="1200"/>
            </a:lvl2pPr>
            <a:lvl3pPr marL="914400" lvl="2" indent="-914400" algn="ctr">
              <a:spcBef>
                <a:spcPct val="0"/>
              </a:spcBef>
              <a:buNone/>
              <a:defRPr sz="3600" kern="1200"/>
            </a:lvl3pPr>
            <a:lvl4pPr marL="1335405" lvl="3" indent="-1335405" algn="ctr">
              <a:spcBef>
                <a:spcPct val="0"/>
              </a:spcBef>
              <a:buNone/>
              <a:defRPr sz="3600" kern="1200"/>
            </a:lvl4pPr>
            <a:lvl5pPr marL="1735455" lvl="4" indent="-1735455" algn="ctr">
              <a:spcBef>
                <a:spcPct val="0"/>
              </a:spcBef>
              <a:buNone/>
              <a:defRPr sz="3600" kern="1200"/>
            </a:lvl5pPr>
          </a:lstStyle>
          <a:p>
            <a:pPr lvl="0" fontAlgn="base"/>
            <a:r>
              <a:rPr lang="en-US" altLang="zh-CN" strike="noStrike" noProof="1"/>
              <a:t>Click to edit Master subtitle style</a:t>
            </a:r>
            <a:endParaRPr lang="en-US" altLang="zh-CN"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hf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9059"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897" y="595313"/>
            <a:ext cx="2101453" cy="3417887"/>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63538" y="595313"/>
            <a:ext cx="6182536" cy="3417887"/>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363538" y="595313"/>
            <a:ext cx="8405812" cy="3417887"/>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286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291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blipFill rotWithShape="0">
          <a:blip r:embed="rId2"/>
          <a:stretch>
            <a:fillRect/>
          </a:stretch>
        </a:blipFill>
        <a:effectLst/>
      </p:bgPr>
    </p:bg>
    <p:spTree>
      <p:nvGrpSpPr>
        <p:cNvPr id="1" name=""/>
        <p:cNvGrpSpPr/>
        <p:nvPr/>
      </p:nvGrpSpPr>
      <p:grpSpPr/>
      <p:sp>
        <p:nvSpPr>
          <p:cNvPr id="2050" name="标题 2049"/>
          <p:cNvSpPr>
            <a:spLocks noGrp="1"/>
          </p:cNvSpPr>
          <p:nvPr>
            <p:ph type="ctrTitle"/>
          </p:nvPr>
        </p:nvSpPr>
        <p:spPr>
          <a:xfrm>
            <a:off x="627063" y="1655763"/>
            <a:ext cx="7772400" cy="1406525"/>
          </a:xfrm>
          <a:prstGeom prst="rect">
            <a:avLst/>
          </a:prstGeom>
          <a:noFill/>
          <a:ln w="9525">
            <a:noFill/>
          </a:ln>
        </p:spPr>
        <p:txBody>
          <a:bodyPr anchor="ctr">
            <a:spAutoFit/>
          </a:bodyPr>
          <a:lstStyle>
            <a:lvl1pPr lvl="0">
              <a:defRPr kern="1200"/>
            </a:lvl1pPr>
          </a:lstStyle>
          <a:p>
            <a:pPr lvl="0" fontAlgn="base"/>
            <a:r>
              <a:rPr lang="en-US" altLang="zh-CN" strike="noStrike" noProof="1"/>
              <a:t>Click to edit Master title style</a:t>
            </a:r>
            <a:endParaRPr lang="en-US" altLang="zh-CN" strike="noStrike" noProof="1"/>
          </a:p>
        </p:txBody>
      </p:sp>
      <p:sp>
        <p:nvSpPr>
          <p:cNvPr id="2051" name="副标题 2050"/>
          <p:cNvSpPr>
            <a:spLocks noGrp="1"/>
          </p:cNvSpPr>
          <p:nvPr>
            <p:ph type="subTitle" idx="1"/>
          </p:nvPr>
        </p:nvSpPr>
        <p:spPr>
          <a:xfrm>
            <a:off x="641350" y="4648200"/>
            <a:ext cx="7861300" cy="584200"/>
          </a:xfrm>
          <a:prstGeom prst="rect">
            <a:avLst/>
          </a:prstGeom>
          <a:noFill/>
          <a:ln w="9525">
            <a:noFill/>
          </a:ln>
        </p:spPr>
        <p:txBody>
          <a:bodyPr anchor="ctr">
            <a:spAutoFit/>
          </a:bodyPr>
          <a:lstStyle>
            <a:lvl1pPr marL="0" lvl="0" indent="0">
              <a:spcBef>
                <a:spcPct val="0"/>
              </a:spcBef>
              <a:buNone/>
              <a:defRPr sz="3600" kern="1200"/>
            </a:lvl1pPr>
            <a:lvl2pPr marL="457200" lvl="1" indent="-457200" algn="ctr">
              <a:spcBef>
                <a:spcPct val="0"/>
              </a:spcBef>
              <a:buNone/>
              <a:defRPr sz="3600" kern="1200"/>
            </a:lvl2pPr>
            <a:lvl3pPr marL="914400" lvl="2" indent="-914400" algn="ctr">
              <a:spcBef>
                <a:spcPct val="0"/>
              </a:spcBef>
              <a:buNone/>
              <a:defRPr sz="3600" kern="1200"/>
            </a:lvl3pPr>
            <a:lvl4pPr marL="1335405" lvl="3" indent="-1335405" algn="ctr">
              <a:spcBef>
                <a:spcPct val="0"/>
              </a:spcBef>
              <a:buNone/>
              <a:defRPr sz="3600" kern="1200"/>
            </a:lvl4pPr>
            <a:lvl5pPr marL="1735455" lvl="4" indent="-1735455" algn="ctr">
              <a:spcBef>
                <a:spcPct val="0"/>
              </a:spcBef>
              <a:buNone/>
              <a:defRPr sz="3600" kern="1200"/>
            </a:lvl5pPr>
          </a:lstStyle>
          <a:p>
            <a:pPr lvl="0" fontAlgn="base"/>
            <a:r>
              <a:rPr lang="en-US" altLang="zh-CN" strike="noStrike" noProof="1"/>
              <a:t>Click to edit Master subtitle style</a:t>
            </a:r>
            <a:endParaRPr lang="en-US" altLang="zh-CN"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hf hdr="0" ftr="0" dt="0"/>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9059"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897" y="595313"/>
            <a:ext cx="2101453" cy="3417887"/>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63538" y="595313"/>
            <a:ext cx="6182536" cy="3417887"/>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363538" y="595313"/>
            <a:ext cx="8405812" cy="3417887"/>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286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291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blipFill rotWithShape="0">
          <a:blip r:embed="rId2"/>
          <a:stretch>
            <a:fillRect/>
          </a:stretch>
        </a:blipFill>
        <a:effectLst/>
      </p:bgPr>
    </p:bg>
    <p:spTree>
      <p:nvGrpSpPr>
        <p:cNvPr id="1" name=""/>
        <p:cNvGrpSpPr/>
        <p:nvPr/>
      </p:nvGrpSpPr>
      <p:grpSpPr/>
      <p:sp>
        <p:nvSpPr>
          <p:cNvPr id="2050" name="标题 2049"/>
          <p:cNvSpPr>
            <a:spLocks noGrp="1"/>
          </p:cNvSpPr>
          <p:nvPr>
            <p:ph type="ctrTitle"/>
          </p:nvPr>
        </p:nvSpPr>
        <p:spPr>
          <a:xfrm>
            <a:off x="627063" y="1655763"/>
            <a:ext cx="7772400" cy="1406525"/>
          </a:xfrm>
          <a:prstGeom prst="rect">
            <a:avLst/>
          </a:prstGeom>
          <a:noFill/>
          <a:ln w="9525">
            <a:noFill/>
          </a:ln>
        </p:spPr>
        <p:txBody>
          <a:bodyPr anchor="ctr">
            <a:spAutoFit/>
          </a:bodyPr>
          <a:lstStyle>
            <a:lvl1pPr lvl="0">
              <a:defRPr kern="1200"/>
            </a:lvl1pPr>
          </a:lstStyle>
          <a:p>
            <a:pPr lvl="0" fontAlgn="base"/>
            <a:r>
              <a:rPr lang="en-US" altLang="zh-CN" strike="noStrike" noProof="1"/>
              <a:t>Click to edit Master title style</a:t>
            </a:r>
            <a:endParaRPr lang="en-US" altLang="zh-CN" strike="noStrike" noProof="1"/>
          </a:p>
        </p:txBody>
      </p:sp>
      <p:sp>
        <p:nvSpPr>
          <p:cNvPr id="2051" name="副标题 2050"/>
          <p:cNvSpPr>
            <a:spLocks noGrp="1"/>
          </p:cNvSpPr>
          <p:nvPr>
            <p:ph type="subTitle" idx="1"/>
          </p:nvPr>
        </p:nvSpPr>
        <p:spPr>
          <a:xfrm>
            <a:off x="641350" y="4648200"/>
            <a:ext cx="7861300" cy="584200"/>
          </a:xfrm>
          <a:prstGeom prst="rect">
            <a:avLst/>
          </a:prstGeom>
          <a:noFill/>
          <a:ln w="9525">
            <a:noFill/>
          </a:ln>
        </p:spPr>
        <p:txBody>
          <a:bodyPr anchor="ctr">
            <a:spAutoFit/>
          </a:bodyPr>
          <a:lstStyle>
            <a:lvl1pPr marL="0" lvl="0" indent="0">
              <a:spcBef>
                <a:spcPct val="0"/>
              </a:spcBef>
              <a:buNone/>
              <a:defRPr sz="3600" kern="1200"/>
            </a:lvl1pPr>
            <a:lvl2pPr marL="457200" lvl="1" indent="-457200" algn="ctr">
              <a:spcBef>
                <a:spcPct val="0"/>
              </a:spcBef>
              <a:buNone/>
              <a:defRPr sz="3600" kern="1200"/>
            </a:lvl2pPr>
            <a:lvl3pPr marL="914400" lvl="2" indent="-914400" algn="ctr">
              <a:spcBef>
                <a:spcPct val="0"/>
              </a:spcBef>
              <a:buNone/>
              <a:defRPr sz="3600" kern="1200"/>
            </a:lvl3pPr>
            <a:lvl4pPr marL="1335405" lvl="3" indent="-1335405" algn="ctr">
              <a:spcBef>
                <a:spcPct val="0"/>
              </a:spcBef>
              <a:buNone/>
              <a:defRPr sz="3600" kern="1200"/>
            </a:lvl4pPr>
            <a:lvl5pPr marL="1735455" lvl="4" indent="-1735455" algn="ctr">
              <a:spcBef>
                <a:spcPct val="0"/>
              </a:spcBef>
              <a:buNone/>
              <a:defRPr sz="3600" kern="1200"/>
            </a:lvl5pPr>
          </a:lstStyle>
          <a:p>
            <a:pPr lvl="0" fontAlgn="base"/>
            <a:r>
              <a:rPr lang="en-US" altLang="zh-CN" strike="noStrike" noProof="1"/>
              <a:t>Click to edit Master subtitle style</a:t>
            </a:r>
            <a:endParaRPr lang="en-US" altLang="zh-CN"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hf hdr="0" ftr="0" dt="0"/>
</p:sldLayout>
</file>

<file path=ppt/slideLayouts/slideLayout5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9059"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897" y="595313"/>
            <a:ext cx="2101453" cy="3417887"/>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63538" y="595313"/>
            <a:ext cx="6182536" cy="3417887"/>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363538" y="595313"/>
            <a:ext cx="8405812" cy="3417887"/>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286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291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blipFill rotWithShape="0">
          <a:blip r:embed="rId2"/>
          <a:stretch>
            <a:fillRect/>
          </a:stretch>
        </a:blipFill>
        <a:effectLst/>
      </p:bgPr>
    </p:bg>
    <p:spTree>
      <p:nvGrpSpPr>
        <p:cNvPr id="1" name=""/>
        <p:cNvGrpSpPr/>
        <p:nvPr/>
      </p:nvGrpSpPr>
      <p:grpSpPr/>
      <p:sp>
        <p:nvSpPr>
          <p:cNvPr id="2050" name="标题 2049"/>
          <p:cNvSpPr>
            <a:spLocks noGrp="1"/>
          </p:cNvSpPr>
          <p:nvPr>
            <p:ph type="ctrTitle"/>
          </p:nvPr>
        </p:nvSpPr>
        <p:spPr>
          <a:xfrm>
            <a:off x="627063" y="1655763"/>
            <a:ext cx="7772400" cy="1406525"/>
          </a:xfrm>
          <a:prstGeom prst="rect">
            <a:avLst/>
          </a:prstGeom>
          <a:noFill/>
          <a:ln w="9525">
            <a:noFill/>
          </a:ln>
        </p:spPr>
        <p:txBody>
          <a:bodyPr anchor="ctr">
            <a:spAutoFit/>
          </a:bodyPr>
          <a:lstStyle>
            <a:lvl1pPr lvl="0">
              <a:defRPr kern="1200"/>
            </a:lvl1pPr>
          </a:lstStyle>
          <a:p>
            <a:pPr lvl="0" fontAlgn="base"/>
            <a:r>
              <a:rPr lang="en-US" altLang="zh-CN" strike="noStrike" noProof="1"/>
              <a:t>Click to edit Master title style</a:t>
            </a:r>
            <a:endParaRPr lang="en-US" altLang="zh-CN" strike="noStrike" noProof="1"/>
          </a:p>
        </p:txBody>
      </p:sp>
      <p:sp>
        <p:nvSpPr>
          <p:cNvPr id="2051" name="副标题 2050"/>
          <p:cNvSpPr>
            <a:spLocks noGrp="1"/>
          </p:cNvSpPr>
          <p:nvPr>
            <p:ph type="subTitle" idx="1"/>
          </p:nvPr>
        </p:nvSpPr>
        <p:spPr>
          <a:xfrm>
            <a:off x="641350" y="4648200"/>
            <a:ext cx="7861300" cy="584200"/>
          </a:xfrm>
          <a:prstGeom prst="rect">
            <a:avLst/>
          </a:prstGeom>
          <a:noFill/>
          <a:ln w="9525">
            <a:noFill/>
          </a:ln>
        </p:spPr>
        <p:txBody>
          <a:bodyPr anchor="ctr">
            <a:spAutoFit/>
          </a:bodyPr>
          <a:lstStyle>
            <a:lvl1pPr marL="0" lvl="0" indent="0">
              <a:spcBef>
                <a:spcPct val="0"/>
              </a:spcBef>
              <a:buNone/>
              <a:defRPr sz="3600" kern="1200"/>
            </a:lvl1pPr>
            <a:lvl2pPr marL="457200" lvl="1" indent="-457200" algn="ctr">
              <a:spcBef>
                <a:spcPct val="0"/>
              </a:spcBef>
              <a:buNone/>
              <a:defRPr sz="3600" kern="1200"/>
            </a:lvl2pPr>
            <a:lvl3pPr marL="914400" lvl="2" indent="-914400" algn="ctr">
              <a:spcBef>
                <a:spcPct val="0"/>
              </a:spcBef>
              <a:buNone/>
              <a:defRPr sz="3600" kern="1200"/>
            </a:lvl3pPr>
            <a:lvl4pPr marL="1335405" lvl="3" indent="-1335405" algn="ctr">
              <a:spcBef>
                <a:spcPct val="0"/>
              </a:spcBef>
              <a:buNone/>
              <a:defRPr sz="3600" kern="1200"/>
            </a:lvl4pPr>
            <a:lvl5pPr marL="1735455" lvl="4" indent="-1735455" algn="ctr">
              <a:spcBef>
                <a:spcPct val="0"/>
              </a:spcBef>
              <a:buNone/>
              <a:defRPr sz="3600" kern="1200"/>
            </a:lvl5pPr>
          </a:lstStyle>
          <a:p>
            <a:pPr lvl="0" fontAlgn="base"/>
            <a:r>
              <a:rPr lang="en-US" altLang="zh-CN" strike="noStrike" noProof="1"/>
              <a:t>Click to edit Master subtitle style</a:t>
            </a:r>
            <a:endParaRPr lang="en-US" altLang="zh-CN"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hf hdr="0" ftr="0" dt="0"/>
</p:sldLayout>
</file>

<file path=ppt/slideLayouts/slideLayout6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9059"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897" y="595313"/>
            <a:ext cx="2101453" cy="3417887"/>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63538" y="595313"/>
            <a:ext cx="6182536" cy="3417887"/>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363538" y="595313"/>
            <a:ext cx="8405812" cy="3417887"/>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286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291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blipFill rotWithShape="0">
          <a:blip r:embed="rId2"/>
          <a:stretch>
            <a:fillRect/>
          </a:stretch>
        </a:blipFill>
        <a:effectLst/>
      </p:bgPr>
    </p:bg>
    <p:spTree>
      <p:nvGrpSpPr>
        <p:cNvPr id="1" name=""/>
        <p:cNvGrpSpPr/>
        <p:nvPr/>
      </p:nvGrpSpPr>
      <p:grpSpPr/>
      <p:sp>
        <p:nvSpPr>
          <p:cNvPr id="2050" name="标题 2049"/>
          <p:cNvSpPr>
            <a:spLocks noGrp="1"/>
          </p:cNvSpPr>
          <p:nvPr>
            <p:ph type="ctrTitle"/>
          </p:nvPr>
        </p:nvSpPr>
        <p:spPr>
          <a:xfrm>
            <a:off x="627063" y="1655763"/>
            <a:ext cx="7772400" cy="1406525"/>
          </a:xfrm>
          <a:prstGeom prst="rect">
            <a:avLst/>
          </a:prstGeom>
          <a:noFill/>
          <a:ln w="9525">
            <a:noFill/>
          </a:ln>
        </p:spPr>
        <p:txBody>
          <a:bodyPr anchor="ctr">
            <a:spAutoFit/>
          </a:bodyPr>
          <a:lstStyle>
            <a:lvl1pPr lvl="0">
              <a:defRPr kern="1200"/>
            </a:lvl1pPr>
          </a:lstStyle>
          <a:p>
            <a:pPr lvl="0" fontAlgn="base"/>
            <a:r>
              <a:rPr lang="en-US" altLang="zh-CN" strike="noStrike" noProof="1"/>
              <a:t>Click to edit Master title style</a:t>
            </a:r>
            <a:endParaRPr lang="en-US" altLang="zh-CN" strike="noStrike" noProof="1"/>
          </a:p>
        </p:txBody>
      </p:sp>
      <p:sp>
        <p:nvSpPr>
          <p:cNvPr id="2051" name="副标题 2050"/>
          <p:cNvSpPr>
            <a:spLocks noGrp="1"/>
          </p:cNvSpPr>
          <p:nvPr>
            <p:ph type="subTitle" idx="1"/>
          </p:nvPr>
        </p:nvSpPr>
        <p:spPr>
          <a:xfrm>
            <a:off x="641350" y="4648200"/>
            <a:ext cx="7861300" cy="584200"/>
          </a:xfrm>
          <a:prstGeom prst="rect">
            <a:avLst/>
          </a:prstGeom>
          <a:noFill/>
          <a:ln w="9525">
            <a:noFill/>
          </a:ln>
        </p:spPr>
        <p:txBody>
          <a:bodyPr anchor="ctr">
            <a:spAutoFit/>
          </a:bodyPr>
          <a:lstStyle>
            <a:lvl1pPr marL="0" lvl="0" indent="0">
              <a:spcBef>
                <a:spcPct val="0"/>
              </a:spcBef>
              <a:buNone/>
              <a:defRPr sz="3600" kern="1200"/>
            </a:lvl1pPr>
            <a:lvl2pPr marL="457200" lvl="1" indent="-457200" algn="ctr">
              <a:spcBef>
                <a:spcPct val="0"/>
              </a:spcBef>
              <a:buNone/>
              <a:defRPr sz="3600" kern="1200"/>
            </a:lvl2pPr>
            <a:lvl3pPr marL="914400" lvl="2" indent="-914400" algn="ctr">
              <a:spcBef>
                <a:spcPct val="0"/>
              </a:spcBef>
              <a:buNone/>
              <a:defRPr sz="3600" kern="1200"/>
            </a:lvl3pPr>
            <a:lvl4pPr marL="1335405" lvl="3" indent="-1335405" algn="ctr">
              <a:spcBef>
                <a:spcPct val="0"/>
              </a:spcBef>
              <a:buNone/>
              <a:defRPr sz="3600" kern="1200"/>
            </a:lvl4pPr>
            <a:lvl5pPr marL="1735455" lvl="4" indent="-1735455" algn="ctr">
              <a:spcBef>
                <a:spcPct val="0"/>
              </a:spcBef>
              <a:buNone/>
              <a:defRPr sz="3600" kern="1200"/>
            </a:lvl5pPr>
          </a:lstStyle>
          <a:p>
            <a:pPr lvl="0" fontAlgn="base"/>
            <a:r>
              <a:rPr lang="en-US" altLang="zh-CN" strike="noStrike" noProof="1"/>
              <a:t>Click to edit Master subtitle style</a:t>
            </a:r>
            <a:endParaRPr lang="en-US" altLang="zh-CN"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hf hdr="0" ftr="0" dt="0"/>
</p:sldLayout>
</file>

<file path=ppt/slideLayouts/slideLayout8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9059"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8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8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8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8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8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8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8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897" y="595313"/>
            <a:ext cx="2101453" cy="3417887"/>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63538" y="595313"/>
            <a:ext cx="6182536" cy="3417887"/>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90.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363538" y="595313"/>
            <a:ext cx="8405812" cy="3417887"/>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91.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286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291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92.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blipFill rotWithShape="0">
          <a:blip r:embed="rId2"/>
          <a:stretch>
            <a:fillRect/>
          </a:stretch>
        </a:blipFill>
        <a:effectLst/>
      </p:bgPr>
    </p:bg>
    <p:spTree>
      <p:nvGrpSpPr>
        <p:cNvPr id="1" name=""/>
        <p:cNvGrpSpPr/>
        <p:nvPr/>
      </p:nvGrpSpPr>
      <p:grpSpPr/>
      <p:sp>
        <p:nvSpPr>
          <p:cNvPr id="2050" name="标题 2049"/>
          <p:cNvSpPr>
            <a:spLocks noGrp="1"/>
          </p:cNvSpPr>
          <p:nvPr>
            <p:ph type="ctrTitle"/>
          </p:nvPr>
        </p:nvSpPr>
        <p:spPr>
          <a:xfrm>
            <a:off x="627063" y="1655763"/>
            <a:ext cx="7772400" cy="1406525"/>
          </a:xfrm>
          <a:prstGeom prst="rect">
            <a:avLst/>
          </a:prstGeom>
          <a:noFill/>
          <a:ln w="9525">
            <a:noFill/>
          </a:ln>
        </p:spPr>
        <p:txBody>
          <a:bodyPr anchor="ctr">
            <a:spAutoFit/>
          </a:bodyPr>
          <a:lstStyle>
            <a:lvl1pPr lvl="0">
              <a:defRPr kern="1200"/>
            </a:lvl1pPr>
          </a:lstStyle>
          <a:p>
            <a:pPr lvl="0" fontAlgn="base"/>
            <a:r>
              <a:rPr lang="en-US" altLang="zh-CN" strike="noStrike" noProof="1"/>
              <a:t>Click to edit Master title style</a:t>
            </a:r>
            <a:endParaRPr lang="en-US" altLang="zh-CN" strike="noStrike" noProof="1"/>
          </a:p>
        </p:txBody>
      </p:sp>
      <p:sp>
        <p:nvSpPr>
          <p:cNvPr id="2051" name="副标题 2050"/>
          <p:cNvSpPr>
            <a:spLocks noGrp="1"/>
          </p:cNvSpPr>
          <p:nvPr>
            <p:ph type="subTitle" idx="1"/>
          </p:nvPr>
        </p:nvSpPr>
        <p:spPr>
          <a:xfrm>
            <a:off x="641350" y="4648200"/>
            <a:ext cx="7861300" cy="584200"/>
          </a:xfrm>
          <a:prstGeom prst="rect">
            <a:avLst/>
          </a:prstGeom>
          <a:noFill/>
          <a:ln w="9525">
            <a:noFill/>
          </a:ln>
        </p:spPr>
        <p:txBody>
          <a:bodyPr anchor="ctr">
            <a:spAutoFit/>
          </a:bodyPr>
          <a:lstStyle>
            <a:lvl1pPr marL="0" lvl="0" indent="0">
              <a:spcBef>
                <a:spcPct val="0"/>
              </a:spcBef>
              <a:buNone/>
              <a:defRPr sz="3600" kern="1200"/>
            </a:lvl1pPr>
            <a:lvl2pPr marL="457200" lvl="1" indent="-457200" algn="ctr">
              <a:spcBef>
                <a:spcPct val="0"/>
              </a:spcBef>
              <a:buNone/>
              <a:defRPr sz="3600" kern="1200"/>
            </a:lvl2pPr>
            <a:lvl3pPr marL="914400" lvl="2" indent="-914400" algn="ctr">
              <a:spcBef>
                <a:spcPct val="0"/>
              </a:spcBef>
              <a:buNone/>
              <a:defRPr sz="3600" kern="1200"/>
            </a:lvl3pPr>
            <a:lvl4pPr marL="1335405" lvl="3" indent="-1335405" algn="ctr">
              <a:spcBef>
                <a:spcPct val="0"/>
              </a:spcBef>
              <a:buNone/>
              <a:defRPr sz="3600" kern="1200"/>
            </a:lvl4pPr>
            <a:lvl5pPr marL="1735455" lvl="4" indent="-1735455" algn="ctr">
              <a:spcBef>
                <a:spcPct val="0"/>
              </a:spcBef>
              <a:buNone/>
              <a:defRPr sz="3600" kern="1200"/>
            </a:lvl5pPr>
          </a:lstStyle>
          <a:p>
            <a:pPr lvl="0" fontAlgn="base"/>
            <a:r>
              <a:rPr lang="en-US" altLang="zh-CN" strike="noStrike" noProof="1"/>
              <a:t>Click to edit Master subtitle style</a:t>
            </a:r>
            <a:endParaRPr lang="en-US" altLang="zh-CN"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hf hdr="0" ftr="0" dt="0"/>
</p:sldLayout>
</file>

<file path=ppt/slideLayouts/slideLayout9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9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9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9059"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9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9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9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9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0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0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02.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897" y="595313"/>
            <a:ext cx="2101453" cy="3417887"/>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63538" y="595313"/>
            <a:ext cx="6182536" cy="3417887"/>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03.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363538" y="595313"/>
            <a:ext cx="8405812" cy="3417887"/>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04.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286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291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05.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blipFill rotWithShape="0">
          <a:blip r:embed="rId2"/>
          <a:stretch>
            <a:fillRect/>
          </a:stretch>
        </a:blipFill>
        <a:effectLst/>
      </p:bgPr>
    </p:bg>
    <p:spTree>
      <p:nvGrpSpPr>
        <p:cNvPr id="1" name=""/>
        <p:cNvGrpSpPr/>
        <p:nvPr/>
      </p:nvGrpSpPr>
      <p:grpSpPr/>
      <p:sp>
        <p:nvSpPr>
          <p:cNvPr id="2050" name="标题 2049"/>
          <p:cNvSpPr>
            <a:spLocks noGrp="1"/>
          </p:cNvSpPr>
          <p:nvPr>
            <p:ph type="ctrTitle"/>
          </p:nvPr>
        </p:nvSpPr>
        <p:spPr>
          <a:xfrm>
            <a:off x="627063" y="1655763"/>
            <a:ext cx="7772400" cy="1406525"/>
          </a:xfrm>
          <a:prstGeom prst="rect">
            <a:avLst/>
          </a:prstGeom>
          <a:noFill/>
          <a:ln w="9525">
            <a:noFill/>
          </a:ln>
        </p:spPr>
        <p:txBody>
          <a:bodyPr anchor="ctr">
            <a:spAutoFit/>
          </a:bodyPr>
          <a:lstStyle>
            <a:lvl1pPr lvl="0">
              <a:defRPr kern="1200"/>
            </a:lvl1pPr>
          </a:lstStyle>
          <a:p>
            <a:pPr lvl="0" fontAlgn="base"/>
            <a:r>
              <a:rPr lang="en-US" altLang="zh-CN" strike="noStrike" noProof="1"/>
              <a:t>Click to edit Master title style</a:t>
            </a:r>
            <a:endParaRPr lang="en-US" altLang="zh-CN" strike="noStrike" noProof="1"/>
          </a:p>
        </p:txBody>
      </p:sp>
      <p:sp>
        <p:nvSpPr>
          <p:cNvPr id="2051" name="副标题 2050"/>
          <p:cNvSpPr>
            <a:spLocks noGrp="1"/>
          </p:cNvSpPr>
          <p:nvPr>
            <p:ph type="subTitle" idx="1"/>
          </p:nvPr>
        </p:nvSpPr>
        <p:spPr>
          <a:xfrm>
            <a:off x="641350" y="4648200"/>
            <a:ext cx="7861300" cy="584200"/>
          </a:xfrm>
          <a:prstGeom prst="rect">
            <a:avLst/>
          </a:prstGeom>
          <a:noFill/>
          <a:ln w="9525">
            <a:noFill/>
          </a:ln>
        </p:spPr>
        <p:txBody>
          <a:bodyPr anchor="ctr">
            <a:spAutoFit/>
          </a:bodyPr>
          <a:lstStyle>
            <a:lvl1pPr marL="0" lvl="0" indent="0">
              <a:spcBef>
                <a:spcPct val="0"/>
              </a:spcBef>
              <a:buNone/>
              <a:defRPr sz="3600" kern="1200"/>
            </a:lvl1pPr>
            <a:lvl2pPr marL="457200" lvl="1" indent="-457200" algn="ctr">
              <a:spcBef>
                <a:spcPct val="0"/>
              </a:spcBef>
              <a:buNone/>
              <a:defRPr sz="3600" kern="1200"/>
            </a:lvl2pPr>
            <a:lvl3pPr marL="914400" lvl="2" indent="-914400" algn="ctr">
              <a:spcBef>
                <a:spcPct val="0"/>
              </a:spcBef>
              <a:buNone/>
              <a:defRPr sz="3600" kern="1200"/>
            </a:lvl3pPr>
            <a:lvl4pPr marL="1335405" lvl="3" indent="-1335405" algn="ctr">
              <a:spcBef>
                <a:spcPct val="0"/>
              </a:spcBef>
              <a:buNone/>
              <a:defRPr sz="3600" kern="1200"/>
            </a:lvl4pPr>
            <a:lvl5pPr marL="1735455" lvl="4" indent="-1735455" algn="ctr">
              <a:spcBef>
                <a:spcPct val="0"/>
              </a:spcBef>
              <a:buNone/>
              <a:defRPr sz="3600" kern="1200"/>
            </a:lvl5pPr>
          </a:lstStyle>
          <a:p>
            <a:pPr lvl="0" fontAlgn="base"/>
            <a:r>
              <a:rPr lang="en-US" altLang="zh-CN" strike="noStrike" noProof="1"/>
              <a:t>Click to edit Master subtitle style</a:t>
            </a:r>
            <a:endParaRPr lang="en-US" altLang="zh-CN"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hf hdr="0" ftr="0" dt="0"/>
</p:sldLayout>
</file>

<file path=ppt/slideLayouts/slideLayout10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0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0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9059"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0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1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1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1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1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1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15.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897" y="595313"/>
            <a:ext cx="2101453" cy="3417887"/>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63538" y="595313"/>
            <a:ext cx="6182536" cy="3417887"/>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16.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363538" y="595313"/>
            <a:ext cx="8405812" cy="3417887"/>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17.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286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291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18.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blipFill rotWithShape="0">
          <a:blip r:embed="rId2"/>
          <a:stretch>
            <a:fillRect/>
          </a:stretch>
        </a:blipFill>
        <a:effectLst/>
      </p:bgPr>
    </p:bg>
    <p:spTree>
      <p:nvGrpSpPr>
        <p:cNvPr id="1" name=""/>
        <p:cNvGrpSpPr/>
        <p:nvPr/>
      </p:nvGrpSpPr>
      <p:grpSpPr/>
      <p:sp>
        <p:nvSpPr>
          <p:cNvPr id="2050" name="标题 2049"/>
          <p:cNvSpPr>
            <a:spLocks noGrp="1"/>
          </p:cNvSpPr>
          <p:nvPr>
            <p:ph type="ctrTitle"/>
          </p:nvPr>
        </p:nvSpPr>
        <p:spPr>
          <a:xfrm>
            <a:off x="627063" y="1655763"/>
            <a:ext cx="7772400" cy="1406525"/>
          </a:xfrm>
          <a:prstGeom prst="rect">
            <a:avLst/>
          </a:prstGeom>
          <a:noFill/>
          <a:ln w="9525">
            <a:noFill/>
          </a:ln>
        </p:spPr>
        <p:txBody>
          <a:bodyPr anchor="ctr">
            <a:spAutoFit/>
          </a:bodyPr>
          <a:lstStyle>
            <a:lvl1pPr lvl="0">
              <a:defRPr kern="1200"/>
            </a:lvl1pPr>
          </a:lstStyle>
          <a:p>
            <a:pPr lvl="0" fontAlgn="base"/>
            <a:r>
              <a:rPr lang="en-US" altLang="zh-CN" strike="noStrike" noProof="1"/>
              <a:t>Click to edit Master title style</a:t>
            </a:r>
            <a:endParaRPr lang="en-US" altLang="zh-CN" strike="noStrike" noProof="1"/>
          </a:p>
        </p:txBody>
      </p:sp>
      <p:sp>
        <p:nvSpPr>
          <p:cNvPr id="2051" name="副标题 2050"/>
          <p:cNvSpPr>
            <a:spLocks noGrp="1"/>
          </p:cNvSpPr>
          <p:nvPr>
            <p:ph type="subTitle" idx="1"/>
          </p:nvPr>
        </p:nvSpPr>
        <p:spPr>
          <a:xfrm>
            <a:off x="641350" y="4648200"/>
            <a:ext cx="7861300" cy="584200"/>
          </a:xfrm>
          <a:prstGeom prst="rect">
            <a:avLst/>
          </a:prstGeom>
          <a:noFill/>
          <a:ln w="9525">
            <a:noFill/>
          </a:ln>
        </p:spPr>
        <p:txBody>
          <a:bodyPr anchor="ctr">
            <a:spAutoFit/>
          </a:bodyPr>
          <a:lstStyle>
            <a:lvl1pPr marL="0" lvl="0" indent="0">
              <a:spcBef>
                <a:spcPct val="0"/>
              </a:spcBef>
              <a:buNone/>
              <a:defRPr sz="3600" kern="1200"/>
            </a:lvl1pPr>
            <a:lvl2pPr marL="457200" lvl="1" indent="-457200" algn="ctr">
              <a:spcBef>
                <a:spcPct val="0"/>
              </a:spcBef>
              <a:buNone/>
              <a:defRPr sz="3600" kern="1200"/>
            </a:lvl2pPr>
            <a:lvl3pPr marL="914400" lvl="2" indent="-914400" algn="ctr">
              <a:spcBef>
                <a:spcPct val="0"/>
              </a:spcBef>
              <a:buNone/>
              <a:defRPr sz="3600" kern="1200"/>
            </a:lvl3pPr>
            <a:lvl4pPr marL="1335405" lvl="3" indent="-1335405" algn="ctr">
              <a:spcBef>
                <a:spcPct val="0"/>
              </a:spcBef>
              <a:buNone/>
              <a:defRPr sz="3600" kern="1200"/>
            </a:lvl4pPr>
            <a:lvl5pPr marL="1735455" lvl="4" indent="-1735455" algn="ctr">
              <a:spcBef>
                <a:spcPct val="0"/>
              </a:spcBef>
              <a:buNone/>
              <a:defRPr sz="3600" kern="1200"/>
            </a:lvl5pPr>
          </a:lstStyle>
          <a:p>
            <a:pPr lvl="0" fontAlgn="base"/>
            <a:r>
              <a:rPr lang="en-US" altLang="zh-CN" strike="noStrike" noProof="1"/>
              <a:t>Click to edit Master subtitle style</a:t>
            </a:r>
            <a:endParaRPr lang="en-US" altLang="zh-CN"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hf hdr="0" ftr="0" dt="0"/>
</p:sldLayout>
</file>

<file path=ppt/slideLayouts/slideLayout11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2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2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9059"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2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2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2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2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2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2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28.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897" y="595313"/>
            <a:ext cx="2101453" cy="3417887"/>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63538" y="595313"/>
            <a:ext cx="6182536" cy="3417887"/>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29.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363538" y="595313"/>
            <a:ext cx="8405812" cy="3417887"/>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30.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286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291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31.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blipFill rotWithShape="0">
          <a:blip r:embed="rId2"/>
          <a:stretch>
            <a:fillRect/>
          </a:stretch>
        </a:blipFill>
        <a:effectLst/>
      </p:bgPr>
    </p:bg>
    <p:spTree>
      <p:nvGrpSpPr>
        <p:cNvPr id="1" name=""/>
        <p:cNvGrpSpPr/>
        <p:nvPr/>
      </p:nvGrpSpPr>
      <p:grpSpPr/>
      <p:sp>
        <p:nvSpPr>
          <p:cNvPr id="2050" name="标题 2049"/>
          <p:cNvSpPr>
            <a:spLocks noGrp="1"/>
          </p:cNvSpPr>
          <p:nvPr>
            <p:ph type="ctrTitle"/>
          </p:nvPr>
        </p:nvSpPr>
        <p:spPr>
          <a:xfrm>
            <a:off x="627063" y="1655763"/>
            <a:ext cx="7772400" cy="1406525"/>
          </a:xfrm>
          <a:prstGeom prst="rect">
            <a:avLst/>
          </a:prstGeom>
          <a:noFill/>
          <a:ln w="9525">
            <a:noFill/>
          </a:ln>
        </p:spPr>
        <p:txBody>
          <a:bodyPr anchor="ctr">
            <a:spAutoFit/>
          </a:bodyPr>
          <a:lstStyle>
            <a:lvl1pPr lvl="0">
              <a:defRPr kern="1200"/>
            </a:lvl1pPr>
          </a:lstStyle>
          <a:p>
            <a:pPr lvl="0" fontAlgn="base"/>
            <a:r>
              <a:rPr lang="en-US" altLang="zh-CN" strike="noStrike" noProof="1"/>
              <a:t>Click to edit Master title style</a:t>
            </a:r>
            <a:endParaRPr lang="en-US" altLang="zh-CN" strike="noStrike" noProof="1"/>
          </a:p>
        </p:txBody>
      </p:sp>
      <p:sp>
        <p:nvSpPr>
          <p:cNvPr id="2051" name="副标题 2050"/>
          <p:cNvSpPr>
            <a:spLocks noGrp="1"/>
          </p:cNvSpPr>
          <p:nvPr>
            <p:ph type="subTitle" idx="1"/>
          </p:nvPr>
        </p:nvSpPr>
        <p:spPr>
          <a:xfrm>
            <a:off x="641350" y="4648200"/>
            <a:ext cx="7861300" cy="584200"/>
          </a:xfrm>
          <a:prstGeom prst="rect">
            <a:avLst/>
          </a:prstGeom>
          <a:noFill/>
          <a:ln w="9525">
            <a:noFill/>
          </a:ln>
        </p:spPr>
        <p:txBody>
          <a:bodyPr anchor="ctr">
            <a:spAutoFit/>
          </a:bodyPr>
          <a:lstStyle>
            <a:lvl1pPr marL="0" lvl="0" indent="0">
              <a:spcBef>
                <a:spcPct val="0"/>
              </a:spcBef>
              <a:buNone/>
              <a:defRPr sz="3600" kern="1200"/>
            </a:lvl1pPr>
            <a:lvl2pPr marL="457200" lvl="1" indent="-457200" algn="ctr">
              <a:spcBef>
                <a:spcPct val="0"/>
              </a:spcBef>
              <a:buNone/>
              <a:defRPr sz="3600" kern="1200"/>
            </a:lvl2pPr>
            <a:lvl3pPr marL="914400" lvl="2" indent="-914400" algn="ctr">
              <a:spcBef>
                <a:spcPct val="0"/>
              </a:spcBef>
              <a:buNone/>
              <a:defRPr sz="3600" kern="1200"/>
            </a:lvl3pPr>
            <a:lvl4pPr marL="1335405" lvl="3" indent="-1335405" algn="ctr">
              <a:spcBef>
                <a:spcPct val="0"/>
              </a:spcBef>
              <a:buNone/>
              <a:defRPr sz="3600" kern="1200"/>
            </a:lvl4pPr>
            <a:lvl5pPr marL="1735455" lvl="4" indent="-1735455" algn="ctr">
              <a:spcBef>
                <a:spcPct val="0"/>
              </a:spcBef>
              <a:buNone/>
              <a:defRPr sz="3600" kern="1200"/>
            </a:lvl5pPr>
          </a:lstStyle>
          <a:p>
            <a:pPr lvl="0" fontAlgn="base"/>
            <a:r>
              <a:rPr lang="en-US" altLang="zh-CN" strike="noStrike" noProof="1"/>
              <a:t>Click to edit Master subtitle style</a:t>
            </a:r>
            <a:endParaRPr lang="en-US" altLang="zh-CN"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hf hdr="0" ftr="0" dt="0"/>
</p:sldLayout>
</file>

<file path=ppt/slideLayouts/slideLayout13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3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3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9059"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3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3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3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3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3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4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4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897" y="595313"/>
            <a:ext cx="2101453" cy="3417887"/>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63538" y="595313"/>
            <a:ext cx="6182536" cy="3417887"/>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4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363538" y="595313"/>
            <a:ext cx="8405812" cy="3417887"/>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4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286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291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44.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blipFill rotWithShape="0">
          <a:blip r:embed="rId2"/>
          <a:stretch>
            <a:fillRect/>
          </a:stretch>
        </a:blipFill>
        <a:effectLst/>
      </p:bgPr>
    </p:bg>
    <p:spTree>
      <p:nvGrpSpPr>
        <p:cNvPr id="1" name=""/>
        <p:cNvGrpSpPr/>
        <p:nvPr/>
      </p:nvGrpSpPr>
      <p:grpSpPr/>
      <p:sp>
        <p:nvSpPr>
          <p:cNvPr id="2050" name="标题 2049"/>
          <p:cNvSpPr>
            <a:spLocks noGrp="1"/>
          </p:cNvSpPr>
          <p:nvPr>
            <p:ph type="ctrTitle"/>
          </p:nvPr>
        </p:nvSpPr>
        <p:spPr>
          <a:xfrm>
            <a:off x="627063" y="1655763"/>
            <a:ext cx="7772400" cy="1406525"/>
          </a:xfrm>
          <a:prstGeom prst="rect">
            <a:avLst/>
          </a:prstGeom>
          <a:noFill/>
          <a:ln w="9525">
            <a:noFill/>
          </a:ln>
        </p:spPr>
        <p:txBody>
          <a:bodyPr anchor="ctr">
            <a:spAutoFit/>
          </a:bodyPr>
          <a:lstStyle>
            <a:lvl1pPr lvl="0">
              <a:defRPr kern="1200"/>
            </a:lvl1pPr>
          </a:lstStyle>
          <a:p>
            <a:pPr lvl="0" fontAlgn="base"/>
            <a:r>
              <a:rPr lang="en-US" altLang="zh-CN" strike="noStrike" noProof="1"/>
              <a:t>Click to edit Master title style</a:t>
            </a:r>
            <a:endParaRPr lang="en-US" altLang="zh-CN" strike="noStrike" noProof="1"/>
          </a:p>
        </p:txBody>
      </p:sp>
      <p:sp>
        <p:nvSpPr>
          <p:cNvPr id="2051" name="副标题 2050"/>
          <p:cNvSpPr>
            <a:spLocks noGrp="1"/>
          </p:cNvSpPr>
          <p:nvPr>
            <p:ph type="subTitle" idx="1"/>
          </p:nvPr>
        </p:nvSpPr>
        <p:spPr>
          <a:xfrm>
            <a:off x="641350" y="4648200"/>
            <a:ext cx="7861300" cy="584200"/>
          </a:xfrm>
          <a:prstGeom prst="rect">
            <a:avLst/>
          </a:prstGeom>
          <a:noFill/>
          <a:ln w="9525">
            <a:noFill/>
          </a:ln>
        </p:spPr>
        <p:txBody>
          <a:bodyPr anchor="ctr">
            <a:spAutoFit/>
          </a:bodyPr>
          <a:lstStyle>
            <a:lvl1pPr marL="0" lvl="0" indent="0">
              <a:spcBef>
                <a:spcPct val="0"/>
              </a:spcBef>
              <a:buNone/>
              <a:defRPr sz="3600" kern="1200"/>
            </a:lvl1pPr>
            <a:lvl2pPr marL="457200" lvl="1" indent="-457200" algn="ctr">
              <a:spcBef>
                <a:spcPct val="0"/>
              </a:spcBef>
              <a:buNone/>
              <a:defRPr sz="3600" kern="1200"/>
            </a:lvl2pPr>
            <a:lvl3pPr marL="914400" lvl="2" indent="-914400" algn="ctr">
              <a:spcBef>
                <a:spcPct val="0"/>
              </a:spcBef>
              <a:buNone/>
              <a:defRPr sz="3600" kern="1200"/>
            </a:lvl3pPr>
            <a:lvl4pPr marL="1335405" lvl="3" indent="-1335405" algn="ctr">
              <a:spcBef>
                <a:spcPct val="0"/>
              </a:spcBef>
              <a:buNone/>
              <a:defRPr sz="3600" kern="1200"/>
            </a:lvl4pPr>
            <a:lvl5pPr marL="1735455" lvl="4" indent="-1735455" algn="ctr">
              <a:spcBef>
                <a:spcPct val="0"/>
              </a:spcBef>
              <a:buNone/>
              <a:defRPr sz="3600" kern="1200"/>
            </a:lvl5pPr>
          </a:lstStyle>
          <a:p>
            <a:pPr lvl="0" fontAlgn="base"/>
            <a:r>
              <a:rPr lang="en-US" altLang="zh-CN" strike="noStrike" noProof="1"/>
              <a:t>Click to edit Master subtitle style</a:t>
            </a:r>
            <a:endParaRPr lang="en-US" altLang="zh-CN"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hf hdr="0" ftr="0" dt="0"/>
</p:sldLayout>
</file>

<file path=ppt/slideLayouts/slideLayout14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4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4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9059"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4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4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5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5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5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5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54.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897" y="595313"/>
            <a:ext cx="2101453" cy="3417887"/>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63538" y="595313"/>
            <a:ext cx="6182536" cy="3417887"/>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55.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363538" y="595313"/>
            <a:ext cx="8405812" cy="3417887"/>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56.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286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291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57.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blipFill rotWithShape="0">
          <a:blip r:embed="rId2"/>
          <a:stretch>
            <a:fillRect/>
          </a:stretch>
        </a:blipFill>
        <a:effectLst/>
      </p:bgPr>
    </p:bg>
    <p:spTree>
      <p:nvGrpSpPr>
        <p:cNvPr id="1" name=""/>
        <p:cNvGrpSpPr/>
        <p:nvPr/>
      </p:nvGrpSpPr>
      <p:grpSpPr/>
      <p:sp>
        <p:nvSpPr>
          <p:cNvPr id="2050" name="标题 2049"/>
          <p:cNvSpPr>
            <a:spLocks noGrp="1"/>
          </p:cNvSpPr>
          <p:nvPr>
            <p:ph type="ctrTitle"/>
          </p:nvPr>
        </p:nvSpPr>
        <p:spPr>
          <a:xfrm>
            <a:off x="627063" y="1655763"/>
            <a:ext cx="7772400" cy="1406525"/>
          </a:xfrm>
          <a:prstGeom prst="rect">
            <a:avLst/>
          </a:prstGeom>
          <a:noFill/>
          <a:ln w="9525">
            <a:noFill/>
          </a:ln>
        </p:spPr>
        <p:txBody>
          <a:bodyPr anchor="ctr">
            <a:spAutoFit/>
          </a:bodyPr>
          <a:lstStyle>
            <a:lvl1pPr lvl="0">
              <a:defRPr kern="1200"/>
            </a:lvl1pPr>
          </a:lstStyle>
          <a:p>
            <a:pPr lvl="0" fontAlgn="base"/>
            <a:r>
              <a:rPr lang="en-US" altLang="zh-CN" strike="noStrike" noProof="1"/>
              <a:t>Click to edit Master title style</a:t>
            </a:r>
            <a:endParaRPr lang="en-US" altLang="zh-CN" strike="noStrike" noProof="1"/>
          </a:p>
        </p:txBody>
      </p:sp>
      <p:sp>
        <p:nvSpPr>
          <p:cNvPr id="2051" name="副标题 2050"/>
          <p:cNvSpPr>
            <a:spLocks noGrp="1"/>
          </p:cNvSpPr>
          <p:nvPr>
            <p:ph type="subTitle" idx="1"/>
          </p:nvPr>
        </p:nvSpPr>
        <p:spPr>
          <a:xfrm>
            <a:off x="641350" y="4648200"/>
            <a:ext cx="7861300" cy="584200"/>
          </a:xfrm>
          <a:prstGeom prst="rect">
            <a:avLst/>
          </a:prstGeom>
          <a:noFill/>
          <a:ln w="9525">
            <a:noFill/>
          </a:ln>
        </p:spPr>
        <p:txBody>
          <a:bodyPr anchor="ctr">
            <a:spAutoFit/>
          </a:bodyPr>
          <a:lstStyle>
            <a:lvl1pPr marL="0" lvl="0" indent="0">
              <a:spcBef>
                <a:spcPct val="0"/>
              </a:spcBef>
              <a:buNone/>
              <a:defRPr sz="3600" kern="1200"/>
            </a:lvl1pPr>
            <a:lvl2pPr marL="457200" lvl="1" indent="-457200" algn="ctr">
              <a:spcBef>
                <a:spcPct val="0"/>
              </a:spcBef>
              <a:buNone/>
              <a:defRPr sz="3600" kern="1200"/>
            </a:lvl2pPr>
            <a:lvl3pPr marL="914400" lvl="2" indent="-914400" algn="ctr">
              <a:spcBef>
                <a:spcPct val="0"/>
              </a:spcBef>
              <a:buNone/>
              <a:defRPr sz="3600" kern="1200"/>
            </a:lvl3pPr>
            <a:lvl4pPr marL="1335405" lvl="3" indent="-1335405" algn="ctr">
              <a:spcBef>
                <a:spcPct val="0"/>
              </a:spcBef>
              <a:buNone/>
              <a:defRPr sz="3600" kern="1200"/>
            </a:lvl4pPr>
            <a:lvl5pPr marL="1735455" lvl="4" indent="-1735455" algn="ctr">
              <a:spcBef>
                <a:spcPct val="0"/>
              </a:spcBef>
              <a:buNone/>
              <a:defRPr sz="3600" kern="1200"/>
            </a:lvl5pPr>
          </a:lstStyle>
          <a:p>
            <a:pPr lvl="0" fontAlgn="base"/>
            <a:r>
              <a:rPr lang="en-US" altLang="zh-CN" strike="noStrike" noProof="1"/>
              <a:t>Click to edit Master subtitle style</a:t>
            </a:r>
            <a:endParaRPr lang="en-US" altLang="zh-CN"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hf hdr="0" ftr="0" dt="0"/>
</p:sldLayout>
</file>

<file path=ppt/slideLayouts/slideLayout15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5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6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9059"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6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6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6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6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6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6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67.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897" y="595313"/>
            <a:ext cx="2101453" cy="3417887"/>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63538" y="595313"/>
            <a:ext cx="6182536" cy="3417887"/>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68.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363538" y="595313"/>
            <a:ext cx="8405812" cy="3417887"/>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69.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286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291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70.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blipFill rotWithShape="0">
          <a:blip r:embed="rId2"/>
          <a:stretch>
            <a:fillRect/>
          </a:stretch>
        </a:blipFill>
        <a:effectLst/>
      </p:bgPr>
    </p:bg>
    <p:spTree>
      <p:nvGrpSpPr>
        <p:cNvPr id="1" name=""/>
        <p:cNvGrpSpPr/>
        <p:nvPr/>
      </p:nvGrpSpPr>
      <p:grpSpPr/>
      <p:sp>
        <p:nvSpPr>
          <p:cNvPr id="2050" name="标题 2049"/>
          <p:cNvSpPr>
            <a:spLocks noGrp="1"/>
          </p:cNvSpPr>
          <p:nvPr>
            <p:ph type="ctrTitle"/>
          </p:nvPr>
        </p:nvSpPr>
        <p:spPr>
          <a:xfrm>
            <a:off x="627063" y="1655763"/>
            <a:ext cx="7772400" cy="1406525"/>
          </a:xfrm>
          <a:prstGeom prst="rect">
            <a:avLst/>
          </a:prstGeom>
          <a:noFill/>
          <a:ln w="9525">
            <a:noFill/>
          </a:ln>
        </p:spPr>
        <p:txBody>
          <a:bodyPr anchor="ctr">
            <a:spAutoFit/>
          </a:bodyPr>
          <a:lstStyle>
            <a:lvl1pPr lvl="0">
              <a:defRPr kern="1200"/>
            </a:lvl1pPr>
          </a:lstStyle>
          <a:p>
            <a:pPr lvl="0" fontAlgn="base"/>
            <a:r>
              <a:rPr lang="en-US" altLang="zh-CN" strike="noStrike" noProof="1"/>
              <a:t>Click to edit Master title style</a:t>
            </a:r>
            <a:endParaRPr lang="en-US" altLang="zh-CN" strike="noStrike" noProof="1"/>
          </a:p>
        </p:txBody>
      </p:sp>
      <p:sp>
        <p:nvSpPr>
          <p:cNvPr id="2051" name="副标题 2050"/>
          <p:cNvSpPr>
            <a:spLocks noGrp="1"/>
          </p:cNvSpPr>
          <p:nvPr>
            <p:ph type="subTitle" idx="1"/>
          </p:nvPr>
        </p:nvSpPr>
        <p:spPr>
          <a:xfrm>
            <a:off x="641350" y="4648200"/>
            <a:ext cx="7861300" cy="584200"/>
          </a:xfrm>
          <a:prstGeom prst="rect">
            <a:avLst/>
          </a:prstGeom>
          <a:noFill/>
          <a:ln w="9525">
            <a:noFill/>
          </a:ln>
        </p:spPr>
        <p:txBody>
          <a:bodyPr anchor="ctr">
            <a:spAutoFit/>
          </a:bodyPr>
          <a:lstStyle>
            <a:lvl1pPr marL="0" lvl="0" indent="0">
              <a:spcBef>
                <a:spcPct val="0"/>
              </a:spcBef>
              <a:buNone/>
              <a:defRPr sz="3600" kern="1200"/>
            </a:lvl1pPr>
            <a:lvl2pPr marL="457200" lvl="1" indent="-457200" algn="ctr">
              <a:spcBef>
                <a:spcPct val="0"/>
              </a:spcBef>
              <a:buNone/>
              <a:defRPr sz="3600" kern="1200"/>
            </a:lvl2pPr>
            <a:lvl3pPr marL="914400" lvl="2" indent="-914400" algn="ctr">
              <a:spcBef>
                <a:spcPct val="0"/>
              </a:spcBef>
              <a:buNone/>
              <a:defRPr sz="3600" kern="1200"/>
            </a:lvl3pPr>
            <a:lvl4pPr marL="1335405" lvl="3" indent="-1335405" algn="ctr">
              <a:spcBef>
                <a:spcPct val="0"/>
              </a:spcBef>
              <a:buNone/>
              <a:defRPr sz="3600" kern="1200"/>
            </a:lvl4pPr>
            <a:lvl5pPr marL="1735455" lvl="4" indent="-1735455" algn="ctr">
              <a:spcBef>
                <a:spcPct val="0"/>
              </a:spcBef>
              <a:buNone/>
              <a:defRPr sz="3600" kern="1200"/>
            </a:lvl5pPr>
          </a:lstStyle>
          <a:p>
            <a:pPr lvl="0" fontAlgn="base"/>
            <a:r>
              <a:rPr lang="en-US" altLang="zh-CN" strike="noStrike" noProof="1"/>
              <a:t>Click to edit Master subtitle style</a:t>
            </a:r>
            <a:endParaRPr lang="en-US" altLang="zh-CN"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hf hdr="0" ftr="0" dt="0"/>
</p:sldLayout>
</file>

<file path=ppt/slideLayouts/slideLayout17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7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7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9059"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7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7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7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7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7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7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80.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897" y="595313"/>
            <a:ext cx="2101453" cy="3417887"/>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63538" y="595313"/>
            <a:ext cx="6182536" cy="3417887"/>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81.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363538" y="595313"/>
            <a:ext cx="8405812" cy="3417887"/>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8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286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291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83.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blipFill rotWithShape="0">
          <a:blip r:embed="rId2"/>
          <a:stretch>
            <a:fillRect/>
          </a:stretch>
        </a:blipFill>
        <a:effectLst/>
      </p:bgPr>
    </p:bg>
    <p:spTree>
      <p:nvGrpSpPr>
        <p:cNvPr id="1" name=""/>
        <p:cNvGrpSpPr/>
        <p:nvPr/>
      </p:nvGrpSpPr>
      <p:grpSpPr/>
      <p:sp>
        <p:nvSpPr>
          <p:cNvPr id="2050" name="标题 2049"/>
          <p:cNvSpPr>
            <a:spLocks noGrp="1"/>
          </p:cNvSpPr>
          <p:nvPr>
            <p:ph type="ctrTitle"/>
          </p:nvPr>
        </p:nvSpPr>
        <p:spPr>
          <a:xfrm>
            <a:off x="627063" y="1655763"/>
            <a:ext cx="7772400" cy="1406525"/>
          </a:xfrm>
          <a:prstGeom prst="rect">
            <a:avLst/>
          </a:prstGeom>
          <a:noFill/>
          <a:ln w="9525">
            <a:noFill/>
          </a:ln>
        </p:spPr>
        <p:txBody>
          <a:bodyPr anchor="ctr">
            <a:spAutoFit/>
          </a:bodyPr>
          <a:lstStyle>
            <a:lvl1pPr lvl="0">
              <a:defRPr kern="1200"/>
            </a:lvl1pPr>
          </a:lstStyle>
          <a:p>
            <a:pPr lvl="0" fontAlgn="base"/>
            <a:r>
              <a:rPr lang="en-US" altLang="zh-CN" strike="noStrike" noProof="1"/>
              <a:t>Click to edit Master title style</a:t>
            </a:r>
            <a:endParaRPr lang="en-US" altLang="zh-CN" strike="noStrike" noProof="1"/>
          </a:p>
        </p:txBody>
      </p:sp>
      <p:sp>
        <p:nvSpPr>
          <p:cNvPr id="2051" name="副标题 2050"/>
          <p:cNvSpPr>
            <a:spLocks noGrp="1"/>
          </p:cNvSpPr>
          <p:nvPr>
            <p:ph type="subTitle" idx="1"/>
          </p:nvPr>
        </p:nvSpPr>
        <p:spPr>
          <a:xfrm>
            <a:off x="641350" y="4648200"/>
            <a:ext cx="7861300" cy="584200"/>
          </a:xfrm>
          <a:prstGeom prst="rect">
            <a:avLst/>
          </a:prstGeom>
          <a:noFill/>
          <a:ln w="9525">
            <a:noFill/>
          </a:ln>
        </p:spPr>
        <p:txBody>
          <a:bodyPr anchor="ctr">
            <a:spAutoFit/>
          </a:bodyPr>
          <a:lstStyle>
            <a:lvl1pPr marL="0" lvl="0" indent="0">
              <a:spcBef>
                <a:spcPct val="0"/>
              </a:spcBef>
              <a:buNone/>
              <a:defRPr sz="3600" kern="1200"/>
            </a:lvl1pPr>
            <a:lvl2pPr marL="457200" lvl="1" indent="-457200" algn="ctr">
              <a:spcBef>
                <a:spcPct val="0"/>
              </a:spcBef>
              <a:buNone/>
              <a:defRPr sz="3600" kern="1200"/>
            </a:lvl2pPr>
            <a:lvl3pPr marL="914400" lvl="2" indent="-914400" algn="ctr">
              <a:spcBef>
                <a:spcPct val="0"/>
              </a:spcBef>
              <a:buNone/>
              <a:defRPr sz="3600" kern="1200"/>
            </a:lvl3pPr>
            <a:lvl4pPr marL="1335405" lvl="3" indent="-1335405" algn="ctr">
              <a:spcBef>
                <a:spcPct val="0"/>
              </a:spcBef>
              <a:buNone/>
              <a:defRPr sz="3600" kern="1200"/>
            </a:lvl4pPr>
            <a:lvl5pPr marL="1735455" lvl="4" indent="-1735455" algn="ctr">
              <a:spcBef>
                <a:spcPct val="0"/>
              </a:spcBef>
              <a:buNone/>
              <a:defRPr sz="3600" kern="1200"/>
            </a:lvl5pPr>
          </a:lstStyle>
          <a:p>
            <a:pPr lvl="0" fontAlgn="base"/>
            <a:r>
              <a:rPr lang="en-US" altLang="zh-CN" strike="noStrike" noProof="1"/>
              <a:t>Click to edit Master subtitle style</a:t>
            </a:r>
            <a:endParaRPr lang="en-US" altLang="zh-CN"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hf hdr="0" ftr="0" dt="0"/>
</p:sldLayout>
</file>

<file path=ppt/slideLayouts/slideLayout18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8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8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9059"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8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8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8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9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9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9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93.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897" y="595313"/>
            <a:ext cx="2101453" cy="3417887"/>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63538" y="595313"/>
            <a:ext cx="6182536" cy="3417887"/>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94.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363538" y="595313"/>
            <a:ext cx="8405812" cy="3417887"/>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95.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286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291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9" Type="http://schemas.openxmlformats.org/officeDocument/2006/relationships/theme" Target="../theme/theme1.xml"/><Relationship Id="rId18" Type="http://schemas.openxmlformats.org/officeDocument/2006/relationships/vmlDrawing" Target="../drawings/vmlDrawing1.vml"/><Relationship Id="rId17" Type="http://schemas.openxmlformats.org/officeDocument/2006/relationships/image" Target="../media/image4.png"/><Relationship Id="rId16" Type="http://schemas.openxmlformats.org/officeDocument/2006/relationships/image" Target="../media/image3.png"/><Relationship Id="rId15" Type="http://schemas.openxmlformats.org/officeDocument/2006/relationships/oleObject" Target="../embeddings/oleObject1.bin"/><Relationship Id="rId14" Type="http://schemas.openxmlformats.org/officeDocument/2006/relationships/image" Target="../media/image2.jpeg"/><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2.xml"/><Relationship Id="rId8" Type="http://schemas.openxmlformats.org/officeDocument/2006/relationships/slideLayout" Target="../slideLayouts/slideLayout21.xml"/><Relationship Id="rId7" Type="http://schemas.openxmlformats.org/officeDocument/2006/relationships/slideLayout" Target="../slideLayouts/slideLayout20.xml"/><Relationship Id="rId6" Type="http://schemas.openxmlformats.org/officeDocument/2006/relationships/slideLayout" Target="../slideLayouts/slideLayout19.xml"/><Relationship Id="rId5" Type="http://schemas.openxmlformats.org/officeDocument/2006/relationships/slideLayout" Target="../slideLayouts/slideLayout18.xml"/><Relationship Id="rId4" Type="http://schemas.openxmlformats.org/officeDocument/2006/relationships/slideLayout" Target="../slideLayouts/slideLayout17.xml"/><Relationship Id="rId3" Type="http://schemas.openxmlformats.org/officeDocument/2006/relationships/slideLayout" Target="../slideLayouts/slideLayout16.xml"/><Relationship Id="rId2" Type="http://schemas.openxmlformats.org/officeDocument/2006/relationships/slideLayout" Target="../slideLayouts/slideLayout15.xml"/><Relationship Id="rId19" Type="http://schemas.openxmlformats.org/officeDocument/2006/relationships/theme" Target="../theme/theme2.xml"/><Relationship Id="rId18" Type="http://schemas.openxmlformats.org/officeDocument/2006/relationships/vmlDrawing" Target="../drawings/vmlDrawing2.vml"/><Relationship Id="rId17" Type="http://schemas.openxmlformats.org/officeDocument/2006/relationships/image" Target="../media/image4.png"/><Relationship Id="rId16" Type="http://schemas.openxmlformats.org/officeDocument/2006/relationships/image" Target="../media/image3.png"/><Relationship Id="rId15" Type="http://schemas.openxmlformats.org/officeDocument/2006/relationships/oleObject" Target="../embeddings/oleObject2.bin"/><Relationship Id="rId14" Type="http://schemas.openxmlformats.org/officeDocument/2006/relationships/image" Target="../media/image2.jpeg"/><Relationship Id="rId13" Type="http://schemas.openxmlformats.org/officeDocument/2006/relationships/slideLayout" Target="../slideLayouts/slideLayout26.xml"/><Relationship Id="rId12" Type="http://schemas.openxmlformats.org/officeDocument/2006/relationships/slideLayout" Target="../slideLayouts/slideLayout25.xml"/><Relationship Id="rId11" Type="http://schemas.openxmlformats.org/officeDocument/2006/relationships/slideLayout" Target="../slideLayouts/slideLayout24.xml"/><Relationship Id="rId10" Type="http://schemas.openxmlformats.org/officeDocument/2006/relationships/slideLayout" Target="../slideLayouts/slideLayout23.xml"/><Relationship Id="rId1" Type="http://schemas.openxmlformats.org/officeDocument/2006/relationships/slideLayout" Target="../slideLayouts/slideLayout14.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5.xml"/><Relationship Id="rId8" Type="http://schemas.openxmlformats.org/officeDocument/2006/relationships/slideLayout" Target="../slideLayouts/slideLayout34.xml"/><Relationship Id="rId7" Type="http://schemas.openxmlformats.org/officeDocument/2006/relationships/slideLayout" Target="../slideLayouts/slideLayout33.xml"/><Relationship Id="rId6" Type="http://schemas.openxmlformats.org/officeDocument/2006/relationships/slideLayout" Target="../slideLayouts/slideLayout32.xml"/><Relationship Id="rId5" Type="http://schemas.openxmlformats.org/officeDocument/2006/relationships/slideLayout" Target="../slideLayouts/slideLayout31.xml"/><Relationship Id="rId4" Type="http://schemas.openxmlformats.org/officeDocument/2006/relationships/slideLayout" Target="../slideLayouts/slideLayout30.xml"/><Relationship Id="rId3" Type="http://schemas.openxmlformats.org/officeDocument/2006/relationships/slideLayout" Target="../slideLayouts/slideLayout29.xml"/><Relationship Id="rId2" Type="http://schemas.openxmlformats.org/officeDocument/2006/relationships/slideLayout" Target="../slideLayouts/slideLayout28.xml"/><Relationship Id="rId19" Type="http://schemas.openxmlformats.org/officeDocument/2006/relationships/theme" Target="../theme/theme3.xml"/><Relationship Id="rId18" Type="http://schemas.openxmlformats.org/officeDocument/2006/relationships/vmlDrawing" Target="../drawings/vmlDrawing3.vml"/><Relationship Id="rId17" Type="http://schemas.openxmlformats.org/officeDocument/2006/relationships/image" Target="../media/image4.png"/><Relationship Id="rId16" Type="http://schemas.openxmlformats.org/officeDocument/2006/relationships/image" Target="../media/image3.png"/><Relationship Id="rId15" Type="http://schemas.openxmlformats.org/officeDocument/2006/relationships/oleObject" Target="../embeddings/oleObject3.bin"/><Relationship Id="rId14" Type="http://schemas.openxmlformats.org/officeDocument/2006/relationships/image" Target="../media/image2.jpeg"/><Relationship Id="rId13" Type="http://schemas.openxmlformats.org/officeDocument/2006/relationships/slideLayout" Target="../slideLayouts/slideLayout39.xml"/><Relationship Id="rId12" Type="http://schemas.openxmlformats.org/officeDocument/2006/relationships/slideLayout" Target="../slideLayouts/slideLayout38.xml"/><Relationship Id="rId11" Type="http://schemas.openxmlformats.org/officeDocument/2006/relationships/slideLayout" Target="../slideLayouts/slideLayout37.xml"/><Relationship Id="rId10" Type="http://schemas.openxmlformats.org/officeDocument/2006/relationships/slideLayout" Target="../slideLayouts/slideLayout36.xml"/><Relationship Id="rId1" Type="http://schemas.openxmlformats.org/officeDocument/2006/relationships/slideLayout" Target="../slideLayouts/slideLayout27.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8.xml"/><Relationship Id="rId8" Type="http://schemas.openxmlformats.org/officeDocument/2006/relationships/slideLayout" Target="../slideLayouts/slideLayout47.xml"/><Relationship Id="rId7" Type="http://schemas.openxmlformats.org/officeDocument/2006/relationships/slideLayout" Target="../slideLayouts/slideLayout46.xml"/><Relationship Id="rId6" Type="http://schemas.openxmlformats.org/officeDocument/2006/relationships/slideLayout" Target="../slideLayouts/slideLayout45.xml"/><Relationship Id="rId5" Type="http://schemas.openxmlformats.org/officeDocument/2006/relationships/slideLayout" Target="../slideLayouts/slideLayout44.xml"/><Relationship Id="rId4" Type="http://schemas.openxmlformats.org/officeDocument/2006/relationships/slideLayout" Target="../slideLayouts/slideLayout43.xml"/><Relationship Id="rId3" Type="http://schemas.openxmlformats.org/officeDocument/2006/relationships/slideLayout" Target="../slideLayouts/slideLayout42.xml"/><Relationship Id="rId2" Type="http://schemas.openxmlformats.org/officeDocument/2006/relationships/slideLayout" Target="../slideLayouts/slideLayout41.xml"/><Relationship Id="rId19" Type="http://schemas.openxmlformats.org/officeDocument/2006/relationships/theme" Target="../theme/theme4.xml"/><Relationship Id="rId18" Type="http://schemas.openxmlformats.org/officeDocument/2006/relationships/vmlDrawing" Target="../drawings/vmlDrawing4.vml"/><Relationship Id="rId17" Type="http://schemas.openxmlformats.org/officeDocument/2006/relationships/image" Target="../media/image4.png"/><Relationship Id="rId16" Type="http://schemas.openxmlformats.org/officeDocument/2006/relationships/image" Target="../media/image3.png"/><Relationship Id="rId15" Type="http://schemas.openxmlformats.org/officeDocument/2006/relationships/oleObject" Target="../embeddings/oleObject4.bin"/><Relationship Id="rId14" Type="http://schemas.openxmlformats.org/officeDocument/2006/relationships/image" Target="../media/image2.jpeg"/><Relationship Id="rId13" Type="http://schemas.openxmlformats.org/officeDocument/2006/relationships/slideLayout" Target="../slideLayouts/slideLayout52.xml"/><Relationship Id="rId12" Type="http://schemas.openxmlformats.org/officeDocument/2006/relationships/slideLayout" Target="../slideLayouts/slideLayout51.xml"/><Relationship Id="rId11" Type="http://schemas.openxmlformats.org/officeDocument/2006/relationships/slideLayout" Target="../slideLayouts/slideLayout50.xml"/><Relationship Id="rId10" Type="http://schemas.openxmlformats.org/officeDocument/2006/relationships/slideLayout" Target="../slideLayouts/slideLayout49.xml"/><Relationship Id="rId1" Type="http://schemas.openxmlformats.org/officeDocument/2006/relationships/slideLayout" Target="../slideLayouts/slideLayout40.xml"/></Relationships>
</file>

<file path=ppt/slideMasters/_rels/slideMaster5.xml.rels><?xml version="1.0" encoding="UTF-8" standalone="yes"?>
<Relationships xmlns="http://schemas.openxmlformats.org/package/2006/relationships"><Relationship Id="rId9" Type="http://schemas.openxmlformats.org/officeDocument/2006/relationships/slideLayout" Target="../slideLayouts/slideLayout61.xml"/><Relationship Id="rId8" Type="http://schemas.openxmlformats.org/officeDocument/2006/relationships/slideLayout" Target="../slideLayouts/slideLayout60.xml"/><Relationship Id="rId7" Type="http://schemas.openxmlformats.org/officeDocument/2006/relationships/slideLayout" Target="../slideLayouts/slideLayout59.xml"/><Relationship Id="rId6" Type="http://schemas.openxmlformats.org/officeDocument/2006/relationships/slideLayout" Target="../slideLayouts/slideLayout58.xml"/><Relationship Id="rId5" Type="http://schemas.openxmlformats.org/officeDocument/2006/relationships/slideLayout" Target="../slideLayouts/slideLayout57.xml"/><Relationship Id="rId4" Type="http://schemas.openxmlformats.org/officeDocument/2006/relationships/slideLayout" Target="../slideLayouts/slideLayout56.xml"/><Relationship Id="rId3" Type="http://schemas.openxmlformats.org/officeDocument/2006/relationships/slideLayout" Target="../slideLayouts/slideLayout55.xml"/><Relationship Id="rId2" Type="http://schemas.openxmlformats.org/officeDocument/2006/relationships/slideLayout" Target="../slideLayouts/slideLayout54.xml"/><Relationship Id="rId19" Type="http://schemas.openxmlformats.org/officeDocument/2006/relationships/theme" Target="../theme/theme5.xml"/><Relationship Id="rId18" Type="http://schemas.openxmlformats.org/officeDocument/2006/relationships/vmlDrawing" Target="../drawings/vmlDrawing5.vml"/><Relationship Id="rId17" Type="http://schemas.openxmlformats.org/officeDocument/2006/relationships/image" Target="../media/image4.png"/><Relationship Id="rId16" Type="http://schemas.openxmlformats.org/officeDocument/2006/relationships/image" Target="../media/image3.png"/><Relationship Id="rId15" Type="http://schemas.openxmlformats.org/officeDocument/2006/relationships/oleObject" Target="../embeddings/oleObject5.bin"/><Relationship Id="rId14" Type="http://schemas.openxmlformats.org/officeDocument/2006/relationships/image" Target="../media/image2.jpeg"/><Relationship Id="rId13" Type="http://schemas.openxmlformats.org/officeDocument/2006/relationships/slideLayout" Target="../slideLayouts/slideLayout65.xml"/><Relationship Id="rId12" Type="http://schemas.openxmlformats.org/officeDocument/2006/relationships/slideLayout" Target="../slideLayouts/slideLayout64.xml"/><Relationship Id="rId11" Type="http://schemas.openxmlformats.org/officeDocument/2006/relationships/slideLayout" Target="../slideLayouts/slideLayout63.xml"/><Relationship Id="rId10" Type="http://schemas.openxmlformats.org/officeDocument/2006/relationships/slideLayout" Target="../slideLayouts/slideLayout62.xml"/><Relationship Id="rId1" Type="http://schemas.openxmlformats.org/officeDocument/2006/relationships/slideLayout" Target="../slideLayouts/slideLayout53.xml"/></Relationships>
</file>

<file path=ppt/slideMasters/_rels/slideMaster6.xml.rels><?xml version="1.0" encoding="UTF-8" standalone="yes"?>
<Relationships xmlns="http://schemas.openxmlformats.org/package/2006/relationships"><Relationship Id="rId9" Type="http://schemas.openxmlformats.org/officeDocument/2006/relationships/slideLayout" Target="../slideLayouts/slideLayout74.xml"/><Relationship Id="rId8" Type="http://schemas.openxmlformats.org/officeDocument/2006/relationships/slideLayout" Target="../slideLayouts/slideLayout73.xml"/><Relationship Id="rId7" Type="http://schemas.openxmlformats.org/officeDocument/2006/relationships/slideLayout" Target="../slideLayouts/slideLayout72.xml"/><Relationship Id="rId6" Type="http://schemas.openxmlformats.org/officeDocument/2006/relationships/slideLayout" Target="../slideLayouts/slideLayout71.xml"/><Relationship Id="rId5" Type="http://schemas.openxmlformats.org/officeDocument/2006/relationships/slideLayout" Target="../slideLayouts/slideLayout70.xml"/><Relationship Id="rId4" Type="http://schemas.openxmlformats.org/officeDocument/2006/relationships/slideLayout" Target="../slideLayouts/slideLayout69.xml"/><Relationship Id="rId3" Type="http://schemas.openxmlformats.org/officeDocument/2006/relationships/slideLayout" Target="../slideLayouts/slideLayout68.xml"/><Relationship Id="rId2" Type="http://schemas.openxmlformats.org/officeDocument/2006/relationships/slideLayout" Target="../slideLayouts/slideLayout67.xml"/><Relationship Id="rId19" Type="http://schemas.openxmlformats.org/officeDocument/2006/relationships/theme" Target="../theme/theme6.xml"/><Relationship Id="rId18" Type="http://schemas.openxmlformats.org/officeDocument/2006/relationships/vmlDrawing" Target="../drawings/vmlDrawing6.vml"/><Relationship Id="rId17" Type="http://schemas.openxmlformats.org/officeDocument/2006/relationships/image" Target="../media/image4.png"/><Relationship Id="rId16" Type="http://schemas.openxmlformats.org/officeDocument/2006/relationships/image" Target="../media/image3.png"/><Relationship Id="rId15" Type="http://schemas.openxmlformats.org/officeDocument/2006/relationships/oleObject" Target="../embeddings/oleObject6.bin"/><Relationship Id="rId14" Type="http://schemas.openxmlformats.org/officeDocument/2006/relationships/image" Target="../media/image2.jpeg"/><Relationship Id="rId13" Type="http://schemas.openxmlformats.org/officeDocument/2006/relationships/slideLayout" Target="../slideLayouts/slideLayout78.xml"/><Relationship Id="rId12" Type="http://schemas.openxmlformats.org/officeDocument/2006/relationships/slideLayout" Target="../slideLayouts/slideLayout77.xml"/><Relationship Id="rId11" Type="http://schemas.openxmlformats.org/officeDocument/2006/relationships/slideLayout" Target="../slideLayouts/slideLayout76.xml"/><Relationship Id="rId10" Type="http://schemas.openxmlformats.org/officeDocument/2006/relationships/slideLayout" Target="../slideLayouts/slideLayout75.xml"/><Relationship Id="rId1" Type="http://schemas.openxmlformats.org/officeDocument/2006/relationships/slideLayout" Target="../slideLayouts/slideLayout66.xml"/></Relationships>
</file>

<file path=ppt/slideMasters/_rels/slideMaster7.xml.rels><?xml version="1.0" encoding="UTF-8" standalone="yes"?>
<Relationships xmlns="http://schemas.openxmlformats.org/package/2006/relationships"><Relationship Id="rId9" Type="http://schemas.openxmlformats.org/officeDocument/2006/relationships/slideLayout" Target="../slideLayouts/slideLayout87.xml"/><Relationship Id="rId8" Type="http://schemas.openxmlformats.org/officeDocument/2006/relationships/slideLayout" Target="../slideLayouts/slideLayout86.xml"/><Relationship Id="rId7" Type="http://schemas.openxmlformats.org/officeDocument/2006/relationships/slideLayout" Target="../slideLayouts/slideLayout85.xml"/><Relationship Id="rId6" Type="http://schemas.openxmlformats.org/officeDocument/2006/relationships/slideLayout" Target="../slideLayouts/slideLayout84.xml"/><Relationship Id="rId5" Type="http://schemas.openxmlformats.org/officeDocument/2006/relationships/slideLayout" Target="../slideLayouts/slideLayout83.xml"/><Relationship Id="rId4" Type="http://schemas.openxmlformats.org/officeDocument/2006/relationships/slideLayout" Target="../slideLayouts/slideLayout82.xml"/><Relationship Id="rId3" Type="http://schemas.openxmlformats.org/officeDocument/2006/relationships/slideLayout" Target="../slideLayouts/slideLayout81.xml"/><Relationship Id="rId2" Type="http://schemas.openxmlformats.org/officeDocument/2006/relationships/slideLayout" Target="../slideLayouts/slideLayout80.xml"/><Relationship Id="rId19" Type="http://schemas.openxmlformats.org/officeDocument/2006/relationships/theme" Target="../theme/theme7.xml"/><Relationship Id="rId18" Type="http://schemas.openxmlformats.org/officeDocument/2006/relationships/vmlDrawing" Target="../drawings/vmlDrawing7.vml"/><Relationship Id="rId17" Type="http://schemas.openxmlformats.org/officeDocument/2006/relationships/image" Target="../media/image4.png"/><Relationship Id="rId16" Type="http://schemas.openxmlformats.org/officeDocument/2006/relationships/image" Target="../media/image3.png"/><Relationship Id="rId15" Type="http://schemas.openxmlformats.org/officeDocument/2006/relationships/oleObject" Target="../embeddings/oleObject7.bin"/><Relationship Id="rId14" Type="http://schemas.openxmlformats.org/officeDocument/2006/relationships/image" Target="../media/image2.jpeg"/><Relationship Id="rId13" Type="http://schemas.openxmlformats.org/officeDocument/2006/relationships/slideLayout" Target="../slideLayouts/slideLayout91.xml"/><Relationship Id="rId12" Type="http://schemas.openxmlformats.org/officeDocument/2006/relationships/slideLayout" Target="../slideLayouts/slideLayout90.xml"/><Relationship Id="rId11" Type="http://schemas.openxmlformats.org/officeDocument/2006/relationships/slideLayout" Target="../slideLayouts/slideLayout89.xml"/><Relationship Id="rId10" Type="http://schemas.openxmlformats.org/officeDocument/2006/relationships/slideLayout" Target="../slideLayouts/slideLayout88.xml"/><Relationship Id="rId1" Type="http://schemas.openxmlformats.org/officeDocument/2006/relationships/slideLayout" Target="../slideLayouts/slideLayout79.xml"/></Relationships>
</file>

<file path=ppt/slideMasters/_rels/slideMaster8.xml.rels><?xml version="1.0" encoding="UTF-8" standalone="yes"?>
<Relationships xmlns="http://schemas.openxmlformats.org/package/2006/relationships"><Relationship Id="rId9" Type="http://schemas.openxmlformats.org/officeDocument/2006/relationships/slideLayout" Target="../slideLayouts/slideLayout100.xml"/><Relationship Id="rId8" Type="http://schemas.openxmlformats.org/officeDocument/2006/relationships/slideLayout" Target="../slideLayouts/slideLayout99.xml"/><Relationship Id="rId7" Type="http://schemas.openxmlformats.org/officeDocument/2006/relationships/slideLayout" Target="../slideLayouts/slideLayout98.xml"/><Relationship Id="rId6" Type="http://schemas.openxmlformats.org/officeDocument/2006/relationships/slideLayout" Target="../slideLayouts/slideLayout97.xml"/><Relationship Id="rId5" Type="http://schemas.openxmlformats.org/officeDocument/2006/relationships/slideLayout" Target="../slideLayouts/slideLayout96.xml"/><Relationship Id="rId4" Type="http://schemas.openxmlformats.org/officeDocument/2006/relationships/slideLayout" Target="../slideLayouts/slideLayout95.xml"/><Relationship Id="rId3" Type="http://schemas.openxmlformats.org/officeDocument/2006/relationships/slideLayout" Target="../slideLayouts/slideLayout94.xml"/><Relationship Id="rId2" Type="http://schemas.openxmlformats.org/officeDocument/2006/relationships/slideLayout" Target="../slideLayouts/slideLayout93.xml"/><Relationship Id="rId19" Type="http://schemas.openxmlformats.org/officeDocument/2006/relationships/theme" Target="../theme/theme8.xml"/><Relationship Id="rId18" Type="http://schemas.openxmlformats.org/officeDocument/2006/relationships/vmlDrawing" Target="../drawings/vmlDrawing8.vml"/><Relationship Id="rId17" Type="http://schemas.openxmlformats.org/officeDocument/2006/relationships/image" Target="../media/image4.png"/><Relationship Id="rId16" Type="http://schemas.openxmlformats.org/officeDocument/2006/relationships/image" Target="../media/image3.png"/><Relationship Id="rId15" Type="http://schemas.openxmlformats.org/officeDocument/2006/relationships/oleObject" Target="../embeddings/oleObject8.bin"/><Relationship Id="rId14" Type="http://schemas.openxmlformats.org/officeDocument/2006/relationships/image" Target="../media/image2.jpeg"/><Relationship Id="rId13" Type="http://schemas.openxmlformats.org/officeDocument/2006/relationships/slideLayout" Target="../slideLayouts/slideLayout104.xml"/><Relationship Id="rId12" Type="http://schemas.openxmlformats.org/officeDocument/2006/relationships/slideLayout" Target="../slideLayouts/slideLayout103.xml"/><Relationship Id="rId11" Type="http://schemas.openxmlformats.org/officeDocument/2006/relationships/slideLayout" Target="../slideLayouts/slideLayout102.xml"/><Relationship Id="rId10" Type="http://schemas.openxmlformats.org/officeDocument/2006/relationships/slideLayout" Target="../slideLayouts/slideLayout101.xml"/><Relationship Id="rId1" Type="http://schemas.openxmlformats.org/officeDocument/2006/relationships/slideLayout" Target="../slideLayouts/slideLayout92.xml"/></Relationships>
</file>

<file path=ppt/slideMasters/_rels/slideMaster9.xml.rels><?xml version="1.0" encoding="UTF-8" standalone="yes"?>
<Relationships xmlns="http://schemas.openxmlformats.org/package/2006/relationships"><Relationship Id="rId9" Type="http://schemas.openxmlformats.org/officeDocument/2006/relationships/slideLayout" Target="../slideLayouts/slideLayout113.xml"/><Relationship Id="rId8" Type="http://schemas.openxmlformats.org/officeDocument/2006/relationships/slideLayout" Target="../slideLayouts/slideLayout112.xml"/><Relationship Id="rId7" Type="http://schemas.openxmlformats.org/officeDocument/2006/relationships/slideLayout" Target="../slideLayouts/slideLayout111.xml"/><Relationship Id="rId6" Type="http://schemas.openxmlformats.org/officeDocument/2006/relationships/slideLayout" Target="../slideLayouts/slideLayout110.xml"/><Relationship Id="rId5" Type="http://schemas.openxmlformats.org/officeDocument/2006/relationships/slideLayout" Target="../slideLayouts/slideLayout109.xml"/><Relationship Id="rId4" Type="http://schemas.openxmlformats.org/officeDocument/2006/relationships/slideLayout" Target="../slideLayouts/slideLayout108.xml"/><Relationship Id="rId3" Type="http://schemas.openxmlformats.org/officeDocument/2006/relationships/slideLayout" Target="../slideLayouts/slideLayout107.xml"/><Relationship Id="rId2" Type="http://schemas.openxmlformats.org/officeDocument/2006/relationships/slideLayout" Target="../slideLayouts/slideLayout106.xml"/><Relationship Id="rId19" Type="http://schemas.openxmlformats.org/officeDocument/2006/relationships/theme" Target="../theme/theme9.xml"/><Relationship Id="rId18" Type="http://schemas.openxmlformats.org/officeDocument/2006/relationships/vmlDrawing" Target="../drawings/vmlDrawing9.vml"/><Relationship Id="rId17" Type="http://schemas.openxmlformats.org/officeDocument/2006/relationships/image" Target="../media/image4.png"/><Relationship Id="rId16" Type="http://schemas.openxmlformats.org/officeDocument/2006/relationships/image" Target="../media/image3.png"/><Relationship Id="rId15" Type="http://schemas.openxmlformats.org/officeDocument/2006/relationships/oleObject" Target="../embeddings/oleObject9.bin"/><Relationship Id="rId14" Type="http://schemas.openxmlformats.org/officeDocument/2006/relationships/image" Target="../media/image2.jpeg"/><Relationship Id="rId13" Type="http://schemas.openxmlformats.org/officeDocument/2006/relationships/slideLayout" Target="../slideLayouts/slideLayout117.xml"/><Relationship Id="rId12" Type="http://schemas.openxmlformats.org/officeDocument/2006/relationships/slideLayout" Target="../slideLayouts/slideLayout116.xml"/><Relationship Id="rId11" Type="http://schemas.openxmlformats.org/officeDocument/2006/relationships/slideLayout" Target="../slideLayouts/slideLayout115.xml"/><Relationship Id="rId10" Type="http://schemas.openxmlformats.org/officeDocument/2006/relationships/slideLayout" Target="../slideLayouts/slideLayout114.xml"/><Relationship Id="rId1" Type="http://schemas.openxmlformats.org/officeDocument/2006/relationships/slideLayout" Target="../slideLayouts/slideLayout105.xml"/></Relationships>
</file>

<file path=ppt/slideMasters/_rels/slideMaster10.xml.rels><?xml version="1.0" encoding="UTF-8" standalone="yes"?>
<Relationships xmlns="http://schemas.openxmlformats.org/package/2006/relationships"><Relationship Id="rId9" Type="http://schemas.openxmlformats.org/officeDocument/2006/relationships/slideLayout" Target="../slideLayouts/slideLayout126.xml"/><Relationship Id="rId8" Type="http://schemas.openxmlformats.org/officeDocument/2006/relationships/slideLayout" Target="../slideLayouts/slideLayout125.xml"/><Relationship Id="rId7" Type="http://schemas.openxmlformats.org/officeDocument/2006/relationships/slideLayout" Target="../slideLayouts/slideLayout124.xml"/><Relationship Id="rId6" Type="http://schemas.openxmlformats.org/officeDocument/2006/relationships/slideLayout" Target="../slideLayouts/slideLayout123.xml"/><Relationship Id="rId5" Type="http://schemas.openxmlformats.org/officeDocument/2006/relationships/slideLayout" Target="../slideLayouts/slideLayout122.xml"/><Relationship Id="rId4" Type="http://schemas.openxmlformats.org/officeDocument/2006/relationships/slideLayout" Target="../slideLayouts/slideLayout121.xml"/><Relationship Id="rId3" Type="http://schemas.openxmlformats.org/officeDocument/2006/relationships/slideLayout" Target="../slideLayouts/slideLayout120.xml"/><Relationship Id="rId2" Type="http://schemas.openxmlformats.org/officeDocument/2006/relationships/slideLayout" Target="../slideLayouts/slideLayout119.xml"/><Relationship Id="rId19" Type="http://schemas.openxmlformats.org/officeDocument/2006/relationships/theme" Target="../theme/theme10.xml"/><Relationship Id="rId18" Type="http://schemas.openxmlformats.org/officeDocument/2006/relationships/vmlDrawing" Target="../drawings/vmlDrawing10.vml"/><Relationship Id="rId17" Type="http://schemas.openxmlformats.org/officeDocument/2006/relationships/image" Target="../media/image4.png"/><Relationship Id="rId16" Type="http://schemas.openxmlformats.org/officeDocument/2006/relationships/image" Target="../media/image3.png"/><Relationship Id="rId15" Type="http://schemas.openxmlformats.org/officeDocument/2006/relationships/oleObject" Target="../embeddings/oleObject10.bin"/><Relationship Id="rId14" Type="http://schemas.openxmlformats.org/officeDocument/2006/relationships/image" Target="../media/image2.jpeg"/><Relationship Id="rId13" Type="http://schemas.openxmlformats.org/officeDocument/2006/relationships/slideLayout" Target="../slideLayouts/slideLayout130.xml"/><Relationship Id="rId12" Type="http://schemas.openxmlformats.org/officeDocument/2006/relationships/slideLayout" Target="../slideLayouts/slideLayout129.xml"/><Relationship Id="rId11" Type="http://schemas.openxmlformats.org/officeDocument/2006/relationships/slideLayout" Target="../slideLayouts/slideLayout128.xml"/><Relationship Id="rId10" Type="http://schemas.openxmlformats.org/officeDocument/2006/relationships/slideLayout" Target="../slideLayouts/slideLayout127.xml"/><Relationship Id="rId1" Type="http://schemas.openxmlformats.org/officeDocument/2006/relationships/slideLayout" Target="../slideLayouts/slideLayout118.xml"/></Relationships>
</file>

<file path=ppt/slideMasters/_rels/slideMaster11.xml.rels><?xml version="1.0" encoding="UTF-8" standalone="yes"?>
<Relationships xmlns="http://schemas.openxmlformats.org/package/2006/relationships"><Relationship Id="rId9" Type="http://schemas.openxmlformats.org/officeDocument/2006/relationships/slideLayout" Target="../slideLayouts/slideLayout139.xml"/><Relationship Id="rId8" Type="http://schemas.openxmlformats.org/officeDocument/2006/relationships/slideLayout" Target="../slideLayouts/slideLayout138.xml"/><Relationship Id="rId7" Type="http://schemas.openxmlformats.org/officeDocument/2006/relationships/slideLayout" Target="../slideLayouts/slideLayout137.xml"/><Relationship Id="rId6" Type="http://schemas.openxmlformats.org/officeDocument/2006/relationships/slideLayout" Target="../slideLayouts/slideLayout136.xml"/><Relationship Id="rId5" Type="http://schemas.openxmlformats.org/officeDocument/2006/relationships/slideLayout" Target="../slideLayouts/slideLayout135.xml"/><Relationship Id="rId4" Type="http://schemas.openxmlformats.org/officeDocument/2006/relationships/slideLayout" Target="../slideLayouts/slideLayout134.xml"/><Relationship Id="rId3" Type="http://schemas.openxmlformats.org/officeDocument/2006/relationships/slideLayout" Target="../slideLayouts/slideLayout133.xml"/><Relationship Id="rId2" Type="http://schemas.openxmlformats.org/officeDocument/2006/relationships/slideLayout" Target="../slideLayouts/slideLayout132.xml"/><Relationship Id="rId19" Type="http://schemas.openxmlformats.org/officeDocument/2006/relationships/theme" Target="../theme/theme11.xml"/><Relationship Id="rId18" Type="http://schemas.openxmlformats.org/officeDocument/2006/relationships/vmlDrawing" Target="../drawings/vmlDrawing11.vml"/><Relationship Id="rId17" Type="http://schemas.openxmlformats.org/officeDocument/2006/relationships/image" Target="../media/image4.png"/><Relationship Id="rId16" Type="http://schemas.openxmlformats.org/officeDocument/2006/relationships/image" Target="../media/image3.png"/><Relationship Id="rId15" Type="http://schemas.openxmlformats.org/officeDocument/2006/relationships/oleObject" Target="../embeddings/oleObject11.bin"/><Relationship Id="rId14" Type="http://schemas.openxmlformats.org/officeDocument/2006/relationships/image" Target="../media/image2.jpeg"/><Relationship Id="rId13" Type="http://schemas.openxmlformats.org/officeDocument/2006/relationships/slideLayout" Target="../slideLayouts/slideLayout143.xml"/><Relationship Id="rId12" Type="http://schemas.openxmlformats.org/officeDocument/2006/relationships/slideLayout" Target="../slideLayouts/slideLayout142.xml"/><Relationship Id="rId11" Type="http://schemas.openxmlformats.org/officeDocument/2006/relationships/slideLayout" Target="../slideLayouts/slideLayout141.xml"/><Relationship Id="rId10" Type="http://schemas.openxmlformats.org/officeDocument/2006/relationships/slideLayout" Target="../slideLayouts/slideLayout140.xml"/><Relationship Id="rId1" Type="http://schemas.openxmlformats.org/officeDocument/2006/relationships/slideLayout" Target="../slideLayouts/slideLayout131.xml"/></Relationships>
</file>

<file path=ppt/slideMasters/_rels/slideMaster12.xml.rels><?xml version="1.0" encoding="UTF-8" standalone="yes"?>
<Relationships xmlns="http://schemas.openxmlformats.org/package/2006/relationships"><Relationship Id="rId9" Type="http://schemas.openxmlformats.org/officeDocument/2006/relationships/slideLayout" Target="../slideLayouts/slideLayout152.xml"/><Relationship Id="rId8" Type="http://schemas.openxmlformats.org/officeDocument/2006/relationships/slideLayout" Target="../slideLayouts/slideLayout151.xml"/><Relationship Id="rId7" Type="http://schemas.openxmlformats.org/officeDocument/2006/relationships/slideLayout" Target="../slideLayouts/slideLayout150.xml"/><Relationship Id="rId6" Type="http://schemas.openxmlformats.org/officeDocument/2006/relationships/slideLayout" Target="../slideLayouts/slideLayout149.xml"/><Relationship Id="rId5" Type="http://schemas.openxmlformats.org/officeDocument/2006/relationships/slideLayout" Target="../slideLayouts/slideLayout148.xml"/><Relationship Id="rId4" Type="http://schemas.openxmlformats.org/officeDocument/2006/relationships/slideLayout" Target="../slideLayouts/slideLayout147.xml"/><Relationship Id="rId3" Type="http://schemas.openxmlformats.org/officeDocument/2006/relationships/slideLayout" Target="../slideLayouts/slideLayout146.xml"/><Relationship Id="rId2" Type="http://schemas.openxmlformats.org/officeDocument/2006/relationships/slideLayout" Target="../slideLayouts/slideLayout145.xml"/><Relationship Id="rId19" Type="http://schemas.openxmlformats.org/officeDocument/2006/relationships/theme" Target="../theme/theme12.xml"/><Relationship Id="rId18" Type="http://schemas.openxmlformats.org/officeDocument/2006/relationships/vmlDrawing" Target="../drawings/vmlDrawing12.vml"/><Relationship Id="rId17" Type="http://schemas.openxmlformats.org/officeDocument/2006/relationships/image" Target="../media/image4.png"/><Relationship Id="rId16" Type="http://schemas.openxmlformats.org/officeDocument/2006/relationships/image" Target="../media/image3.png"/><Relationship Id="rId15" Type="http://schemas.openxmlformats.org/officeDocument/2006/relationships/oleObject" Target="../embeddings/oleObject12.bin"/><Relationship Id="rId14" Type="http://schemas.openxmlformats.org/officeDocument/2006/relationships/image" Target="../media/image2.jpeg"/><Relationship Id="rId13" Type="http://schemas.openxmlformats.org/officeDocument/2006/relationships/slideLayout" Target="../slideLayouts/slideLayout156.xml"/><Relationship Id="rId12" Type="http://schemas.openxmlformats.org/officeDocument/2006/relationships/slideLayout" Target="../slideLayouts/slideLayout155.xml"/><Relationship Id="rId11" Type="http://schemas.openxmlformats.org/officeDocument/2006/relationships/slideLayout" Target="../slideLayouts/slideLayout154.xml"/><Relationship Id="rId10" Type="http://schemas.openxmlformats.org/officeDocument/2006/relationships/slideLayout" Target="../slideLayouts/slideLayout153.xml"/><Relationship Id="rId1" Type="http://schemas.openxmlformats.org/officeDocument/2006/relationships/slideLayout" Target="../slideLayouts/slideLayout144.xml"/></Relationships>
</file>

<file path=ppt/slideMasters/_rels/slideMaster13.xml.rels><?xml version="1.0" encoding="UTF-8" standalone="yes"?>
<Relationships xmlns="http://schemas.openxmlformats.org/package/2006/relationships"><Relationship Id="rId9" Type="http://schemas.openxmlformats.org/officeDocument/2006/relationships/slideLayout" Target="../slideLayouts/slideLayout165.xml"/><Relationship Id="rId8" Type="http://schemas.openxmlformats.org/officeDocument/2006/relationships/slideLayout" Target="../slideLayouts/slideLayout164.xml"/><Relationship Id="rId7" Type="http://schemas.openxmlformats.org/officeDocument/2006/relationships/slideLayout" Target="../slideLayouts/slideLayout163.xml"/><Relationship Id="rId6" Type="http://schemas.openxmlformats.org/officeDocument/2006/relationships/slideLayout" Target="../slideLayouts/slideLayout162.xml"/><Relationship Id="rId5" Type="http://schemas.openxmlformats.org/officeDocument/2006/relationships/slideLayout" Target="../slideLayouts/slideLayout161.xml"/><Relationship Id="rId4" Type="http://schemas.openxmlformats.org/officeDocument/2006/relationships/slideLayout" Target="../slideLayouts/slideLayout160.xml"/><Relationship Id="rId3" Type="http://schemas.openxmlformats.org/officeDocument/2006/relationships/slideLayout" Target="../slideLayouts/slideLayout159.xml"/><Relationship Id="rId2" Type="http://schemas.openxmlformats.org/officeDocument/2006/relationships/slideLayout" Target="../slideLayouts/slideLayout158.xml"/><Relationship Id="rId19" Type="http://schemas.openxmlformats.org/officeDocument/2006/relationships/theme" Target="../theme/theme13.xml"/><Relationship Id="rId18" Type="http://schemas.openxmlformats.org/officeDocument/2006/relationships/vmlDrawing" Target="../drawings/vmlDrawing13.vml"/><Relationship Id="rId17" Type="http://schemas.openxmlformats.org/officeDocument/2006/relationships/image" Target="../media/image4.png"/><Relationship Id="rId16" Type="http://schemas.openxmlformats.org/officeDocument/2006/relationships/image" Target="../media/image3.png"/><Relationship Id="rId15" Type="http://schemas.openxmlformats.org/officeDocument/2006/relationships/oleObject" Target="../embeddings/oleObject13.bin"/><Relationship Id="rId14" Type="http://schemas.openxmlformats.org/officeDocument/2006/relationships/image" Target="../media/image2.jpeg"/><Relationship Id="rId13" Type="http://schemas.openxmlformats.org/officeDocument/2006/relationships/slideLayout" Target="../slideLayouts/slideLayout169.xml"/><Relationship Id="rId12" Type="http://schemas.openxmlformats.org/officeDocument/2006/relationships/slideLayout" Target="../slideLayouts/slideLayout168.xml"/><Relationship Id="rId11" Type="http://schemas.openxmlformats.org/officeDocument/2006/relationships/slideLayout" Target="../slideLayouts/slideLayout167.xml"/><Relationship Id="rId10" Type="http://schemas.openxmlformats.org/officeDocument/2006/relationships/slideLayout" Target="../slideLayouts/slideLayout166.xml"/><Relationship Id="rId1" Type="http://schemas.openxmlformats.org/officeDocument/2006/relationships/slideLayout" Target="../slideLayouts/slideLayout157.xml"/></Relationships>
</file>

<file path=ppt/slideMasters/_rels/slideMaster14.xml.rels><?xml version="1.0" encoding="UTF-8" standalone="yes"?>
<Relationships xmlns="http://schemas.openxmlformats.org/package/2006/relationships"><Relationship Id="rId9" Type="http://schemas.openxmlformats.org/officeDocument/2006/relationships/slideLayout" Target="../slideLayouts/slideLayout178.xml"/><Relationship Id="rId8" Type="http://schemas.openxmlformats.org/officeDocument/2006/relationships/slideLayout" Target="../slideLayouts/slideLayout177.xml"/><Relationship Id="rId7" Type="http://schemas.openxmlformats.org/officeDocument/2006/relationships/slideLayout" Target="../slideLayouts/slideLayout176.xml"/><Relationship Id="rId6" Type="http://schemas.openxmlformats.org/officeDocument/2006/relationships/slideLayout" Target="../slideLayouts/slideLayout175.xml"/><Relationship Id="rId5" Type="http://schemas.openxmlformats.org/officeDocument/2006/relationships/slideLayout" Target="../slideLayouts/slideLayout174.xml"/><Relationship Id="rId4" Type="http://schemas.openxmlformats.org/officeDocument/2006/relationships/slideLayout" Target="../slideLayouts/slideLayout173.xml"/><Relationship Id="rId3" Type="http://schemas.openxmlformats.org/officeDocument/2006/relationships/slideLayout" Target="../slideLayouts/slideLayout172.xml"/><Relationship Id="rId2" Type="http://schemas.openxmlformats.org/officeDocument/2006/relationships/slideLayout" Target="../slideLayouts/slideLayout171.xml"/><Relationship Id="rId19" Type="http://schemas.openxmlformats.org/officeDocument/2006/relationships/theme" Target="../theme/theme14.xml"/><Relationship Id="rId18" Type="http://schemas.openxmlformats.org/officeDocument/2006/relationships/vmlDrawing" Target="../drawings/vmlDrawing14.vml"/><Relationship Id="rId17" Type="http://schemas.openxmlformats.org/officeDocument/2006/relationships/image" Target="../media/image4.png"/><Relationship Id="rId16" Type="http://schemas.openxmlformats.org/officeDocument/2006/relationships/image" Target="../media/image3.png"/><Relationship Id="rId15" Type="http://schemas.openxmlformats.org/officeDocument/2006/relationships/oleObject" Target="../embeddings/oleObject14.bin"/><Relationship Id="rId14" Type="http://schemas.openxmlformats.org/officeDocument/2006/relationships/image" Target="../media/image2.jpeg"/><Relationship Id="rId13" Type="http://schemas.openxmlformats.org/officeDocument/2006/relationships/slideLayout" Target="../slideLayouts/slideLayout182.xml"/><Relationship Id="rId12" Type="http://schemas.openxmlformats.org/officeDocument/2006/relationships/slideLayout" Target="../slideLayouts/slideLayout181.xml"/><Relationship Id="rId11" Type="http://schemas.openxmlformats.org/officeDocument/2006/relationships/slideLayout" Target="../slideLayouts/slideLayout180.xml"/><Relationship Id="rId10" Type="http://schemas.openxmlformats.org/officeDocument/2006/relationships/slideLayout" Target="../slideLayouts/slideLayout179.xml"/><Relationship Id="rId1" Type="http://schemas.openxmlformats.org/officeDocument/2006/relationships/slideLayout" Target="../slideLayouts/slideLayout170.xml"/></Relationships>
</file>

<file path=ppt/slideMasters/_rels/slideMaster15.xml.rels><?xml version="1.0" encoding="UTF-8" standalone="yes"?>
<Relationships xmlns="http://schemas.openxmlformats.org/package/2006/relationships"><Relationship Id="rId9" Type="http://schemas.openxmlformats.org/officeDocument/2006/relationships/slideLayout" Target="../slideLayouts/slideLayout191.xml"/><Relationship Id="rId8" Type="http://schemas.openxmlformats.org/officeDocument/2006/relationships/slideLayout" Target="../slideLayouts/slideLayout190.xml"/><Relationship Id="rId7" Type="http://schemas.openxmlformats.org/officeDocument/2006/relationships/slideLayout" Target="../slideLayouts/slideLayout189.xml"/><Relationship Id="rId6" Type="http://schemas.openxmlformats.org/officeDocument/2006/relationships/slideLayout" Target="../slideLayouts/slideLayout188.xml"/><Relationship Id="rId5" Type="http://schemas.openxmlformats.org/officeDocument/2006/relationships/slideLayout" Target="../slideLayouts/slideLayout187.xml"/><Relationship Id="rId4" Type="http://schemas.openxmlformats.org/officeDocument/2006/relationships/slideLayout" Target="../slideLayouts/slideLayout186.xml"/><Relationship Id="rId3" Type="http://schemas.openxmlformats.org/officeDocument/2006/relationships/slideLayout" Target="../slideLayouts/slideLayout185.xml"/><Relationship Id="rId2" Type="http://schemas.openxmlformats.org/officeDocument/2006/relationships/slideLayout" Target="../slideLayouts/slideLayout184.xml"/><Relationship Id="rId19" Type="http://schemas.openxmlformats.org/officeDocument/2006/relationships/theme" Target="../theme/theme15.xml"/><Relationship Id="rId18" Type="http://schemas.openxmlformats.org/officeDocument/2006/relationships/vmlDrawing" Target="../drawings/vmlDrawing15.vml"/><Relationship Id="rId17" Type="http://schemas.openxmlformats.org/officeDocument/2006/relationships/image" Target="../media/image4.png"/><Relationship Id="rId16" Type="http://schemas.openxmlformats.org/officeDocument/2006/relationships/image" Target="../media/image3.png"/><Relationship Id="rId15" Type="http://schemas.openxmlformats.org/officeDocument/2006/relationships/oleObject" Target="../embeddings/oleObject15.bin"/><Relationship Id="rId14" Type="http://schemas.openxmlformats.org/officeDocument/2006/relationships/image" Target="../media/image2.jpeg"/><Relationship Id="rId13" Type="http://schemas.openxmlformats.org/officeDocument/2006/relationships/slideLayout" Target="../slideLayouts/slideLayout195.xml"/><Relationship Id="rId12" Type="http://schemas.openxmlformats.org/officeDocument/2006/relationships/slideLayout" Target="../slideLayouts/slideLayout194.xml"/><Relationship Id="rId11" Type="http://schemas.openxmlformats.org/officeDocument/2006/relationships/slideLayout" Target="../slideLayouts/slideLayout193.xml"/><Relationship Id="rId10" Type="http://schemas.openxmlformats.org/officeDocument/2006/relationships/slideLayout" Target="../slideLayouts/slideLayout192.xml"/><Relationship Id="rId1" Type="http://schemas.openxmlformats.org/officeDocument/2006/relationships/slideLayout" Target="../slideLayouts/slideLayout18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p:sp>
        <p:nvSpPr>
          <p:cNvPr id="1026" name="标题 1025"/>
          <p:cNvSpPr>
            <a:spLocks noGrp="1"/>
          </p:cNvSpPr>
          <p:nvPr>
            <p:ph type="title"/>
          </p:nvPr>
        </p:nvSpPr>
        <p:spPr>
          <a:xfrm>
            <a:off x="363538" y="595313"/>
            <a:ext cx="8393113" cy="749300"/>
          </a:xfrm>
          <a:prstGeom prst="rect">
            <a:avLst/>
          </a:prstGeom>
          <a:noFill/>
          <a:ln w="9525">
            <a:noFill/>
          </a:ln>
        </p:spPr>
        <p:txBody>
          <a:bodyPr>
            <a:spAutoFit/>
          </a:bodyPr>
          <a:p>
            <a:pPr lvl="0" fontAlgn="base"/>
            <a:r>
              <a:rPr lang="en-US" altLang="zh-CN" strike="noStrike" noProof="1"/>
              <a:t>Click to edit Title Slide</a:t>
            </a:r>
            <a:endParaRPr lang="en-US" altLang="zh-CN" strike="noStrike" noProof="1"/>
          </a:p>
        </p:txBody>
      </p:sp>
      <p:sp>
        <p:nvSpPr>
          <p:cNvPr id="1027" name="文本占位符 1026"/>
          <p:cNvSpPr>
            <a:spLocks noGrp="1"/>
          </p:cNvSpPr>
          <p:nvPr>
            <p:ph type="body" idx="1"/>
          </p:nvPr>
        </p:nvSpPr>
        <p:spPr>
          <a:xfrm>
            <a:off x="381000" y="1803400"/>
            <a:ext cx="8388350" cy="2209800"/>
          </a:xfrm>
          <a:prstGeom prst="rect">
            <a:avLst/>
          </a:prstGeom>
          <a:noFill/>
          <a:ln w="9525">
            <a:noFill/>
          </a:ln>
        </p:spPr>
        <p:txBody>
          <a:bodyPr>
            <a:spAutoFit/>
          </a:bodyPr>
          <a:p>
            <a:pPr lvl="0" fontAlgn="base"/>
            <a:r>
              <a:rPr lang="en-US" altLang="zh-CN" strike="noStrike" noProof="1"/>
              <a:t>Click to edit Master text styles</a:t>
            </a:r>
            <a:endParaRPr lang="en-US" altLang="zh-CN" strike="noStrike" noProof="1"/>
          </a:p>
          <a:p>
            <a:pPr lvl="1" fontAlgn="base"/>
            <a:r>
              <a:rPr lang="en-US" altLang="zh-CN" strike="noStrike" noProof="1"/>
              <a:t>Second level</a:t>
            </a:r>
            <a:endParaRPr lang="en-US" altLang="zh-CN" strike="noStrike" noProof="1"/>
          </a:p>
          <a:p>
            <a:pPr lvl="2" fontAlgn="base"/>
            <a:r>
              <a:rPr lang="en-US" altLang="zh-CN" strike="noStrike" noProof="1"/>
              <a:t>Third level</a:t>
            </a:r>
            <a:endParaRPr lang="en-US" altLang="zh-CN" strike="noStrike" noProof="1"/>
          </a:p>
          <a:p>
            <a:pPr lvl="3" fontAlgn="base"/>
            <a:r>
              <a:rPr lang="en-US" altLang="zh-CN" strike="noStrike" noProof="1"/>
              <a:t>Fourth level</a:t>
            </a:r>
            <a:endParaRPr lang="en-US" altLang="zh-CN" strike="noStrike" noProof="1"/>
          </a:p>
          <a:p>
            <a:pPr lvl="4" fontAlgn="base"/>
            <a:r>
              <a:rPr lang="en-US" altLang="zh-CN" strike="noStrike" noProof="1"/>
              <a:t>Fifth level</a:t>
            </a:r>
            <a:endParaRPr lang="en-US" altLang="zh-CN" strike="noStrike" noProof="1"/>
          </a:p>
        </p:txBody>
      </p:sp>
      <p:sp>
        <p:nvSpPr>
          <p:cNvPr id="1028" name="文本框 1027"/>
          <p:cNvSpPr txBox="1"/>
          <p:nvPr/>
        </p:nvSpPr>
        <p:spPr>
          <a:xfrm>
            <a:off x="2312988" y="4505325"/>
            <a:ext cx="1752600" cy="420688"/>
          </a:xfrm>
          <a:prstGeom prst="rect">
            <a:avLst/>
          </a:prstGeom>
          <a:noFill/>
          <a:ln w="9525">
            <a:noFill/>
            <a:miter/>
          </a:ln>
        </p:spPr>
        <p:txBody>
          <a:bodyPr anchor="t">
            <a:spAutoFit/>
          </a:bodyPr>
          <a:p>
            <a:pPr lvl="2" indent="0">
              <a:lnSpc>
                <a:spcPct val="120000"/>
              </a:lnSpc>
              <a:spcBef>
                <a:spcPct val="50000"/>
              </a:spcBef>
              <a:buClr>
                <a:schemeClr val="tx2"/>
              </a:buClr>
              <a:buSzPct val="95000"/>
              <a:buFont typeface="Wingdings" panose="05000000000000000000" pitchFamily="2" charset="2"/>
              <a:buNone/>
            </a:pPr>
            <a:endParaRPr lang="zh-CN" altLang="en-US" sz="1800" b="0" dirty="0">
              <a:latin typeface="Arial" panose="02080604020202020204" pitchFamily="34" charset="0"/>
              <a:ea typeface="宋体" panose="02010600030101010101" pitchFamily="2" charset="-122"/>
            </a:endParaRPr>
          </a:p>
        </p:txBody>
      </p:sp>
      <p:graphicFrame>
        <p:nvGraphicFramePr>
          <p:cNvPr id="1029" name="对象 1028"/>
          <p:cNvGraphicFramePr>
            <a:graphicFrameLocks noChangeAspect="1"/>
          </p:cNvGraphicFramePr>
          <p:nvPr/>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76" name="" r:id="rId15" imgW="838200" imgH="647700" progId="Paint.Picture">
                  <p:embed/>
                </p:oleObj>
              </mc:Choice>
              <mc:Fallback>
                <p:oleObj name="" r:id="rId15" imgW="838200" imgH="647700" progId="Paint.Picture">
                  <p:embed/>
                  <p:pic>
                    <p:nvPicPr>
                      <p:cNvPr id="0" name="图片 3075"/>
                      <p:cNvPicPr/>
                      <p:nvPr/>
                    </p:nvPicPr>
                    <p:blipFill>
                      <a:blip r:embed="rId16"/>
                      <a:stretch>
                        <a:fillRect/>
                      </a:stretch>
                    </p:blipFill>
                    <p:spPr>
                      <a:xfrm>
                        <a:off x="0" y="0"/>
                        <a:ext cx="838200" cy="517525"/>
                      </a:xfrm>
                      <a:prstGeom prst="rect">
                        <a:avLst/>
                      </a:prstGeom>
                      <a:noFill/>
                      <a:ln w="38100">
                        <a:noFill/>
                        <a:miter/>
                      </a:ln>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mc:AlternateContent xmlns:mc="http://schemas.openxmlformats.org/markup-compatibility/2006">
    <mc:Choice xmlns:p14="http://schemas.microsoft.com/office/powerpoint/2010/main" Requires="p14">
      <p:transition p14:dur="500"/>
    </mc:Choice>
    <mc:Fallback>
      <p:transition/>
    </mc:Fallback>
  </mc:AlternateContent>
  <p:hf sldNum="0" hdr="0" ftr="0" dt="0"/>
  <p:txStyles>
    <p:title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mj-lt"/>
          <a:ea typeface="+mj-ea"/>
          <a:cs typeface="+mj-cs"/>
        </a:defRPr>
      </a:lvl1pPr>
    </p:titleStyle>
    <p:body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3200" b="0" i="0" u="none" kern="1200" baseline="0">
          <a:solidFill>
            <a:schemeClr val="bg2"/>
          </a:solidFill>
          <a:effectLst>
            <a:outerShdw blurRad="38100" dist="38100" dir="2700000">
              <a:srgbClr val="000000"/>
            </a:outerShdw>
          </a:effectLst>
          <a:latin typeface="+mn-lt"/>
          <a:ea typeface="+mn-ea"/>
          <a:cs typeface="+mn-cs"/>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5pPr>
      <a:lvl6pPr marL="2514600" lvl="5"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6pPr>
      <a:lvl7pPr marL="2971800" lvl="6"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7pPr>
      <a:lvl8pPr marL="3429000" lvl="7"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8pPr>
      <a:lvl9pPr marL="3886200" lvl="8"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2pPr>
      <a:lvl3pPr marL="914400" lvl="2"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3pPr>
      <a:lvl4pPr marL="1371600" lvl="3"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4pPr>
      <a:lvl5pPr marL="1828800" lvl="4"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5pPr>
      <a:lvl6pPr marL="2286000" lvl="5"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6pPr>
      <a:lvl7pPr marL="2743200" lvl="6"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7pPr>
      <a:lvl8pPr marL="3200400" lvl="7"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8pPr>
      <a:lvl9pPr marL="3657600" lvl="8"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p:sp>
        <p:nvSpPr>
          <p:cNvPr id="1026" name="标题 1025"/>
          <p:cNvSpPr>
            <a:spLocks noGrp="1"/>
          </p:cNvSpPr>
          <p:nvPr>
            <p:ph type="title"/>
          </p:nvPr>
        </p:nvSpPr>
        <p:spPr>
          <a:xfrm>
            <a:off x="363538" y="595313"/>
            <a:ext cx="8393113" cy="749300"/>
          </a:xfrm>
          <a:prstGeom prst="rect">
            <a:avLst/>
          </a:prstGeom>
          <a:noFill/>
          <a:ln w="9525">
            <a:noFill/>
          </a:ln>
        </p:spPr>
        <p:txBody>
          <a:bodyPr>
            <a:spAutoFit/>
          </a:bodyPr>
          <a:p>
            <a:pPr lvl="0" fontAlgn="base"/>
            <a:r>
              <a:rPr lang="en-US" altLang="zh-CN" strike="noStrike" noProof="1"/>
              <a:t>Click to edit Title Slide</a:t>
            </a:r>
            <a:endParaRPr lang="en-US" altLang="zh-CN" strike="noStrike" noProof="1"/>
          </a:p>
        </p:txBody>
      </p:sp>
      <p:sp>
        <p:nvSpPr>
          <p:cNvPr id="1027" name="文本占位符 1026"/>
          <p:cNvSpPr>
            <a:spLocks noGrp="1"/>
          </p:cNvSpPr>
          <p:nvPr>
            <p:ph type="body" idx="1"/>
          </p:nvPr>
        </p:nvSpPr>
        <p:spPr>
          <a:xfrm>
            <a:off x="381000" y="1803400"/>
            <a:ext cx="8388350" cy="2209800"/>
          </a:xfrm>
          <a:prstGeom prst="rect">
            <a:avLst/>
          </a:prstGeom>
          <a:noFill/>
          <a:ln w="9525">
            <a:noFill/>
          </a:ln>
        </p:spPr>
        <p:txBody>
          <a:bodyPr>
            <a:spAutoFit/>
          </a:bodyPr>
          <a:p>
            <a:pPr lvl="0" fontAlgn="base"/>
            <a:r>
              <a:rPr lang="en-US" altLang="zh-CN" strike="noStrike" noProof="1"/>
              <a:t>Click to edit Master text styles</a:t>
            </a:r>
            <a:endParaRPr lang="en-US" altLang="zh-CN" strike="noStrike" noProof="1"/>
          </a:p>
          <a:p>
            <a:pPr lvl="1" fontAlgn="base"/>
            <a:r>
              <a:rPr lang="en-US" altLang="zh-CN" strike="noStrike" noProof="1"/>
              <a:t>Second level</a:t>
            </a:r>
            <a:endParaRPr lang="en-US" altLang="zh-CN" strike="noStrike" noProof="1"/>
          </a:p>
          <a:p>
            <a:pPr lvl="2" fontAlgn="base"/>
            <a:r>
              <a:rPr lang="en-US" altLang="zh-CN" strike="noStrike" noProof="1"/>
              <a:t>Third level</a:t>
            </a:r>
            <a:endParaRPr lang="en-US" altLang="zh-CN" strike="noStrike" noProof="1"/>
          </a:p>
          <a:p>
            <a:pPr lvl="3" fontAlgn="base"/>
            <a:r>
              <a:rPr lang="en-US" altLang="zh-CN" strike="noStrike" noProof="1"/>
              <a:t>Fourth level</a:t>
            </a:r>
            <a:endParaRPr lang="en-US" altLang="zh-CN" strike="noStrike" noProof="1"/>
          </a:p>
          <a:p>
            <a:pPr lvl="4" fontAlgn="base"/>
            <a:r>
              <a:rPr lang="en-US" altLang="zh-CN" strike="noStrike" noProof="1"/>
              <a:t>Fifth level</a:t>
            </a:r>
            <a:endParaRPr lang="en-US" altLang="zh-CN" strike="noStrike" noProof="1"/>
          </a:p>
        </p:txBody>
      </p:sp>
      <p:sp>
        <p:nvSpPr>
          <p:cNvPr id="1028" name="文本框 1027"/>
          <p:cNvSpPr txBox="1"/>
          <p:nvPr/>
        </p:nvSpPr>
        <p:spPr>
          <a:xfrm>
            <a:off x="2312988" y="4505325"/>
            <a:ext cx="1752600" cy="420688"/>
          </a:xfrm>
          <a:prstGeom prst="rect">
            <a:avLst/>
          </a:prstGeom>
          <a:noFill/>
          <a:ln w="9525">
            <a:noFill/>
            <a:miter/>
          </a:ln>
        </p:spPr>
        <p:txBody>
          <a:bodyPr anchor="t">
            <a:spAutoFit/>
          </a:bodyPr>
          <a:p>
            <a:pPr lvl="2" indent="0">
              <a:lnSpc>
                <a:spcPct val="120000"/>
              </a:lnSpc>
              <a:spcBef>
                <a:spcPct val="50000"/>
              </a:spcBef>
              <a:buClr>
                <a:schemeClr val="tx2"/>
              </a:buClr>
              <a:buSzPct val="95000"/>
              <a:buFont typeface="Wingdings" panose="05000000000000000000" pitchFamily="2" charset="2"/>
              <a:buNone/>
            </a:pPr>
            <a:endParaRPr lang="zh-CN" altLang="en-US" sz="1800" b="0" dirty="0">
              <a:latin typeface="Arial" panose="02080604020202020204" pitchFamily="34" charset="0"/>
              <a:ea typeface="宋体" panose="02010600030101010101" pitchFamily="2" charset="-122"/>
            </a:endParaRPr>
          </a:p>
        </p:txBody>
      </p:sp>
      <p:graphicFrame>
        <p:nvGraphicFramePr>
          <p:cNvPr id="1029" name="对象 1028"/>
          <p:cNvGraphicFramePr>
            <a:graphicFrameLocks noChangeAspect="1"/>
          </p:cNvGraphicFramePr>
          <p:nvPr/>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76" name="" r:id="rId15" imgW="838200" imgH="647700" progId="Paint.Picture">
                  <p:embed/>
                </p:oleObj>
              </mc:Choice>
              <mc:Fallback>
                <p:oleObj name="" r:id="rId15" imgW="838200" imgH="647700" progId="Paint.Picture">
                  <p:embed/>
                  <p:pic>
                    <p:nvPicPr>
                      <p:cNvPr id="0" name="图片 3075"/>
                      <p:cNvPicPr/>
                      <p:nvPr/>
                    </p:nvPicPr>
                    <p:blipFill>
                      <a:blip r:embed="rId16"/>
                      <a:stretch>
                        <a:fillRect/>
                      </a:stretch>
                    </p:blipFill>
                    <p:spPr>
                      <a:xfrm>
                        <a:off x="0" y="0"/>
                        <a:ext cx="838200" cy="517525"/>
                      </a:xfrm>
                      <a:prstGeom prst="rect">
                        <a:avLst/>
                      </a:prstGeom>
                      <a:noFill/>
                      <a:ln w="38100">
                        <a:noFill/>
                        <a:miter/>
                      </a:ln>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Lst>
  <mc:AlternateContent xmlns:mc="http://schemas.openxmlformats.org/markup-compatibility/2006">
    <mc:Choice xmlns:p14="http://schemas.microsoft.com/office/powerpoint/2010/main" Requires="p14">
      <p:transition p14:dur="500"/>
    </mc:Choice>
    <mc:Fallback>
      <p:transition/>
    </mc:Fallback>
  </mc:AlternateContent>
  <p:hf sldNum="0" hdr="0" ftr="0" dt="0"/>
  <p:txStyles>
    <p:title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mj-lt"/>
          <a:ea typeface="+mj-ea"/>
          <a:cs typeface="+mj-cs"/>
        </a:defRPr>
      </a:lvl1pPr>
    </p:titleStyle>
    <p:body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3200" b="0" i="0" u="none" kern="1200" baseline="0">
          <a:solidFill>
            <a:schemeClr val="bg2"/>
          </a:solidFill>
          <a:effectLst>
            <a:outerShdw blurRad="38100" dist="38100" dir="2700000">
              <a:srgbClr val="000000"/>
            </a:outerShdw>
          </a:effectLst>
          <a:latin typeface="+mn-lt"/>
          <a:ea typeface="+mn-ea"/>
          <a:cs typeface="+mn-cs"/>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5pPr>
      <a:lvl6pPr marL="2514600" lvl="5"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6pPr>
      <a:lvl7pPr marL="2971800" lvl="6"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7pPr>
      <a:lvl8pPr marL="3429000" lvl="7"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8pPr>
      <a:lvl9pPr marL="3886200" lvl="8"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2pPr>
      <a:lvl3pPr marL="914400" lvl="2"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3pPr>
      <a:lvl4pPr marL="1371600" lvl="3"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4pPr>
      <a:lvl5pPr marL="1828800" lvl="4"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5pPr>
      <a:lvl6pPr marL="2286000" lvl="5"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6pPr>
      <a:lvl7pPr marL="2743200" lvl="6"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7pPr>
      <a:lvl8pPr marL="3200400" lvl="7"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8pPr>
      <a:lvl9pPr marL="3657600" lvl="8"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p:sp>
        <p:nvSpPr>
          <p:cNvPr id="1026" name="标题 1025"/>
          <p:cNvSpPr>
            <a:spLocks noGrp="1"/>
          </p:cNvSpPr>
          <p:nvPr>
            <p:ph type="title"/>
          </p:nvPr>
        </p:nvSpPr>
        <p:spPr>
          <a:xfrm>
            <a:off x="363538" y="595313"/>
            <a:ext cx="8393113" cy="749300"/>
          </a:xfrm>
          <a:prstGeom prst="rect">
            <a:avLst/>
          </a:prstGeom>
          <a:noFill/>
          <a:ln w="9525">
            <a:noFill/>
          </a:ln>
        </p:spPr>
        <p:txBody>
          <a:bodyPr>
            <a:spAutoFit/>
          </a:bodyPr>
          <a:p>
            <a:pPr lvl="0" fontAlgn="base"/>
            <a:r>
              <a:rPr lang="en-US" altLang="zh-CN" strike="noStrike" noProof="1"/>
              <a:t>Click to edit Title Slide</a:t>
            </a:r>
            <a:endParaRPr lang="en-US" altLang="zh-CN" strike="noStrike" noProof="1"/>
          </a:p>
        </p:txBody>
      </p:sp>
      <p:sp>
        <p:nvSpPr>
          <p:cNvPr id="1027" name="文本占位符 1026"/>
          <p:cNvSpPr>
            <a:spLocks noGrp="1"/>
          </p:cNvSpPr>
          <p:nvPr>
            <p:ph type="body" idx="1"/>
          </p:nvPr>
        </p:nvSpPr>
        <p:spPr>
          <a:xfrm>
            <a:off x="381000" y="1803400"/>
            <a:ext cx="8388350" cy="2209800"/>
          </a:xfrm>
          <a:prstGeom prst="rect">
            <a:avLst/>
          </a:prstGeom>
          <a:noFill/>
          <a:ln w="9525">
            <a:noFill/>
          </a:ln>
        </p:spPr>
        <p:txBody>
          <a:bodyPr>
            <a:spAutoFit/>
          </a:bodyPr>
          <a:p>
            <a:pPr lvl="0" fontAlgn="base"/>
            <a:r>
              <a:rPr lang="en-US" altLang="zh-CN" strike="noStrike" noProof="1"/>
              <a:t>Click to edit Master text styles</a:t>
            </a:r>
            <a:endParaRPr lang="en-US" altLang="zh-CN" strike="noStrike" noProof="1"/>
          </a:p>
          <a:p>
            <a:pPr lvl="1" fontAlgn="base"/>
            <a:r>
              <a:rPr lang="en-US" altLang="zh-CN" strike="noStrike" noProof="1"/>
              <a:t>Second level</a:t>
            </a:r>
            <a:endParaRPr lang="en-US" altLang="zh-CN" strike="noStrike" noProof="1"/>
          </a:p>
          <a:p>
            <a:pPr lvl="2" fontAlgn="base"/>
            <a:r>
              <a:rPr lang="en-US" altLang="zh-CN" strike="noStrike" noProof="1"/>
              <a:t>Third level</a:t>
            </a:r>
            <a:endParaRPr lang="en-US" altLang="zh-CN" strike="noStrike" noProof="1"/>
          </a:p>
          <a:p>
            <a:pPr lvl="3" fontAlgn="base"/>
            <a:r>
              <a:rPr lang="en-US" altLang="zh-CN" strike="noStrike" noProof="1"/>
              <a:t>Fourth level</a:t>
            </a:r>
            <a:endParaRPr lang="en-US" altLang="zh-CN" strike="noStrike" noProof="1"/>
          </a:p>
          <a:p>
            <a:pPr lvl="4" fontAlgn="base"/>
            <a:r>
              <a:rPr lang="en-US" altLang="zh-CN" strike="noStrike" noProof="1"/>
              <a:t>Fifth level</a:t>
            </a:r>
            <a:endParaRPr lang="en-US" altLang="zh-CN" strike="noStrike" noProof="1"/>
          </a:p>
        </p:txBody>
      </p:sp>
      <p:sp>
        <p:nvSpPr>
          <p:cNvPr id="1028" name="文本框 1027"/>
          <p:cNvSpPr txBox="1"/>
          <p:nvPr/>
        </p:nvSpPr>
        <p:spPr>
          <a:xfrm>
            <a:off x="2312988" y="4505325"/>
            <a:ext cx="1752600" cy="420688"/>
          </a:xfrm>
          <a:prstGeom prst="rect">
            <a:avLst/>
          </a:prstGeom>
          <a:noFill/>
          <a:ln w="9525">
            <a:noFill/>
            <a:miter/>
          </a:ln>
        </p:spPr>
        <p:txBody>
          <a:bodyPr anchor="t">
            <a:spAutoFit/>
          </a:bodyPr>
          <a:p>
            <a:pPr lvl="2" indent="0">
              <a:lnSpc>
                <a:spcPct val="120000"/>
              </a:lnSpc>
              <a:spcBef>
                <a:spcPct val="50000"/>
              </a:spcBef>
              <a:buClr>
                <a:schemeClr val="tx2"/>
              </a:buClr>
              <a:buSzPct val="95000"/>
              <a:buFont typeface="Wingdings" panose="05000000000000000000" pitchFamily="2" charset="2"/>
              <a:buNone/>
            </a:pPr>
            <a:endParaRPr lang="zh-CN" altLang="en-US" sz="1800" b="0" dirty="0">
              <a:latin typeface="Arial" panose="02080604020202020204" pitchFamily="34" charset="0"/>
              <a:ea typeface="宋体" panose="02010600030101010101" pitchFamily="2" charset="-122"/>
            </a:endParaRPr>
          </a:p>
        </p:txBody>
      </p:sp>
      <p:graphicFrame>
        <p:nvGraphicFramePr>
          <p:cNvPr id="1029" name="对象 1028"/>
          <p:cNvGraphicFramePr>
            <a:graphicFrameLocks noChangeAspect="1"/>
          </p:cNvGraphicFramePr>
          <p:nvPr/>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76" name="" r:id="rId15" imgW="838200" imgH="647700" progId="Paint.Picture">
                  <p:embed/>
                </p:oleObj>
              </mc:Choice>
              <mc:Fallback>
                <p:oleObj name="" r:id="rId15" imgW="838200" imgH="647700" progId="Paint.Picture">
                  <p:embed/>
                  <p:pic>
                    <p:nvPicPr>
                      <p:cNvPr id="0" name="图片 3075"/>
                      <p:cNvPicPr/>
                      <p:nvPr/>
                    </p:nvPicPr>
                    <p:blipFill>
                      <a:blip r:embed="rId16"/>
                      <a:stretch>
                        <a:fillRect/>
                      </a:stretch>
                    </p:blipFill>
                    <p:spPr>
                      <a:xfrm>
                        <a:off x="0" y="0"/>
                        <a:ext cx="838200" cy="517525"/>
                      </a:xfrm>
                      <a:prstGeom prst="rect">
                        <a:avLst/>
                      </a:prstGeom>
                      <a:noFill/>
                      <a:ln w="38100">
                        <a:noFill/>
                        <a:miter/>
                      </a:ln>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 id="2147483688" r:id="rId12"/>
    <p:sldLayoutId id="2147483689" r:id="rId13"/>
  </p:sldLayoutIdLst>
  <mc:AlternateContent xmlns:mc="http://schemas.openxmlformats.org/markup-compatibility/2006">
    <mc:Choice xmlns:p14="http://schemas.microsoft.com/office/powerpoint/2010/main" Requires="p14">
      <p:transition p14:dur="500"/>
    </mc:Choice>
    <mc:Fallback>
      <p:transition/>
    </mc:Fallback>
  </mc:AlternateContent>
  <p:hf sldNum="0" hdr="0" ftr="0" dt="0"/>
  <p:txStyles>
    <p:title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mj-lt"/>
          <a:ea typeface="+mj-ea"/>
          <a:cs typeface="+mj-cs"/>
        </a:defRPr>
      </a:lvl1pPr>
    </p:titleStyle>
    <p:body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3200" b="0" i="0" u="none" kern="1200" baseline="0">
          <a:solidFill>
            <a:schemeClr val="bg2"/>
          </a:solidFill>
          <a:effectLst>
            <a:outerShdw blurRad="38100" dist="38100" dir="2700000">
              <a:srgbClr val="000000"/>
            </a:outerShdw>
          </a:effectLst>
          <a:latin typeface="+mn-lt"/>
          <a:ea typeface="+mn-ea"/>
          <a:cs typeface="+mn-cs"/>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5pPr>
      <a:lvl6pPr marL="2514600" lvl="5"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6pPr>
      <a:lvl7pPr marL="2971800" lvl="6"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7pPr>
      <a:lvl8pPr marL="3429000" lvl="7"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8pPr>
      <a:lvl9pPr marL="3886200" lvl="8"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2pPr>
      <a:lvl3pPr marL="914400" lvl="2"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3pPr>
      <a:lvl4pPr marL="1371600" lvl="3"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4pPr>
      <a:lvl5pPr marL="1828800" lvl="4"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5pPr>
      <a:lvl6pPr marL="2286000" lvl="5"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6pPr>
      <a:lvl7pPr marL="2743200" lvl="6"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7pPr>
      <a:lvl8pPr marL="3200400" lvl="7"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8pPr>
      <a:lvl9pPr marL="3657600" lvl="8"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p:sp>
        <p:nvSpPr>
          <p:cNvPr id="1026" name="标题 1025"/>
          <p:cNvSpPr>
            <a:spLocks noGrp="1"/>
          </p:cNvSpPr>
          <p:nvPr>
            <p:ph type="title"/>
          </p:nvPr>
        </p:nvSpPr>
        <p:spPr>
          <a:xfrm>
            <a:off x="363538" y="595313"/>
            <a:ext cx="8393113" cy="749300"/>
          </a:xfrm>
          <a:prstGeom prst="rect">
            <a:avLst/>
          </a:prstGeom>
          <a:noFill/>
          <a:ln w="9525">
            <a:noFill/>
          </a:ln>
        </p:spPr>
        <p:txBody>
          <a:bodyPr>
            <a:spAutoFit/>
          </a:bodyPr>
          <a:p>
            <a:pPr lvl="0" fontAlgn="base"/>
            <a:r>
              <a:rPr lang="en-US" altLang="zh-CN" strike="noStrike" noProof="1"/>
              <a:t>Click to edit Title Slide</a:t>
            </a:r>
            <a:endParaRPr lang="en-US" altLang="zh-CN" strike="noStrike" noProof="1"/>
          </a:p>
        </p:txBody>
      </p:sp>
      <p:sp>
        <p:nvSpPr>
          <p:cNvPr id="1027" name="文本占位符 1026"/>
          <p:cNvSpPr>
            <a:spLocks noGrp="1"/>
          </p:cNvSpPr>
          <p:nvPr>
            <p:ph type="body" idx="1"/>
          </p:nvPr>
        </p:nvSpPr>
        <p:spPr>
          <a:xfrm>
            <a:off x="381000" y="1803400"/>
            <a:ext cx="8388350" cy="2209800"/>
          </a:xfrm>
          <a:prstGeom prst="rect">
            <a:avLst/>
          </a:prstGeom>
          <a:noFill/>
          <a:ln w="9525">
            <a:noFill/>
          </a:ln>
        </p:spPr>
        <p:txBody>
          <a:bodyPr>
            <a:spAutoFit/>
          </a:bodyPr>
          <a:p>
            <a:pPr lvl="0" fontAlgn="base"/>
            <a:r>
              <a:rPr lang="en-US" altLang="zh-CN" strike="noStrike" noProof="1"/>
              <a:t>Click to edit Master text styles</a:t>
            </a:r>
            <a:endParaRPr lang="en-US" altLang="zh-CN" strike="noStrike" noProof="1"/>
          </a:p>
          <a:p>
            <a:pPr lvl="1" fontAlgn="base"/>
            <a:r>
              <a:rPr lang="en-US" altLang="zh-CN" strike="noStrike" noProof="1"/>
              <a:t>Second level</a:t>
            </a:r>
            <a:endParaRPr lang="en-US" altLang="zh-CN" strike="noStrike" noProof="1"/>
          </a:p>
          <a:p>
            <a:pPr lvl="2" fontAlgn="base"/>
            <a:r>
              <a:rPr lang="en-US" altLang="zh-CN" strike="noStrike" noProof="1"/>
              <a:t>Third level</a:t>
            </a:r>
            <a:endParaRPr lang="en-US" altLang="zh-CN" strike="noStrike" noProof="1"/>
          </a:p>
          <a:p>
            <a:pPr lvl="3" fontAlgn="base"/>
            <a:r>
              <a:rPr lang="en-US" altLang="zh-CN" strike="noStrike" noProof="1"/>
              <a:t>Fourth level</a:t>
            </a:r>
            <a:endParaRPr lang="en-US" altLang="zh-CN" strike="noStrike" noProof="1"/>
          </a:p>
          <a:p>
            <a:pPr lvl="4" fontAlgn="base"/>
            <a:r>
              <a:rPr lang="en-US" altLang="zh-CN" strike="noStrike" noProof="1"/>
              <a:t>Fifth level</a:t>
            </a:r>
            <a:endParaRPr lang="en-US" altLang="zh-CN" strike="noStrike" noProof="1"/>
          </a:p>
        </p:txBody>
      </p:sp>
      <p:sp>
        <p:nvSpPr>
          <p:cNvPr id="1028" name="文本框 1027"/>
          <p:cNvSpPr txBox="1"/>
          <p:nvPr/>
        </p:nvSpPr>
        <p:spPr>
          <a:xfrm>
            <a:off x="2312988" y="4505325"/>
            <a:ext cx="1752600" cy="420688"/>
          </a:xfrm>
          <a:prstGeom prst="rect">
            <a:avLst/>
          </a:prstGeom>
          <a:noFill/>
          <a:ln w="9525">
            <a:noFill/>
            <a:miter/>
          </a:ln>
        </p:spPr>
        <p:txBody>
          <a:bodyPr anchor="t">
            <a:spAutoFit/>
          </a:bodyPr>
          <a:p>
            <a:pPr lvl="2" indent="0">
              <a:lnSpc>
                <a:spcPct val="120000"/>
              </a:lnSpc>
              <a:spcBef>
                <a:spcPct val="50000"/>
              </a:spcBef>
              <a:buClr>
                <a:schemeClr val="tx2"/>
              </a:buClr>
              <a:buSzPct val="95000"/>
              <a:buFont typeface="Wingdings" panose="05000000000000000000" pitchFamily="2" charset="2"/>
              <a:buNone/>
            </a:pPr>
            <a:endParaRPr lang="zh-CN" altLang="en-US" sz="1800" b="0" dirty="0">
              <a:latin typeface="Arial" panose="02080604020202020204" pitchFamily="34" charset="0"/>
              <a:ea typeface="宋体" panose="02010600030101010101" pitchFamily="2" charset="-122"/>
            </a:endParaRPr>
          </a:p>
        </p:txBody>
      </p:sp>
      <p:graphicFrame>
        <p:nvGraphicFramePr>
          <p:cNvPr id="1029" name="对象 1028"/>
          <p:cNvGraphicFramePr>
            <a:graphicFrameLocks noChangeAspect="1"/>
          </p:cNvGraphicFramePr>
          <p:nvPr/>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76" name="" r:id="rId15" imgW="838200" imgH="647700" progId="Paint.Picture">
                  <p:embed/>
                </p:oleObj>
              </mc:Choice>
              <mc:Fallback>
                <p:oleObj name="" r:id="rId15" imgW="838200" imgH="647700" progId="Paint.Picture">
                  <p:embed/>
                  <p:pic>
                    <p:nvPicPr>
                      <p:cNvPr id="0" name="图片 3075"/>
                      <p:cNvPicPr/>
                      <p:nvPr/>
                    </p:nvPicPr>
                    <p:blipFill>
                      <a:blip r:embed="rId16"/>
                      <a:stretch>
                        <a:fillRect/>
                      </a:stretch>
                    </p:blipFill>
                    <p:spPr>
                      <a:xfrm>
                        <a:off x="0" y="0"/>
                        <a:ext cx="838200" cy="517525"/>
                      </a:xfrm>
                      <a:prstGeom prst="rect">
                        <a:avLst/>
                      </a:prstGeom>
                      <a:noFill/>
                      <a:ln w="38100">
                        <a:noFill/>
                        <a:miter/>
                      </a:ln>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Lst>
  <mc:AlternateContent xmlns:mc="http://schemas.openxmlformats.org/markup-compatibility/2006">
    <mc:Choice xmlns:p14="http://schemas.microsoft.com/office/powerpoint/2010/main" Requires="p14">
      <p:transition p14:dur="500"/>
    </mc:Choice>
    <mc:Fallback>
      <p:transition/>
    </mc:Fallback>
  </mc:AlternateContent>
  <p:hf sldNum="0" hdr="0" ftr="0" dt="0"/>
  <p:txStyles>
    <p:title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mj-lt"/>
          <a:ea typeface="+mj-ea"/>
          <a:cs typeface="+mj-cs"/>
        </a:defRPr>
      </a:lvl1pPr>
    </p:titleStyle>
    <p:body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3200" b="0" i="0" u="none" kern="1200" baseline="0">
          <a:solidFill>
            <a:schemeClr val="bg2"/>
          </a:solidFill>
          <a:effectLst>
            <a:outerShdw blurRad="38100" dist="38100" dir="2700000">
              <a:srgbClr val="000000"/>
            </a:outerShdw>
          </a:effectLst>
          <a:latin typeface="+mn-lt"/>
          <a:ea typeface="+mn-ea"/>
          <a:cs typeface="+mn-cs"/>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5pPr>
      <a:lvl6pPr marL="2514600" lvl="5"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6pPr>
      <a:lvl7pPr marL="2971800" lvl="6"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7pPr>
      <a:lvl8pPr marL="3429000" lvl="7"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8pPr>
      <a:lvl9pPr marL="3886200" lvl="8"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2pPr>
      <a:lvl3pPr marL="914400" lvl="2"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3pPr>
      <a:lvl4pPr marL="1371600" lvl="3"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4pPr>
      <a:lvl5pPr marL="1828800" lvl="4"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5pPr>
      <a:lvl6pPr marL="2286000" lvl="5"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6pPr>
      <a:lvl7pPr marL="2743200" lvl="6"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7pPr>
      <a:lvl8pPr marL="3200400" lvl="7"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8pPr>
      <a:lvl9pPr marL="3657600" lvl="8"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p:sp>
        <p:nvSpPr>
          <p:cNvPr id="1026" name="标题 1025"/>
          <p:cNvSpPr>
            <a:spLocks noGrp="1"/>
          </p:cNvSpPr>
          <p:nvPr>
            <p:ph type="title"/>
          </p:nvPr>
        </p:nvSpPr>
        <p:spPr>
          <a:xfrm>
            <a:off x="363538" y="595313"/>
            <a:ext cx="8393113" cy="749300"/>
          </a:xfrm>
          <a:prstGeom prst="rect">
            <a:avLst/>
          </a:prstGeom>
          <a:noFill/>
          <a:ln w="9525">
            <a:noFill/>
          </a:ln>
        </p:spPr>
        <p:txBody>
          <a:bodyPr>
            <a:spAutoFit/>
          </a:bodyPr>
          <a:p>
            <a:pPr lvl="0" fontAlgn="base"/>
            <a:r>
              <a:rPr lang="en-US" altLang="zh-CN" strike="noStrike" noProof="1"/>
              <a:t>Click to edit Title Slide</a:t>
            </a:r>
            <a:endParaRPr lang="en-US" altLang="zh-CN" strike="noStrike" noProof="1"/>
          </a:p>
        </p:txBody>
      </p:sp>
      <p:sp>
        <p:nvSpPr>
          <p:cNvPr id="1027" name="文本占位符 1026"/>
          <p:cNvSpPr>
            <a:spLocks noGrp="1"/>
          </p:cNvSpPr>
          <p:nvPr>
            <p:ph type="body" idx="1"/>
          </p:nvPr>
        </p:nvSpPr>
        <p:spPr>
          <a:xfrm>
            <a:off x="381000" y="1803400"/>
            <a:ext cx="8388350" cy="2209800"/>
          </a:xfrm>
          <a:prstGeom prst="rect">
            <a:avLst/>
          </a:prstGeom>
          <a:noFill/>
          <a:ln w="9525">
            <a:noFill/>
          </a:ln>
        </p:spPr>
        <p:txBody>
          <a:bodyPr>
            <a:spAutoFit/>
          </a:bodyPr>
          <a:p>
            <a:pPr lvl="0" fontAlgn="base"/>
            <a:r>
              <a:rPr lang="en-US" altLang="zh-CN" strike="noStrike" noProof="1"/>
              <a:t>Click to edit Master text styles</a:t>
            </a:r>
            <a:endParaRPr lang="en-US" altLang="zh-CN" strike="noStrike" noProof="1"/>
          </a:p>
          <a:p>
            <a:pPr lvl="1" fontAlgn="base"/>
            <a:r>
              <a:rPr lang="en-US" altLang="zh-CN" strike="noStrike" noProof="1"/>
              <a:t>Second level</a:t>
            </a:r>
            <a:endParaRPr lang="en-US" altLang="zh-CN" strike="noStrike" noProof="1"/>
          </a:p>
          <a:p>
            <a:pPr lvl="2" fontAlgn="base"/>
            <a:r>
              <a:rPr lang="en-US" altLang="zh-CN" strike="noStrike" noProof="1"/>
              <a:t>Third level</a:t>
            </a:r>
            <a:endParaRPr lang="en-US" altLang="zh-CN" strike="noStrike" noProof="1"/>
          </a:p>
          <a:p>
            <a:pPr lvl="3" fontAlgn="base"/>
            <a:r>
              <a:rPr lang="en-US" altLang="zh-CN" strike="noStrike" noProof="1"/>
              <a:t>Fourth level</a:t>
            </a:r>
            <a:endParaRPr lang="en-US" altLang="zh-CN" strike="noStrike" noProof="1"/>
          </a:p>
          <a:p>
            <a:pPr lvl="4" fontAlgn="base"/>
            <a:r>
              <a:rPr lang="en-US" altLang="zh-CN" strike="noStrike" noProof="1"/>
              <a:t>Fifth level</a:t>
            </a:r>
            <a:endParaRPr lang="en-US" altLang="zh-CN" strike="noStrike" noProof="1"/>
          </a:p>
        </p:txBody>
      </p:sp>
      <p:sp>
        <p:nvSpPr>
          <p:cNvPr id="1028" name="文本框 1027"/>
          <p:cNvSpPr txBox="1"/>
          <p:nvPr/>
        </p:nvSpPr>
        <p:spPr>
          <a:xfrm>
            <a:off x="2312988" y="4505325"/>
            <a:ext cx="1752600" cy="420688"/>
          </a:xfrm>
          <a:prstGeom prst="rect">
            <a:avLst/>
          </a:prstGeom>
          <a:noFill/>
          <a:ln w="9525">
            <a:noFill/>
            <a:miter/>
          </a:ln>
        </p:spPr>
        <p:txBody>
          <a:bodyPr anchor="t">
            <a:spAutoFit/>
          </a:bodyPr>
          <a:p>
            <a:pPr lvl="2" indent="0">
              <a:lnSpc>
                <a:spcPct val="120000"/>
              </a:lnSpc>
              <a:spcBef>
                <a:spcPct val="50000"/>
              </a:spcBef>
              <a:buClr>
                <a:schemeClr val="tx2"/>
              </a:buClr>
              <a:buSzPct val="95000"/>
              <a:buFont typeface="Wingdings" panose="05000000000000000000" pitchFamily="2" charset="2"/>
              <a:buNone/>
            </a:pPr>
            <a:endParaRPr lang="zh-CN" altLang="en-US" sz="1800" b="0" dirty="0">
              <a:latin typeface="Arial" panose="02080604020202020204" pitchFamily="34" charset="0"/>
              <a:ea typeface="宋体" panose="02010600030101010101" pitchFamily="2" charset="-122"/>
            </a:endParaRPr>
          </a:p>
        </p:txBody>
      </p:sp>
      <p:graphicFrame>
        <p:nvGraphicFramePr>
          <p:cNvPr id="1029" name="对象 1028"/>
          <p:cNvGraphicFramePr>
            <a:graphicFrameLocks noChangeAspect="1"/>
          </p:cNvGraphicFramePr>
          <p:nvPr/>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76" name="" r:id="rId15" imgW="838200" imgH="647700" progId="Paint.Picture">
                  <p:embed/>
                </p:oleObj>
              </mc:Choice>
              <mc:Fallback>
                <p:oleObj name="" r:id="rId15" imgW="838200" imgH="647700" progId="Paint.Picture">
                  <p:embed/>
                  <p:pic>
                    <p:nvPicPr>
                      <p:cNvPr id="0" name="图片 3075"/>
                      <p:cNvPicPr/>
                      <p:nvPr/>
                    </p:nvPicPr>
                    <p:blipFill>
                      <a:blip r:embed="rId16"/>
                      <a:stretch>
                        <a:fillRect/>
                      </a:stretch>
                    </p:blipFill>
                    <p:spPr>
                      <a:xfrm>
                        <a:off x="0" y="0"/>
                        <a:ext cx="838200" cy="517525"/>
                      </a:xfrm>
                      <a:prstGeom prst="rect">
                        <a:avLst/>
                      </a:prstGeom>
                      <a:noFill/>
                      <a:ln w="38100">
                        <a:noFill/>
                        <a:miter/>
                      </a:ln>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705" r:id="rId1"/>
    <p:sldLayoutId id="2147483706" r:id="rId2"/>
    <p:sldLayoutId id="2147483707" r:id="rId3"/>
    <p:sldLayoutId id="2147483708" r:id="rId4"/>
    <p:sldLayoutId id="2147483709" r:id="rId5"/>
    <p:sldLayoutId id="2147483710" r:id="rId6"/>
    <p:sldLayoutId id="2147483711" r:id="rId7"/>
    <p:sldLayoutId id="2147483712" r:id="rId8"/>
    <p:sldLayoutId id="2147483713" r:id="rId9"/>
    <p:sldLayoutId id="2147483714" r:id="rId10"/>
    <p:sldLayoutId id="2147483715" r:id="rId11"/>
    <p:sldLayoutId id="2147483716" r:id="rId12"/>
    <p:sldLayoutId id="2147483717" r:id="rId13"/>
  </p:sldLayoutIdLst>
  <mc:AlternateContent xmlns:mc="http://schemas.openxmlformats.org/markup-compatibility/2006">
    <mc:Choice xmlns:p14="http://schemas.microsoft.com/office/powerpoint/2010/main" Requires="p14">
      <p:transition p14:dur="500"/>
    </mc:Choice>
    <mc:Fallback>
      <p:transition/>
    </mc:Fallback>
  </mc:AlternateContent>
  <p:hf sldNum="0" hdr="0" ftr="0" dt="0"/>
  <p:txStyles>
    <p:title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mj-lt"/>
          <a:ea typeface="+mj-ea"/>
          <a:cs typeface="+mj-cs"/>
        </a:defRPr>
      </a:lvl1pPr>
    </p:titleStyle>
    <p:body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3200" b="0" i="0" u="none" kern="1200" baseline="0">
          <a:solidFill>
            <a:schemeClr val="bg2"/>
          </a:solidFill>
          <a:effectLst>
            <a:outerShdw blurRad="38100" dist="38100" dir="2700000">
              <a:srgbClr val="000000"/>
            </a:outerShdw>
          </a:effectLst>
          <a:latin typeface="+mn-lt"/>
          <a:ea typeface="+mn-ea"/>
          <a:cs typeface="+mn-cs"/>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5pPr>
      <a:lvl6pPr marL="2514600" lvl="5"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6pPr>
      <a:lvl7pPr marL="2971800" lvl="6"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7pPr>
      <a:lvl8pPr marL="3429000" lvl="7"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8pPr>
      <a:lvl9pPr marL="3886200" lvl="8"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2pPr>
      <a:lvl3pPr marL="914400" lvl="2"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3pPr>
      <a:lvl4pPr marL="1371600" lvl="3"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4pPr>
      <a:lvl5pPr marL="1828800" lvl="4"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5pPr>
      <a:lvl6pPr marL="2286000" lvl="5"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6pPr>
      <a:lvl7pPr marL="2743200" lvl="6"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7pPr>
      <a:lvl8pPr marL="3200400" lvl="7"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8pPr>
      <a:lvl9pPr marL="3657600" lvl="8"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p:sp>
        <p:nvSpPr>
          <p:cNvPr id="1026" name="标题 1025"/>
          <p:cNvSpPr>
            <a:spLocks noGrp="1"/>
          </p:cNvSpPr>
          <p:nvPr>
            <p:ph type="title"/>
          </p:nvPr>
        </p:nvSpPr>
        <p:spPr>
          <a:xfrm>
            <a:off x="363538" y="595313"/>
            <a:ext cx="8393113" cy="749300"/>
          </a:xfrm>
          <a:prstGeom prst="rect">
            <a:avLst/>
          </a:prstGeom>
          <a:noFill/>
          <a:ln w="9525">
            <a:noFill/>
          </a:ln>
        </p:spPr>
        <p:txBody>
          <a:bodyPr>
            <a:spAutoFit/>
          </a:bodyPr>
          <a:p>
            <a:pPr lvl="0" fontAlgn="base"/>
            <a:r>
              <a:rPr lang="en-US" altLang="zh-CN" strike="noStrike" noProof="1"/>
              <a:t>Click to edit Title Slide</a:t>
            </a:r>
            <a:endParaRPr lang="en-US" altLang="zh-CN" strike="noStrike" noProof="1"/>
          </a:p>
        </p:txBody>
      </p:sp>
      <p:sp>
        <p:nvSpPr>
          <p:cNvPr id="1027" name="文本占位符 1026"/>
          <p:cNvSpPr>
            <a:spLocks noGrp="1"/>
          </p:cNvSpPr>
          <p:nvPr>
            <p:ph type="body" idx="1"/>
          </p:nvPr>
        </p:nvSpPr>
        <p:spPr>
          <a:xfrm>
            <a:off x="381000" y="1803400"/>
            <a:ext cx="8388350" cy="2209800"/>
          </a:xfrm>
          <a:prstGeom prst="rect">
            <a:avLst/>
          </a:prstGeom>
          <a:noFill/>
          <a:ln w="9525">
            <a:noFill/>
          </a:ln>
        </p:spPr>
        <p:txBody>
          <a:bodyPr>
            <a:spAutoFit/>
          </a:bodyPr>
          <a:p>
            <a:pPr lvl="0" fontAlgn="base"/>
            <a:r>
              <a:rPr lang="en-US" altLang="zh-CN" strike="noStrike" noProof="1"/>
              <a:t>Click to edit Master text styles</a:t>
            </a:r>
            <a:endParaRPr lang="en-US" altLang="zh-CN" strike="noStrike" noProof="1"/>
          </a:p>
          <a:p>
            <a:pPr lvl="1" fontAlgn="base"/>
            <a:r>
              <a:rPr lang="en-US" altLang="zh-CN" strike="noStrike" noProof="1"/>
              <a:t>Second level</a:t>
            </a:r>
            <a:endParaRPr lang="en-US" altLang="zh-CN" strike="noStrike" noProof="1"/>
          </a:p>
          <a:p>
            <a:pPr lvl="2" fontAlgn="base"/>
            <a:r>
              <a:rPr lang="en-US" altLang="zh-CN" strike="noStrike" noProof="1"/>
              <a:t>Third level</a:t>
            </a:r>
            <a:endParaRPr lang="en-US" altLang="zh-CN" strike="noStrike" noProof="1"/>
          </a:p>
          <a:p>
            <a:pPr lvl="3" fontAlgn="base"/>
            <a:r>
              <a:rPr lang="en-US" altLang="zh-CN" strike="noStrike" noProof="1"/>
              <a:t>Fourth level</a:t>
            </a:r>
            <a:endParaRPr lang="en-US" altLang="zh-CN" strike="noStrike" noProof="1"/>
          </a:p>
          <a:p>
            <a:pPr lvl="4" fontAlgn="base"/>
            <a:r>
              <a:rPr lang="en-US" altLang="zh-CN" strike="noStrike" noProof="1"/>
              <a:t>Fifth level</a:t>
            </a:r>
            <a:endParaRPr lang="en-US" altLang="zh-CN" strike="noStrike" noProof="1"/>
          </a:p>
        </p:txBody>
      </p:sp>
      <p:sp>
        <p:nvSpPr>
          <p:cNvPr id="1028" name="文本框 1027"/>
          <p:cNvSpPr txBox="1"/>
          <p:nvPr/>
        </p:nvSpPr>
        <p:spPr>
          <a:xfrm>
            <a:off x="2312988" y="4505325"/>
            <a:ext cx="1752600" cy="420688"/>
          </a:xfrm>
          <a:prstGeom prst="rect">
            <a:avLst/>
          </a:prstGeom>
          <a:noFill/>
          <a:ln w="9525">
            <a:noFill/>
            <a:miter/>
          </a:ln>
        </p:spPr>
        <p:txBody>
          <a:bodyPr anchor="t">
            <a:spAutoFit/>
          </a:bodyPr>
          <a:p>
            <a:pPr lvl="2" indent="0">
              <a:lnSpc>
                <a:spcPct val="120000"/>
              </a:lnSpc>
              <a:spcBef>
                <a:spcPct val="50000"/>
              </a:spcBef>
              <a:buClr>
                <a:schemeClr val="tx2"/>
              </a:buClr>
              <a:buSzPct val="95000"/>
              <a:buFont typeface="Wingdings" panose="05000000000000000000" pitchFamily="2" charset="2"/>
              <a:buNone/>
            </a:pPr>
            <a:endParaRPr lang="zh-CN" altLang="en-US" sz="1800" b="0" dirty="0">
              <a:latin typeface="Arial" panose="02080604020202020204" pitchFamily="34" charset="0"/>
              <a:ea typeface="宋体" panose="02010600030101010101" pitchFamily="2" charset="-122"/>
            </a:endParaRPr>
          </a:p>
        </p:txBody>
      </p:sp>
      <p:graphicFrame>
        <p:nvGraphicFramePr>
          <p:cNvPr id="1029" name="对象 1028"/>
          <p:cNvGraphicFramePr>
            <a:graphicFrameLocks noChangeAspect="1"/>
          </p:cNvGraphicFramePr>
          <p:nvPr/>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76" name="" r:id="rId15" imgW="838200" imgH="647700" progId="Paint.Picture">
                  <p:embed/>
                </p:oleObj>
              </mc:Choice>
              <mc:Fallback>
                <p:oleObj name="" r:id="rId15" imgW="838200" imgH="647700" progId="Paint.Picture">
                  <p:embed/>
                  <p:pic>
                    <p:nvPicPr>
                      <p:cNvPr id="0" name="图片 3075"/>
                      <p:cNvPicPr/>
                      <p:nvPr/>
                    </p:nvPicPr>
                    <p:blipFill>
                      <a:blip r:embed="rId16"/>
                      <a:stretch>
                        <a:fillRect/>
                      </a:stretch>
                    </p:blipFill>
                    <p:spPr>
                      <a:xfrm>
                        <a:off x="0" y="0"/>
                        <a:ext cx="838200" cy="517525"/>
                      </a:xfrm>
                      <a:prstGeom prst="rect">
                        <a:avLst/>
                      </a:prstGeom>
                      <a:noFill/>
                      <a:ln w="38100">
                        <a:noFill/>
                        <a:miter/>
                      </a:ln>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719" r:id="rId1"/>
    <p:sldLayoutId id="2147483720" r:id="rId2"/>
    <p:sldLayoutId id="2147483721" r:id="rId3"/>
    <p:sldLayoutId id="2147483722" r:id="rId4"/>
    <p:sldLayoutId id="2147483723" r:id="rId5"/>
    <p:sldLayoutId id="2147483724" r:id="rId6"/>
    <p:sldLayoutId id="2147483725" r:id="rId7"/>
    <p:sldLayoutId id="2147483726" r:id="rId8"/>
    <p:sldLayoutId id="2147483727" r:id="rId9"/>
    <p:sldLayoutId id="2147483728" r:id="rId10"/>
    <p:sldLayoutId id="2147483729" r:id="rId11"/>
    <p:sldLayoutId id="2147483730" r:id="rId12"/>
    <p:sldLayoutId id="2147483731" r:id="rId13"/>
  </p:sldLayoutIdLst>
  <mc:AlternateContent xmlns:mc="http://schemas.openxmlformats.org/markup-compatibility/2006">
    <mc:Choice xmlns:p14="http://schemas.microsoft.com/office/powerpoint/2010/main" Requires="p14">
      <p:transition p14:dur="500"/>
    </mc:Choice>
    <mc:Fallback>
      <p:transition/>
    </mc:Fallback>
  </mc:AlternateContent>
  <p:hf sldNum="0" hdr="0" ftr="0" dt="0"/>
  <p:txStyles>
    <p:title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mj-lt"/>
          <a:ea typeface="+mj-ea"/>
          <a:cs typeface="+mj-cs"/>
        </a:defRPr>
      </a:lvl1pPr>
    </p:titleStyle>
    <p:body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3200" b="0" i="0" u="none" kern="1200" baseline="0">
          <a:solidFill>
            <a:schemeClr val="bg2"/>
          </a:solidFill>
          <a:effectLst>
            <a:outerShdw blurRad="38100" dist="38100" dir="2700000">
              <a:srgbClr val="000000"/>
            </a:outerShdw>
          </a:effectLst>
          <a:latin typeface="+mn-lt"/>
          <a:ea typeface="+mn-ea"/>
          <a:cs typeface="+mn-cs"/>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5pPr>
      <a:lvl6pPr marL="2514600" lvl="5"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6pPr>
      <a:lvl7pPr marL="2971800" lvl="6"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7pPr>
      <a:lvl8pPr marL="3429000" lvl="7"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8pPr>
      <a:lvl9pPr marL="3886200" lvl="8"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2pPr>
      <a:lvl3pPr marL="914400" lvl="2"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3pPr>
      <a:lvl4pPr marL="1371600" lvl="3"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4pPr>
      <a:lvl5pPr marL="1828800" lvl="4"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5pPr>
      <a:lvl6pPr marL="2286000" lvl="5"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6pPr>
      <a:lvl7pPr marL="2743200" lvl="6"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7pPr>
      <a:lvl8pPr marL="3200400" lvl="7"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8pPr>
      <a:lvl9pPr marL="3657600" lvl="8"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p:sp>
        <p:nvSpPr>
          <p:cNvPr id="1026" name="标题 1025"/>
          <p:cNvSpPr>
            <a:spLocks noGrp="1"/>
          </p:cNvSpPr>
          <p:nvPr>
            <p:ph type="title"/>
          </p:nvPr>
        </p:nvSpPr>
        <p:spPr>
          <a:xfrm>
            <a:off x="363538" y="595313"/>
            <a:ext cx="8393113" cy="749300"/>
          </a:xfrm>
          <a:prstGeom prst="rect">
            <a:avLst/>
          </a:prstGeom>
          <a:noFill/>
          <a:ln w="9525">
            <a:noFill/>
          </a:ln>
        </p:spPr>
        <p:txBody>
          <a:bodyPr>
            <a:spAutoFit/>
          </a:bodyPr>
          <a:p>
            <a:pPr lvl="0" fontAlgn="base"/>
            <a:r>
              <a:rPr lang="en-US" altLang="zh-CN" strike="noStrike" noProof="1"/>
              <a:t>Click to edit Title Slide</a:t>
            </a:r>
            <a:endParaRPr lang="en-US" altLang="zh-CN" strike="noStrike" noProof="1"/>
          </a:p>
        </p:txBody>
      </p:sp>
      <p:sp>
        <p:nvSpPr>
          <p:cNvPr id="1027" name="文本占位符 1026"/>
          <p:cNvSpPr>
            <a:spLocks noGrp="1"/>
          </p:cNvSpPr>
          <p:nvPr>
            <p:ph type="body" idx="1"/>
          </p:nvPr>
        </p:nvSpPr>
        <p:spPr>
          <a:xfrm>
            <a:off x="381000" y="1803400"/>
            <a:ext cx="8388350" cy="2209800"/>
          </a:xfrm>
          <a:prstGeom prst="rect">
            <a:avLst/>
          </a:prstGeom>
          <a:noFill/>
          <a:ln w="9525">
            <a:noFill/>
          </a:ln>
        </p:spPr>
        <p:txBody>
          <a:bodyPr>
            <a:spAutoFit/>
          </a:bodyPr>
          <a:p>
            <a:pPr lvl="0" fontAlgn="base"/>
            <a:r>
              <a:rPr lang="en-US" altLang="zh-CN" strike="noStrike" noProof="1"/>
              <a:t>Click to edit Master text styles</a:t>
            </a:r>
            <a:endParaRPr lang="en-US" altLang="zh-CN" strike="noStrike" noProof="1"/>
          </a:p>
          <a:p>
            <a:pPr lvl="1" fontAlgn="base"/>
            <a:r>
              <a:rPr lang="en-US" altLang="zh-CN" strike="noStrike" noProof="1"/>
              <a:t>Second level</a:t>
            </a:r>
            <a:endParaRPr lang="en-US" altLang="zh-CN" strike="noStrike" noProof="1"/>
          </a:p>
          <a:p>
            <a:pPr lvl="2" fontAlgn="base"/>
            <a:r>
              <a:rPr lang="en-US" altLang="zh-CN" strike="noStrike" noProof="1"/>
              <a:t>Third level</a:t>
            </a:r>
            <a:endParaRPr lang="en-US" altLang="zh-CN" strike="noStrike" noProof="1"/>
          </a:p>
          <a:p>
            <a:pPr lvl="3" fontAlgn="base"/>
            <a:r>
              <a:rPr lang="en-US" altLang="zh-CN" strike="noStrike" noProof="1"/>
              <a:t>Fourth level</a:t>
            </a:r>
            <a:endParaRPr lang="en-US" altLang="zh-CN" strike="noStrike" noProof="1"/>
          </a:p>
          <a:p>
            <a:pPr lvl="4" fontAlgn="base"/>
            <a:r>
              <a:rPr lang="en-US" altLang="zh-CN" strike="noStrike" noProof="1"/>
              <a:t>Fifth level</a:t>
            </a:r>
            <a:endParaRPr lang="en-US" altLang="zh-CN" strike="noStrike" noProof="1"/>
          </a:p>
        </p:txBody>
      </p:sp>
      <p:sp>
        <p:nvSpPr>
          <p:cNvPr id="1028" name="文本框 1027"/>
          <p:cNvSpPr txBox="1"/>
          <p:nvPr/>
        </p:nvSpPr>
        <p:spPr>
          <a:xfrm>
            <a:off x="2312988" y="4505325"/>
            <a:ext cx="1752600" cy="420688"/>
          </a:xfrm>
          <a:prstGeom prst="rect">
            <a:avLst/>
          </a:prstGeom>
          <a:noFill/>
          <a:ln w="9525">
            <a:noFill/>
            <a:miter/>
          </a:ln>
        </p:spPr>
        <p:txBody>
          <a:bodyPr anchor="t">
            <a:spAutoFit/>
          </a:bodyPr>
          <a:p>
            <a:pPr lvl="2" indent="0">
              <a:lnSpc>
                <a:spcPct val="120000"/>
              </a:lnSpc>
              <a:spcBef>
                <a:spcPct val="50000"/>
              </a:spcBef>
              <a:buClr>
                <a:schemeClr val="tx2"/>
              </a:buClr>
              <a:buSzPct val="95000"/>
              <a:buFont typeface="Wingdings" panose="05000000000000000000" pitchFamily="2" charset="2"/>
              <a:buNone/>
            </a:pPr>
            <a:endParaRPr lang="zh-CN" altLang="en-US" sz="1800" b="0" dirty="0">
              <a:latin typeface="Arial" panose="02080604020202020204" pitchFamily="34" charset="0"/>
              <a:ea typeface="宋体" panose="02010600030101010101" pitchFamily="2" charset="-122"/>
            </a:endParaRPr>
          </a:p>
        </p:txBody>
      </p:sp>
      <p:graphicFrame>
        <p:nvGraphicFramePr>
          <p:cNvPr id="1029" name="对象 1028"/>
          <p:cNvGraphicFramePr>
            <a:graphicFrameLocks noChangeAspect="1"/>
          </p:cNvGraphicFramePr>
          <p:nvPr/>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76" name="" r:id="rId15" imgW="838200" imgH="647700" progId="Paint.Picture">
                  <p:embed/>
                </p:oleObj>
              </mc:Choice>
              <mc:Fallback>
                <p:oleObj name="" r:id="rId15" imgW="838200" imgH="647700" progId="Paint.Picture">
                  <p:embed/>
                  <p:pic>
                    <p:nvPicPr>
                      <p:cNvPr id="0" name="图片 3075"/>
                      <p:cNvPicPr/>
                      <p:nvPr/>
                    </p:nvPicPr>
                    <p:blipFill>
                      <a:blip r:embed="rId16"/>
                      <a:stretch>
                        <a:fillRect/>
                      </a:stretch>
                    </p:blipFill>
                    <p:spPr>
                      <a:xfrm>
                        <a:off x="0" y="0"/>
                        <a:ext cx="838200" cy="517525"/>
                      </a:xfrm>
                      <a:prstGeom prst="rect">
                        <a:avLst/>
                      </a:prstGeom>
                      <a:noFill/>
                      <a:ln w="38100">
                        <a:noFill/>
                        <a:miter/>
                      </a:ln>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 id="2147483744" r:id="rId12"/>
    <p:sldLayoutId id="2147483745" r:id="rId13"/>
  </p:sldLayoutIdLst>
  <mc:AlternateContent xmlns:mc="http://schemas.openxmlformats.org/markup-compatibility/2006">
    <mc:Choice xmlns:p14="http://schemas.microsoft.com/office/powerpoint/2010/main" Requires="p14">
      <p:transition p14:dur="500"/>
    </mc:Choice>
    <mc:Fallback>
      <p:transition/>
    </mc:Fallback>
  </mc:AlternateContent>
  <p:hf sldNum="0" hdr="0" ftr="0" dt="0"/>
  <p:txStyles>
    <p:title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mj-lt"/>
          <a:ea typeface="+mj-ea"/>
          <a:cs typeface="+mj-cs"/>
        </a:defRPr>
      </a:lvl1pPr>
    </p:titleStyle>
    <p:body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3200" b="0" i="0" u="none" kern="1200" baseline="0">
          <a:solidFill>
            <a:schemeClr val="bg2"/>
          </a:solidFill>
          <a:effectLst>
            <a:outerShdw blurRad="38100" dist="38100" dir="2700000">
              <a:srgbClr val="000000"/>
            </a:outerShdw>
          </a:effectLst>
          <a:latin typeface="+mn-lt"/>
          <a:ea typeface="+mn-ea"/>
          <a:cs typeface="+mn-cs"/>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5pPr>
      <a:lvl6pPr marL="2514600" lvl="5"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6pPr>
      <a:lvl7pPr marL="2971800" lvl="6"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7pPr>
      <a:lvl8pPr marL="3429000" lvl="7"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8pPr>
      <a:lvl9pPr marL="3886200" lvl="8"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2pPr>
      <a:lvl3pPr marL="914400" lvl="2"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3pPr>
      <a:lvl4pPr marL="1371600" lvl="3"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4pPr>
      <a:lvl5pPr marL="1828800" lvl="4"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5pPr>
      <a:lvl6pPr marL="2286000" lvl="5"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6pPr>
      <a:lvl7pPr marL="2743200" lvl="6"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7pPr>
      <a:lvl8pPr marL="3200400" lvl="7"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8pPr>
      <a:lvl9pPr marL="3657600" lvl="8"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p:sp>
        <p:nvSpPr>
          <p:cNvPr id="1026" name="标题 1025"/>
          <p:cNvSpPr>
            <a:spLocks noGrp="1"/>
          </p:cNvSpPr>
          <p:nvPr>
            <p:ph type="title"/>
          </p:nvPr>
        </p:nvSpPr>
        <p:spPr>
          <a:xfrm>
            <a:off x="363538" y="595313"/>
            <a:ext cx="8393113" cy="749300"/>
          </a:xfrm>
          <a:prstGeom prst="rect">
            <a:avLst/>
          </a:prstGeom>
          <a:noFill/>
          <a:ln w="9525">
            <a:noFill/>
          </a:ln>
        </p:spPr>
        <p:txBody>
          <a:bodyPr>
            <a:spAutoFit/>
          </a:bodyPr>
          <a:p>
            <a:pPr lvl="0" fontAlgn="base"/>
            <a:r>
              <a:rPr lang="en-US" altLang="zh-CN" strike="noStrike" noProof="1"/>
              <a:t>Click to edit Title Slide</a:t>
            </a:r>
            <a:endParaRPr lang="en-US" altLang="zh-CN" strike="noStrike" noProof="1"/>
          </a:p>
        </p:txBody>
      </p:sp>
      <p:sp>
        <p:nvSpPr>
          <p:cNvPr id="1027" name="文本占位符 1026"/>
          <p:cNvSpPr>
            <a:spLocks noGrp="1"/>
          </p:cNvSpPr>
          <p:nvPr>
            <p:ph type="body" idx="1"/>
          </p:nvPr>
        </p:nvSpPr>
        <p:spPr>
          <a:xfrm>
            <a:off x="381000" y="1803400"/>
            <a:ext cx="8388350" cy="2209800"/>
          </a:xfrm>
          <a:prstGeom prst="rect">
            <a:avLst/>
          </a:prstGeom>
          <a:noFill/>
          <a:ln w="9525">
            <a:noFill/>
          </a:ln>
        </p:spPr>
        <p:txBody>
          <a:bodyPr>
            <a:spAutoFit/>
          </a:bodyPr>
          <a:p>
            <a:pPr lvl="0" fontAlgn="base"/>
            <a:r>
              <a:rPr lang="en-US" altLang="zh-CN" strike="noStrike" noProof="1"/>
              <a:t>Click to edit Master text styles</a:t>
            </a:r>
            <a:endParaRPr lang="en-US" altLang="zh-CN" strike="noStrike" noProof="1"/>
          </a:p>
          <a:p>
            <a:pPr lvl="1" fontAlgn="base"/>
            <a:r>
              <a:rPr lang="en-US" altLang="zh-CN" strike="noStrike" noProof="1"/>
              <a:t>Second level</a:t>
            </a:r>
            <a:endParaRPr lang="en-US" altLang="zh-CN" strike="noStrike" noProof="1"/>
          </a:p>
          <a:p>
            <a:pPr lvl="2" fontAlgn="base"/>
            <a:r>
              <a:rPr lang="en-US" altLang="zh-CN" strike="noStrike" noProof="1"/>
              <a:t>Third level</a:t>
            </a:r>
            <a:endParaRPr lang="en-US" altLang="zh-CN" strike="noStrike" noProof="1"/>
          </a:p>
          <a:p>
            <a:pPr lvl="3" fontAlgn="base"/>
            <a:r>
              <a:rPr lang="en-US" altLang="zh-CN" strike="noStrike" noProof="1"/>
              <a:t>Fourth level</a:t>
            </a:r>
            <a:endParaRPr lang="en-US" altLang="zh-CN" strike="noStrike" noProof="1"/>
          </a:p>
          <a:p>
            <a:pPr lvl="4" fontAlgn="base"/>
            <a:r>
              <a:rPr lang="en-US" altLang="zh-CN" strike="noStrike" noProof="1"/>
              <a:t>Fifth level</a:t>
            </a:r>
            <a:endParaRPr lang="en-US" altLang="zh-CN" strike="noStrike" noProof="1"/>
          </a:p>
        </p:txBody>
      </p:sp>
      <p:sp>
        <p:nvSpPr>
          <p:cNvPr id="1028" name="文本框 1027"/>
          <p:cNvSpPr txBox="1"/>
          <p:nvPr/>
        </p:nvSpPr>
        <p:spPr>
          <a:xfrm>
            <a:off x="2312988" y="4505325"/>
            <a:ext cx="1752600" cy="420688"/>
          </a:xfrm>
          <a:prstGeom prst="rect">
            <a:avLst/>
          </a:prstGeom>
          <a:noFill/>
          <a:ln w="9525">
            <a:noFill/>
            <a:miter/>
          </a:ln>
        </p:spPr>
        <p:txBody>
          <a:bodyPr anchor="t">
            <a:spAutoFit/>
          </a:bodyPr>
          <a:p>
            <a:pPr lvl="2" indent="0">
              <a:lnSpc>
                <a:spcPct val="120000"/>
              </a:lnSpc>
              <a:spcBef>
                <a:spcPct val="50000"/>
              </a:spcBef>
              <a:buClr>
                <a:schemeClr val="tx2"/>
              </a:buClr>
              <a:buSzPct val="95000"/>
              <a:buFont typeface="Wingdings" panose="05000000000000000000" pitchFamily="2" charset="2"/>
              <a:buNone/>
            </a:pPr>
            <a:endParaRPr lang="zh-CN" altLang="en-US" sz="1800" b="0" dirty="0">
              <a:latin typeface="Arial" panose="02080604020202020204" pitchFamily="34" charset="0"/>
              <a:ea typeface="宋体" panose="02010600030101010101" pitchFamily="2" charset="-122"/>
            </a:endParaRPr>
          </a:p>
        </p:txBody>
      </p:sp>
      <p:graphicFrame>
        <p:nvGraphicFramePr>
          <p:cNvPr id="1029" name="对象 1028"/>
          <p:cNvGraphicFramePr>
            <a:graphicFrameLocks noChangeAspect="1"/>
          </p:cNvGraphicFramePr>
          <p:nvPr/>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76" name="" r:id="rId15" imgW="838200" imgH="647700" progId="Paint.Picture">
                  <p:embed/>
                </p:oleObj>
              </mc:Choice>
              <mc:Fallback>
                <p:oleObj name="" r:id="rId15" imgW="838200" imgH="647700" progId="Paint.Picture">
                  <p:embed/>
                  <p:pic>
                    <p:nvPicPr>
                      <p:cNvPr id="0" name="图片 3075"/>
                      <p:cNvPicPr/>
                      <p:nvPr/>
                    </p:nvPicPr>
                    <p:blipFill>
                      <a:blip r:embed="rId16"/>
                      <a:stretch>
                        <a:fillRect/>
                      </a:stretch>
                    </p:blipFill>
                    <p:spPr>
                      <a:xfrm>
                        <a:off x="0" y="0"/>
                        <a:ext cx="838200" cy="517525"/>
                      </a:xfrm>
                      <a:prstGeom prst="rect">
                        <a:avLst/>
                      </a:prstGeom>
                      <a:noFill/>
                      <a:ln w="38100">
                        <a:noFill/>
                        <a:miter/>
                      </a:ln>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747" r:id="rId1"/>
    <p:sldLayoutId id="2147483748" r:id="rId2"/>
    <p:sldLayoutId id="2147483749" r:id="rId3"/>
    <p:sldLayoutId id="2147483750" r:id="rId4"/>
    <p:sldLayoutId id="2147483751" r:id="rId5"/>
    <p:sldLayoutId id="2147483752" r:id="rId6"/>
    <p:sldLayoutId id="2147483753" r:id="rId7"/>
    <p:sldLayoutId id="2147483754" r:id="rId8"/>
    <p:sldLayoutId id="2147483755" r:id="rId9"/>
    <p:sldLayoutId id="2147483756" r:id="rId10"/>
    <p:sldLayoutId id="2147483757" r:id="rId11"/>
    <p:sldLayoutId id="2147483758" r:id="rId12"/>
    <p:sldLayoutId id="2147483759" r:id="rId13"/>
  </p:sldLayoutIdLst>
  <mc:AlternateContent xmlns:mc="http://schemas.openxmlformats.org/markup-compatibility/2006">
    <mc:Choice xmlns:p14="http://schemas.microsoft.com/office/powerpoint/2010/main" Requires="p14">
      <p:transition p14:dur="500"/>
    </mc:Choice>
    <mc:Fallback>
      <p:transition/>
    </mc:Fallback>
  </mc:AlternateContent>
  <p:hf sldNum="0" hdr="0" ftr="0" dt="0"/>
  <p:txStyles>
    <p:title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mj-lt"/>
          <a:ea typeface="+mj-ea"/>
          <a:cs typeface="+mj-cs"/>
        </a:defRPr>
      </a:lvl1pPr>
    </p:titleStyle>
    <p:body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3200" b="0" i="0" u="none" kern="1200" baseline="0">
          <a:solidFill>
            <a:schemeClr val="bg2"/>
          </a:solidFill>
          <a:effectLst>
            <a:outerShdw blurRad="38100" dist="38100" dir="2700000">
              <a:srgbClr val="000000"/>
            </a:outerShdw>
          </a:effectLst>
          <a:latin typeface="+mn-lt"/>
          <a:ea typeface="+mn-ea"/>
          <a:cs typeface="+mn-cs"/>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5pPr>
      <a:lvl6pPr marL="2514600" lvl="5"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6pPr>
      <a:lvl7pPr marL="2971800" lvl="6"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7pPr>
      <a:lvl8pPr marL="3429000" lvl="7"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8pPr>
      <a:lvl9pPr marL="3886200" lvl="8"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2pPr>
      <a:lvl3pPr marL="914400" lvl="2"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3pPr>
      <a:lvl4pPr marL="1371600" lvl="3"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4pPr>
      <a:lvl5pPr marL="1828800" lvl="4"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5pPr>
      <a:lvl6pPr marL="2286000" lvl="5"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6pPr>
      <a:lvl7pPr marL="2743200" lvl="6"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7pPr>
      <a:lvl8pPr marL="3200400" lvl="7"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8pPr>
      <a:lvl9pPr marL="3657600" lvl="8"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p:sp>
        <p:nvSpPr>
          <p:cNvPr id="1026" name="标题 1025"/>
          <p:cNvSpPr>
            <a:spLocks noGrp="1"/>
          </p:cNvSpPr>
          <p:nvPr>
            <p:ph type="title"/>
          </p:nvPr>
        </p:nvSpPr>
        <p:spPr>
          <a:xfrm>
            <a:off x="363538" y="595313"/>
            <a:ext cx="8393113" cy="749300"/>
          </a:xfrm>
          <a:prstGeom prst="rect">
            <a:avLst/>
          </a:prstGeom>
          <a:noFill/>
          <a:ln w="9525">
            <a:noFill/>
          </a:ln>
        </p:spPr>
        <p:txBody>
          <a:bodyPr>
            <a:spAutoFit/>
          </a:bodyPr>
          <a:p>
            <a:pPr lvl="0" fontAlgn="base"/>
            <a:r>
              <a:rPr lang="en-US" altLang="zh-CN" strike="noStrike" noProof="1"/>
              <a:t>Click to edit Title Slide</a:t>
            </a:r>
            <a:endParaRPr lang="en-US" altLang="zh-CN" strike="noStrike" noProof="1"/>
          </a:p>
        </p:txBody>
      </p:sp>
      <p:sp>
        <p:nvSpPr>
          <p:cNvPr id="1027" name="文本占位符 1026"/>
          <p:cNvSpPr>
            <a:spLocks noGrp="1"/>
          </p:cNvSpPr>
          <p:nvPr>
            <p:ph type="body" idx="1"/>
          </p:nvPr>
        </p:nvSpPr>
        <p:spPr>
          <a:xfrm>
            <a:off x="381000" y="1803400"/>
            <a:ext cx="8388350" cy="2209800"/>
          </a:xfrm>
          <a:prstGeom prst="rect">
            <a:avLst/>
          </a:prstGeom>
          <a:noFill/>
          <a:ln w="9525">
            <a:noFill/>
          </a:ln>
        </p:spPr>
        <p:txBody>
          <a:bodyPr>
            <a:spAutoFit/>
          </a:bodyPr>
          <a:p>
            <a:pPr lvl="0" fontAlgn="base"/>
            <a:r>
              <a:rPr lang="en-US" altLang="zh-CN" strike="noStrike" noProof="1"/>
              <a:t>Click to edit Master text styles</a:t>
            </a:r>
            <a:endParaRPr lang="en-US" altLang="zh-CN" strike="noStrike" noProof="1"/>
          </a:p>
          <a:p>
            <a:pPr lvl="1" fontAlgn="base"/>
            <a:r>
              <a:rPr lang="en-US" altLang="zh-CN" strike="noStrike" noProof="1"/>
              <a:t>Second level</a:t>
            </a:r>
            <a:endParaRPr lang="en-US" altLang="zh-CN" strike="noStrike" noProof="1"/>
          </a:p>
          <a:p>
            <a:pPr lvl="2" fontAlgn="base"/>
            <a:r>
              <a:rPr lang="en-US" altLang="zh-CN" strike="noStrike" noProof="1"/>
              <a:t>Third level</a:t>
            </a:r>
            <a:endParaRPr lang="en-US" altLang="zh-CN" strike="noStrike" noProof="1"/>
          </a:p>
          <a:p>
            <a:pPr lvl="3" fontAlgn="base"/>
            <a:r>
              <a:rPr lang="en-US" altLang="zh-CN" strike="noStrike" noProof="1"/>
              <a:t>Fourth level</a:t>
            </a:r>
            <a:endParaRPr lang="en-US" altLang="zh-CN" strike="noStrike" noProof="1"/>
          </a:p>
          <a:p>
            <a:pPr lvl="4" fontAlgn="base"/>
            <a:r>
              <a:rPr lang="en-US" altLang="zh-CN" strike="noStrike" noProof="1"/>
              <a:t>Fifth level</a:t>
            </a:r>
            <a:endParaRPr lang="en-US" altLang="zh-CN" strike="noStrike" noProof="1"/>
          </a:p>
        </p:txBody>
      </p:sp>
      <p:sp>
        <p:nvSpPr>
          <p:cNvPr id="1028" name="文本框 1027"/>
          <p:cNvSpPr txBox="1"/>
          <p:nvPr/>
        </p:nvSpPr>
        <p:spPr>
          <a:xfrm>
            <a:off x="2312988" y="4505325"/>
            <a:ext cx="1752600" cy="420688"/>
          </a:xfrm>
          <a:prstGeom prst="rect">
            <a:avLst/>
          </a:prstGeom>
          <a:noFill/>
          <a:ln w="9525">
            <a:noFill/>
            <a:miter/>
          </a:ln>
        </p:spPr>
        <p:txBody>
          <a:bodyPr anchor="t">
            <a:spAutoFit/>
          </a:bodyPr>
          <a:p>
            <a:pPr lvl="2" indent="0">
              <a:lnSpc>
                <a:spcPct val="120000"/>
              </a:lnSpc>
              <a:spcBef>
                <a:spcPct val="50000"/>
              </a:spcBef>
              <a:buClr>
                <a:schemeClr val="tx2"/>
              </a:buClr>
              <a:buSzPct val="95000"/>
              <a:buFont typeface="Wingdings" panose="05000000000000000000" pitchFamily="2" charset="2"/>
              <a:buNone/>
            </a:pPr>
            <a:endParaRPr lang="zh-CN" altLang="en-US" sz="1800" b="0" dirty="0">
              <a:latin typeface="Arial" panose="02080604020202020204" pitchFamily="34" charset="0"/>
              <a:ea typeface="宋体" panose="02010600030101010101" pitchFamily="2" charset="-122"/>
            </a:endParaRPr>
          </a:p>
        </p:txBody>
      </p:sp>
      <p:graphicFrame>
        <p:nvGraphicFramePr>
          <p:cNvPr id="1029" name="对象 1028"/>
          <p:cNvGraphicFramePr>
            <a:graphicFrameLocks noChangeAspect="1"/>
          </p:cNvGraphicFramePr>
          <p:nvPr/>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76" name="" r:id="rId15" imgW="838200" imgH="647700" progId="Paint.Picture">
                  <p:embed/>
                </p:oleObj>
              </mc:Choice>
              <mc:Fallback>
                <p:oleObj name="" r:id="rId15" imgW="838200" imgH="647700" progId="Paint.Picture">
                  <p:embed/>
                  <p:pic>
                    <p:nvPicPr>
                      <p:cNvPr id="0" name="图片 3075"/>
                      <p:cNvPicPr/>
                      <p:nvPr/>
                    </p:nvPicPr>
                    <p:blipFill>
                      <a:blip r:embed="rId16"/>
                      <a:stretch>
                        <a:fillRect/>
                      </a:stretch>
                    </p:blipFill>
                    <p:spPr>
                      <a:xfrm>
                        <a:off x="0" y="0"/>
                        <a:ext cx="838200" cy="517525"/>
                      </a:xfrm>
                      <a:prstGeom prst="rect">
                        <a:avLst/>
                      </a:prstGeom>
                      <a:noFill/>
                      <a:ln w="38100">
                        <a:noFill/>
                        <a:miter/>
                      </a:ln>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761" r:id="rId1"/>
    <p:sldLayoutId id="2147483762" r:id="rId2"/>
    <p:sldLayoutId id="2147483763" r:id="rId3"/>
    <p:sldLayoutId id="2147483764" r:id="rId4"/>
    <p:sldLayoutId id="2147483765" r:id="rId5"/>
    <p:sldLayoutId id="2147483766" r:id="rId6"/>
    <p:sldLayoutId id="2147483767" r:id="rId7"/>
    <p:sldLayoutId id="2147483768" r:id="rId8"/>
    <p:sldLayoutId id="2147483769" r:id="rId9"/>
    <p:sldLayoutId id="2147483770" r:id="rId10"/>
    <p:sldLayoutId id="2147483771" r:id="rId11"/>
    <p:sldLayoutId id="2147483772" r:id="rId12"/>
    <p:sldLayoutId id="2147483773" r:id="rId13"/>
  </p:sldLayoutIdLst>
  <mc:AlternateContent xmlns:mc="http://schemas.openxmlformats.org/markup-compatibility/2006">
    <mc:Choice xmlns:p14="http://schemas.microsoft.com/office/powerpoint/2010/main" Requires="p14">
      <p:transition p14:dur="500"/>
    </mc:Choice>
    <mc:Fallback>
      <p:transition/>
    </mc:Fallback>
  </mc:AlternateContent>
  <p:hf sldNum="0" hdr="0" ftr="0" dt="0"/>
  <p:txStyles>
    <p:title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mj-lt"/>
          <a:ea typeface="+mj-ea"/>
          <a:cs typeface="+mj-cs"/>
        </a:defRPr>
      </a:lvl1pPr>
    </p:titleStyle>
    <p:body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3200" b="0" i="0" u="none" kern="1200" baseline="0">
          <a:solidFill>
            <a:schemeClr val="bg2"/>
          </a:solidFill>
          <a:effectLst>
            <a:outerShdw blurRad="38100" dist="38100" dir="2700000">
              <a:srgbClr val="000000"/>
            </a:outerShdw>
          </a:effectLst>
          <a:latin typeface="+mn-lt"/>
          <a:ea typeface="+mn-ea"/>
          <a:cs typeface="+mn-cs"/>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5pPr>
      <a:lvl6pPr marL="2514600" lvl="5"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6pPr>
      <a:lvl7pPr marL="2971800" lvl="6"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7pPr>
      <a:lvl8pPr marL="3429000" lvl="7"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8pPr>
      <a:lvl9pPr marL="3886200" lvl="8"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2pPr>
      <a:lvl3pPr marL="914400" lvl="2"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3pPr>
      <a:lvl4pPr marL="1371600" lvl="3"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4pPr>
      <a:lvl5pPr marL="1828800" lvl="4"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5pPr>
      <a:lvl6pPr marL="2286000" lvl="5"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6pPr>
      <a:lvl7pPr marL="2743200" lvl="6"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7pPr>
      <a:lvl8pPr marL="3200400" lvl="7"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8pPr>
      <a:lvl9pPr marL="3657600" lvl="8"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p:sp>
        <p:nvSpPr>
          <p:cNvPr id="1026" name="标题 1025"/>
          <p:cNvSpPr>
            <a:spLocks noGrp="1"/>
          </p:cNvSpPr>
          <p:nvPr>
            <p:ph type="title"/>
          </p:nvPr>
        </p:nvSpPr>
        <p:spPr>
          <a:xfrm>
            <a:off x="363538" y="595313"/>
            <a:ext cx="8393113" cy="749300"/>
          </a:xfrm>
          <a:prstGeom prst="rect">
            <a:avLst/>
          </a:prstGeom>
          <a:noFill/>
          <a:ln w="9525">
            <a:noFill/>
          </a:ln>
        </p:spPr>
        <p:txBody>
          <a:bodyPr>
            <a:spAutoFit/>
          </a:bodyPr>
          <a:p>
            <a:pPr lvl="0" fontAlgn="base"/>
            <a:r>
              <a:rPr lang="en-US" altLang="zh-CN" strike="noStrike" noProof="1"/>
              <a:t>Click to edit Title Slide</a:t>
            </a:r>
            <a:endParaRPr lang="en-US" altLang="zh-CN" strike="noStrike" noProof="1"/>
          </a:p>
        </p:txBody>
      </p:sp>
      <p:sp>
        <p:nvSpPr>
          <p:cNvPr id="1027" name="文本占位符 1026"/>
          <p:cNvSpPr>
            <a:spLocks noGrp="1"/>
          </p:cNvSpPr>
          <p:nvPr>
            <p:ph type="body" idx="1"/>
          </p:nvPr>
        </p:nvSpPr>
        <p:spPr>
          <a:xfrm>
            <a:off x="381000" y="1803400"/>
            <a:ext cx="8388350" cy="2209800"/>
          </a:xfrm>
          <a:prstGeom prst="rect">
            <a:avLst/>
          </a:prstGeom>
          <a:noFill/>
          <a:ln w="9525">
            <a:noFill/>
          </a:ln>
        </p:spPr>
        <p:txBody>
          <a:bodyPr>
            <a:spAutoFit/>
          </a:bodyPr>
          <a:p>
            <a:pPr lvl="0" fontAlgn="base"/>
            <a:r>
              <a:rPr lang="en-US" altLang="zh-CN" strike="noStrike" noProof="1"/>
              <a:t>Click to edit Master text styles</a:t>
            </a:r>
            <a:endParaRPr lang="en-US" altLang="zh-CN" strike="noStrike" noProof="1"/>
          </a:p>
          <a:p>
            <a:pPr lvl="1" fontAlgn="base"/>
            <a:r>
              <a:rPr lang="en-US" altLang="zh-CN" strike="noStrike" noProof="1"/>
              <a:t>Second level</a:t>
            </a:r>
            <a:endParaRPr lang="en-US" altLang="zh-CN" strike="noStrike" noProof="1"/>
          </a:p>
          <a:p>
            <a:pPr lvl="2" fontAlgn="base"/>
            <a:r>
              <a:rPr lang="en-US" altLang="zh-CN" strike="noStrike" noProof="1"/>
              <a:t>Third level</a:t>
            </a:r>
            <a:endParaRPr lang="en-US" altLang="zh-CN" strike="noStrike" noProof="1"/>
          </a:p>
          <a:p>
            <a:pPr lvl="3" fontAlgn="base"/>
            <a:r>
              <a:rPr lang="en-US" altLang="zh-CN" strike="noStrike" noProof="1"/>
              <a:t>Fourth level</a:t>
            </a:r>
            <a:endParaRPr lang="en-US" altLang="zh-CN" strike="noStrike" noProof="1"/>
          </a:p>
          <a:p>
            <a:pPr lvl="4" fontAlgn="base"/>
            <a:r>
              <a:rPr lang="en-US" altLang="zh-CN" strike="noStrike" noProof="1"/>
              <a:t>Fifth level</a:t>
            </a:r>
            <a:endParaRPr lang="en-US" altLang="zh-CN" strike="noStrike" noProof="1"/>
          </a:p>
        </p:txBody>
      </p:sp>
      <p:sp>
        <p:nvSpPr>
          <p:cNvPr id="1028" name="文本框 1027"/>
          <p:cNvSpPr txBox="1"/>
          <p:nvPr/>
        </p:nvSpPr>
        <p:spPr>
          <a:xfrm>
            <a:off x="2312988" y="4505325"/>
            <a:ext cx="1752600" cy="420688"/>
          </a:xfrm>
          <a:prstGeom prst="rect">
            <a:avLst/>
          </a:prstGeom>
          <a:noFill/>
          <a:ln w="9525">
            <a:noFill/>
            <a:miter/>
          </a:ln>
        </p:spPr>
        <p:txBody>
          <a:bodyPr anchor="t">
            <a:spAutoFit/>
          </a:bodyPr>
          <a:p>
            <a:pPr lvl="2" indent="0">
              <a:lnSpc>
                <a:spcPct val="120000"/>
              </a:lnSpc>
              <a:spcBef>
                <a:spcPct val="50000"/>
              </a:spcBef>
              <a:buClr>
                <a:schemeClr val="tx2"/>
              </a:buClr>
              <a:buSzPct val="95000"/>
              <a:buFont typeface="Wingdings" panose="05000000000000000000" pitchFamily="2" charset="2"/>
              <a:buNone/>
            </a:pPr>
            <a:endParaRPr lang="zh-CN" altLang="en-US" sz="1800" b="0" dirty="0">
              <a:latin typeface="Arial" panose="02080604020202020204" pitchFamily="34" charset="0"/>
              <a:ea typeface="宋体" panose="02010600030101010101" pitchFamily="2" charset="-122"/>
            </a:endParaRPr>
          </a:p>
        </p:txBody>
      </p:sp>
      <p:graphicFrame>
        <p:nvGraphicFramePr>
          <p:cNvPr id="1029" name="对象 1028"/>
          <p:cNvGraphicFramePr>
            <a:graphicFrameLocks noChangeAspect="1"/>
          </p:cNvGraphicFramePr>
          <p:nvPr/>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76" name="" r:id="rId15" imgW="838200" imgH="647700" progId="Paint.Picture">
                  <p:embed/>
                </p:oleObj>
              </mc:Choice>
              <mc:Fallback>
                <p:oleObj name="" r:id="rId15" imgW="838200" imgH="647700" progId="Paint.Picture">
                  <p:embed/>
                  <p:pic>
                    <p:nvPicPr>
                      <p:cNvPr id="0" name="图片 3075"/>
                      <p:cNvPicPr/>
                      <p:nvPr/>
                    </p:nvPicPr>
                    <p:blipFill>
                      <a:blip r:embed="rId16"/>
                      <a:stretch>
                        <a:fillRect/>
                      </a:stretch>
                    </p:blipFill>
                    <p:spPr>
                      <a:xfrm>
                        <a:off x="0" y="0"/>
                        <a:ext cx="838200" cy="517525"/>
                      </a:xfrm>
                      <a:prstGeom prst="rect">
                        <a:avLst/>
                      </a:prstGeom>
                      <a:noFill/>
                      <a:ln w="38100">
                        <a:noFill/>
                        <a:miter/>
                      </a:ln>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775" r:id="rId1"/>
    <p:sldLayoutId id="2147483776" r:id="rId2"/>
    <p:sldLayoutId id="2147483777" r:id="rId3"/>
    <p:sldLayoutId id="2147483778" r:id="rId4"/>
    <p:sldLayoutId id="2147483779" r:id="rId5"/>
    <p:sldLayoutId id="2147483780" r:id="rId6"/>
    <p:sldLayoutId id="2147483781" r:id="rId7"/>
    <p:sldLayoutId id="2147483782" r:id="rId8"/>
    <p:sldLayoutId id="2147483783" r:id="rId9"/>
    <p:sldLayoutId id="2147483784" r:id="rId10"/>
    <p:sldLayoutId id="2147483785" r:id="rId11"/>
    <p:sldLayoutId id="2147483786" r:id="rId12"/>
    <p:sldLayoutId id="2147483787" r:id="rId13"/>
  </p:sldLayoutIdLst>
  <mc:AlternateContent xmlns:mc="http://schemas.openxmlformats.org/markup-compatibility/2006">
    <mc:Choice xmlns:p14="http://schemas.microsoft.com/office/powerpoint/2010/main" Requires="p14">
      <p:transition p14:dur="500"/>
    </mc:Choice>
    <mc:Fallback>
      <p:transition/>
    </mc:Fallback>
  </mc:AlternateContent>
  <p:hf sldNum="0" hdr="0" ftr="0" dt="0"/>
  <p:txStyles>
    <p:title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mj-lt"/>
          <a:ea typeface="+mj-ea"/>
          <a:cs typeface="+mj-cs"/>
        </a:defRPr>
      </a:lvl1pPr>
    </p:titleStyle>
    <p:body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3200" b="0" i="0" u="none" kern="1200" baseline="0">
          <a:solidFill>
            <a:schemeClr val="bg2"/>
          </a:solidFill>
          <a:effectLst>
            <a:outerShdw blurRad="38100" dist="38100" dir="2700000">
              <a:srgbClr val="000000"/>
            </a:outerShdw>
          </a:effectLst>
          <a:latin typeface="+mn-lt"/>
          <a:ea typeface="+mn-ea"/>
          <a:cs typeface="+mn-cs"/>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5pPr>
      <a:lvl6pPr marL="2514600" lvl="5"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6pPr>
      <a:lvl7pPr marL="2971800" lvl="6"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7pPr>
      <a:lvl8pPr marL="3429000" lvl="7"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8pPr>
      <a:lvl9pPr marL="3886200" lvl="8"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2pPr>
      <a:lvl3pPr marL="914400" lvl="2"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3pPr>
      <a:lvl4pPr marL="1371600" lvl="3"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4pPr>
      <a:lvl5pPr marL="1828800" lvl="4"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5pPr>
      <a:lvl6pPr marL="2286000" lvl="5"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6pPr>
      <a:lvl7pPr marL="2743200" lvl="6"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7pPr>
      <a:lvl8pPr marL="3200400" lvl="7"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8pPr>
      <a:lvl9pPr marL="3657600" lvl="8"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p:sp>
        <p:nvSpPr>
          <p:cNvPr id="1026" name="标题 1025"/>
          <p:cNvSpPr>
            <a:spLocks noGrp="1"/>
          </p:cNvSpPr>
          <p:nvPr>
            <p:ph type="title"/>
          </p:nvPr>
        </p:nvSpPr>
        <p:spPr>
          <a:xfrm>
            <a:off x="363538" y="595313"/>
            <a:ext cx="8393113" cy="749300"/>
          </a:xfrm>
          <a:prstGeom prst="rect">
            <a:avLst/>
          </a:prstGeom>
          <a:noFill/>
          <a:ln w="9525">
            <a:noFill/>
          </a:ln>
        </p:spPr>
        <p:txBody>
          <a:bodyPr>
            <a:spAutoFit/>
          </a:bodyPr>
          <a:p>
            <a:pPr lvl="0" fontAlgn="base"/>
            <a:r>
              <a:rPr lang="en-US" altLang="zh-CN" strike="noStrike" noProof="1"/>
              <a:t>Click to edit Title Slide</a:t>
            </a:r>
            <a:endParaRPr lang="en-US" altLang="zh-CN" strike="noStrike" noProof="1"/>
          </a:p>
        </p:txBody>
      </p:sp>
      <p:sp>
        <p:nvSpPr>
          <p:cNvPr id="1027" name="文本占位符 1026"/>
          <p:cNvSpPr>
            <a:spLocks noGrp="1"/>
          </p:cNvSpPr>
          <p:nvPr>
            <p:ph type="body" idx="1"/>
          </p:nvPr>
        </p:nvSpPr>
        <p:spPr>
          <a:xfrm>
            <a:off x="381000" y="1803400"/>
            <a:ext cx="8388350" cy="2209800"/>
          </a:xfrm>
          <a:prstGeom prst="rect">
            <a:avLst/>
          </a:prstGeom>
          <a:noFill/>
          <a:ln w="9525">
            <a:noFill/>
          </a:ln>
        </p:spPr>
        <p:txBody>
          <a:bodyPr>
            <a:spAutoFit/>
          </a:bodyPr>
          <a:p>
            <a:pPr lvl="0" fontAlgn="base"/>
            <a:r>
              <a:rPr lang="en-US" altLang="zh-CN" strike="noStrike" noProof="1"/>
              <a:t>Click to edit Master text styles</a:t>
            </a:r>
            <a:endParaRPr lang="en-US" altLang="zh-CN" strike="noStrike" noProof="1"/>
          </a:p>
          <a:p>
            <a:pPr lvl="1" fontAlgn="base"/>
            <a:r>
              <a:rPr lang="en-US" altLang="zh-CN" strike="noStrike" noProof="1"/>
              <a:t>Second level</a:t>
            </a:r>
            <a:endParaRPr lang="en-US" altLang="zh-CN" strike="noStrike" noProof="1"/>
          </a:p>
          <a:p>
            <a:pPr lvl="2" fontAlgn="base"/>
            <a:r>
              <a:rPr lang="en-US" altLang="zh-CN" strike="noStrike" noProof="1"/>
              <a:t>Third level</a:t>
            </a:r>
            <a:endParaRPr lang="en-US" altLang="zh-CN" strike="noStrike" noProof="1"/>
          </a:p>
          <a:p>
            <a:pPr lvl="3" fontAlgn="base"/>
            <a:r>
              <a:rPr lang="en-US" altLang="zh-CN" strike="noStrike" noProof="1"/>
              <a:t>Fourth level</a:t>
            </a:r>
            <a:endParaRPr lang="en-US" altLang="zh-CN" strike="noStrike" noProof="1"/>
          </a:p>
          <a:p>
            <a:pPr lvl="4" fontAlgn="base"/>
            <a:r>
              <a:rPr lang="en-US" altLang="zh-CN" strike="noStrike" noProof="1"/>
              <a:t>Fifth level</a:t>
            </a:r>
            <a:endParaRPr lang="en-US" altLang="zh-CN" strike="noStrike" noProof="1"/>
          </a:p>
        </p:txBody>
      </p:sp>
      <p:sp>
        <p:nvSpPr>
          <p:cNvPr id="1028" name="文本框 1027"/>
          <p:cNvSpPr txBox="1"/>
          <p:nvPr/>
        </p:nvSpPr>
        <p:spPr>
          <a:xfrm>
            <a:off x="2312988" y="4505325"/>
            <a:ext cx="1752600" cy="420688"/>
          </a:xfrm>
          <a:prstGeom prst="rect">
            <a:avLst/>
          </a:prstGeom>
          <a:noFill/>
          <a:ln w="9525">
            <a:noFill/>
            <a:miter/>
          </a:ln>
        </p:spPr>
        <p:txBody>
          <a:bodyPr anchor="t">
            <a:spAutoFit/>
          </a:bodyPr>
          <a:p>
            <a:pPr lvl="2" indent="0">
              <a:lnSpc>
                <a:spcPct val="120000"/>
              </a:lnSpc>
              <a:spcBef>
                <a:spcPct val="50000"/>
              </a:spcBef>
              <a:buClr>
                <a:schemeClr val="tx2"/>
              </a:buClr>
              <a:buSzPct val="95000"/>
              <a:buFont typeface="Wingdings" panose="05000000000000000000" pitchFamily="2" charset="2"/>
              <a:buNone/>
            </a:pPr>
            <a:endParaRPr lang="zh-CN" altLang="en-US" sz="1800" b="0" dirty="0">
              <a:latin typeface="Arial" panose="02080604020202020204" pitchFamily="34" charset="0"/>
              <a:ea typeface="宋体" panose="02010600030101010101" pitchFamily="2" charset="-122"/>
            </a:endParaRPr>
          </a:p>
        </p:txBody>
      </p:sp>
      <p:graphicFrame>
        <p:nvGraphicFramePr>
          <p:cNvPr id="1029" name="对象 1028"/>
          <p:cNvGraphicFramePr>
            <a:graphicFrameLocks noChangeAspect="1"/>
          </p:cNvGraphicFramePr>
          <p:nvPr/>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76" name="" r:id="rId15" imgW="838200" imgH="647700" progId="Paint.Picture">
                  <p:embed/>
                </p:oleObj>
              </mc:Choice>
              <mc:Fallback>
                <p:oleObj name="" r:id="rId15" imgW="838200" imgH="647700" progId="Paint.Picture">
                  <p:embed/>
                  <p:pic>
                    <p:nvPicPr>
                      <p:cNvPr id="0" name="图片 3075"/>
                      <p:cNvPicPr/>
                      <p:nvPr/>
                    </p:nvPicPr>
                    <p:blipFill>
                      <a:blip r:embed="rId16"/>
                      <a:stretch>
                        <a:fillRect/>
                      </a:stretch>
                    </p:blipFill>
                    <p:spPr>
                      <a:xfrm>
                        <a:off x="0" y="0"/>
                        <a:ext cx="838200" cy="517525"/>
                      </a:xfrm>
                      <a:prstGeom prst="rect">
                        <a:avLst/>
                      </a:prstGeom>
                      <a:noFill/>
                      <a:ln w="38100">
                        <a:noFill/>
                        <a:miter/>
                      </a:ln>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789" r:id="rId1"/>
    <p:sldLayoutId id="2147483790" r:id="rId2"/>
    <p:sldLayoutId id="2147483791" r:id="rId3"/>
    <p:sldLayoutId id="2147483792" r:id="rId4"/>
    <p:sldLayoutId id="2147483793" r:id="rId5"/>
    <p:sldLayoutId id="2147483794" r:id="rId6"/>
    <p:sldLayoutId id="2147483795" r:id="rId7"/>
    <p:sldLayoutId id="2147483796" r:id="rId8"/>
    <p:sldLayoutId id="2147483797" r:id="rId9"/>
    <p:sldLayoutId id="2147483798" r:id="rId10"/>
    <p:sldLayoutId id="2147483799" r:id="rId11"/>
    <p:sldLayoutId id="2147483800" r:id="rId12"/>
    <p:sldLayoutId id="2147483801" r:id="rId13"/>
  </p:sldLayoutIdLst>
  <mc:AlternateContent xmlns:mc="http://schemas.openxmlformats.org/markup-compatibility/2006">
    <mc:Choice xmlns:p14="http://schemas.microsoft.com/office/powerpoint/2010/main" Requires="p14">
      <p:transition p14:dur="500"/>
    </mc:Choice>
    <mc:Fallback>
      <p:transition/>
    </mc:Fallback>
  </mc:AlternateContent>
  <p:hf sldNum="0" hdr="0" ftr="0" dt="0"/>
  <p:txStyles>
    <p:title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mj-lt"/>
          <a:ea typeface="+mj-ea"/>
          <a:cs typeface="+mj-cs"/>
        </a:defRPr>
      </a:lvl1pPr>
    </p:titleStyle>
    <p:body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3200" b="0" i="0" u="none" kern="1200" baseline="0">
          <a:solidFill>
            <a:schemeClr val="bg2"/>
          </a:solidFill>
          <a:effectLst>
            <a:outerShdw blurRad="38100" dist="38100" dir="2700000">
              <a:srgbClr val="000000"/>
            </a:outerShdw>
          </a:effectLst>
          <a:latin typeface="+mn-lt"/>
          <a:ea typeface="+mn-ea"/>
          <a:cs typeface="+mn-cs"/>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5pPr>
      <a:lvl6pPr marL="2514600" lvl="5"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6pPr>
      <a:lvl7pPr marL="2971800" lvl="6"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7pPr>
      <a:lvl8pPr marL="3429000" lvl="7"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8pPr>
      <a:lvl9pPr marL="3886200" lvl="8"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2pPr>
      <a:lvl3pPr marL="914400" lvl="2"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3pPr>
      <a:lvl4pPr marL="1371600" lvl="3"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4pPr>
      <a:lvl5pPr marL="1828800" lvl="4"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5pPr>
      <a:lvl6pPr marL="2286000" lvl="5"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6pPr>
      <a:lvl7pPr marL="2743200" lvl="6"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7pPr>
      <a:lvl8pPr marL="3200400" lvl="7"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8pPr>
      <a:lvl9pPr marL="3657600" lvl="8"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p:sp>
        <p:nvSpPr>
          <p:cNvPr id="1026" name="标题 1025"/>
          <p:cNvSpPr>
            <a:spLocks noGrp="1"/>
          </p:cNvSpPr>
          <p:nvPr>
            <p:ph type="title"/>
          </p:nvPr>
        </p:nvSpPr>
        <p:spPr>
          <a:xfrm>
            <a:off x="363538" y="595313"/>
            <a:ext cx="8393113" cy="749300"/>
          </a:xfrm>
          <a:prstGeom prst="rect">
            <a:avLst/>
          </a:prstGeom>
          <a:noFill/>
          <a:ln w="9525">
            <a:noFill/>
          </a:ln>
        </p:spPr>
        <p:txBody>
          <a:bodyPr>
            <a:spAutoFit/>
          </a:bodyPr>
          <a:p>
            <a:pPr lvl="0" fontAlgn="base"/>
            <a:r>
              <a:rPr lang="en-US" altLang="zh-CN" strike="noStrike" noProof="1"/>
              <a:t>Click to edit Title Slide</a:t>
            </a:r>
            <a:endParaRPr lang="en-US" altLang="zh-CN" strike="noStrike" noProof="1"/>
          </a:p>
        </p:txBody>
      </p:sp>
      <p:sp>
        <p:nvSpPr>
          <p:cNvPr id="1027" name="文本占位符 1026"/>
          <p:cNvSpPr>
            <a:spLocks noGrp="1"/>
          </p:cNvSpPr>
          <p:nvPr>
            <p:ph type="body" idx="1"/>
          </p:nvPr>
        </p:nvSpPr>
        <p:spPr>
          <a:xfrm>
            <a:off x="381000" y="1803400"/>
            <a:ext cx="8388350" cy="2209800"/>
          </a:xfrm>
          <a:prstGeom prst="rect">
            <a:avLst/>
          </a:prstGeom>
          <a:noFill/>
          <a:ln w="9525">
            <a:noFill/>
          </a:ln>
        </p:spPr>
        <p:txBody>
          <a:bodyPr>
            <a:spAutoFit/>
          </a:bodyPr>
          <a:p>
            <a:pPr lvl="0" fontAlgn="base"/>
            <a:r>
              <a:rPr lang="en-US" altLang="zh-CN" strike="noStrike" noProof="1"/>
              <a:t>Click to edit Master text styles</a:t>
            </a:r>
            <a:endParaRPr lang="en-US" altLang="zh-CN" strike="noStrike" noProof="1"/>
          </a:p>
          <a:p>
            <a:pPr lvl="1" fontAlgn="base"/>
            <a:r>
              <a:rPr lang="en-US" altLang="zh-CN" strike="noStrike" noProof="1"/>
              <a:t>Second level</a:t>
            </a:r>
            <a:endParaRPr lang="en-US" altLang="zh-CN" strike="noStrike" noProof="1"/>
          </a:p>
          <a:p>
            <a:pPr lvl="2" fontAlgn="base"/>
            <a:r>
              <a:rPr lang="en-US" altLang="zh-CN" strike="noStrike" noProof="1"/>
              <a:t>Third level</a:t>
            </a:r>
            <a:endParaRPr lang="en-US" altLang="zh-CN" strike="noStrike" noProof="1"/>
          </a:p>
          <a:p>
            <a:pPr lvl="3" fontAlgn="base"/>
            <a:r>
              <a:rPr lang="en-US" altLang="zh-CN" strike="noStrike" noProof="1"/>
              <a:t>Fourth level</a:t>
            </a:r>
            <a:endParaRPr lang="en-US" altLang="zh-CN" strike="noStrike" noProof="1"/>
          </a:p>
          <a:p>
            <a:pPr lvl="4" fontAlgn="base"/>
            <a:r>
              <a:rPr lang="en-US" altLang="zh-CN" strike="noStrike" noProof="1"/>
              <a:t>Fifth level</a:t>
            </a:r>
            <a:endParaRPr lang="en-US" altLang="zh-CN" strike="noStrike" noProof="1"/>
          </a:p>
        </p:txBody>
      </p:sp>
      <p:sp>
        <p:nvSpPr>
          <p:cNvPr id="1028" name="文本框 1027"/>
          <p:cNvSpPr txBox="1"/>
          <p:nvPr/>
        </p:nvSpPr>
        <p:spPr>
          <a:xfrm>
            <a:off x="2312988" y="4505325"/>
            <a:ext cx="1752600" cy="420688"/>
          </a:xfrm>
          <a:prstGeom prst="rect">
            <a:avLst/>
          </a:prstGeom>
          <a:noFill/>
          <a:ln w="9525">
            <a:noFill/>
            <a:miter/>
          </a:ln>
        </p:spPr>
        <p:txBody>
          <a:bodyPr anchor="t">
            <a:spAutoFit/>
          </a:bodyPr>
          <a:p>
            <a:pPr lvl="2" indent="0">
              <a:lnSpc>
                <a:spcPct val="120000"/>
              </a:lnSpc>
              <a:spcBef>
                <a:spcPct val="50000"/>
              </a:spcBef>
              <a:buClr>
                <a:schemeClr val="tx2"/>
              </a:buClr>
              <a:buSzPct val="95000"/>
              <a:buFont typeface="Wingdings" panose="05000000000000000000" pitchFamily="2" charset="2"/>
              <a:buNone/>
            </a:pPr>
            <a:endParaRPr lang="zh-CN" altLang="en-US" sz="1800" b="0" dirty="0">
              <a:latin typeface="Arial" panose="02080604020202020204" pitchFamily="34" charset="0"/>
              <a:ea typeface="宋体" panose="02010600030101010101" pitchFamily="2" charset="-122"/>
            </a:endParaRPr>
          </a:p>
        </p:txBody>
      </p:sp>
      <p:graphicFrame>
        <p:nvGraphicFramePr>
          <p:cNvPr id="1029" name="对象 1028"/>
          <p:cNvGraphicFramePr>
            <a:graphicFrameLocks noChangeAspect="1"/>
          </p:cNvGraphicFramePr>
          <p:nvPr/>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76" name="" r:id="rId15" imgW="838200" imgH="647700" progId="Paint.Picture">
                  <p:embed/>
                </p:oleObj>
              </mc:Choice>
              <mc:Fallback>
                <p:oleObj name="" r:id="rId15" imgW="838200" imgH="647700" progId="Paint.Picture">
                  <p:embed/>
                  <p:pic>
                    <p:nvPicPr>
                      <p:cNvPr id="0" name="图片 3075"/>
                      <p:cNvPicPr/>
                      <p:nvPr/>
                    </p:nvPicPr>
                    <p:blipFill>
                      <a:blip r:embed="rId16"/>
                      <a:stretch>
                        <a:fillRect/>
                      </a:stretch>
                    </p:blipFill>
                    <p:spPr>
                      <a:xfrm>
                        <a:off x="0" y="0"/>
                        <a:ext cx="838200" cy="517525"/>
                      </a:xfrm>
                      <a:prstGeom prst="rect">
                        <a:avLst/>
                      </a:prstGeom>
                      <a:noFill/>
                      <a:ln w="38100">
                        <a:noFill/>
                        <a:miter/>
                      </a:ln>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803" r:id="rId1"/>
    <p:sldLayoutId id="2147483804" r:id="rId2"/>
    <p:sldLayoutId id="2147483805" r:id="rId3"/>
    <p:sldLayoutId id="2147483806" r:id="rId4"/>
    <p:sldLayoutId id="2147483807" r:id="rId5"/>
    <p:sldLayoutId id="2147483808" r:id="rId6"/>
    <p:sldLayoutId id="2147483809" r:id="rId7"/>
    <p:sldLayoutId id="2147483810" r:id="rId8"/>
    <p:sldLayoutId id="2147483811" r:id="rId9"/>
    <p:sldLayoutId id="2147483812" r:id="rId10"/>
    <p:sldLayoutId id="2147483813" r:id="rId11"/>
    <p:sldLayoutId id="2147483814" r:id="rId12"/>
    <p:sldLayoutId id="2147483815" r:id="rId13"/>
  </p:sldLayoutIdLst>
  <mc:AlternateContent xmlns:mc="http://schemas.openxmlformats.org/markup-compatibility/2006">
    <mc:Choice xmlns:p14="http://schemas.microsoft.com/office/powerpoint/2010/main" Requires="p14">
      <p:transition p14:dur="500"/>
    </mc:Choice>
    <mc:Fallback>
      <p:transition/>
    </mc:Fallback>
  </mc:AlternateContent>
  <p:hf sldNum="0" hdr="0" ftr="0" dt="0"/>
  <p:txStyles>
    <p:title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mj-lt"/>
          <a:ea typeface="+mj-ea"/>
          <a:cs typeface="+mj-cs"/>
        </a:defRPr>
      </a:lvl1pPr>
    </p:titleStyle>
    <p:body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3200" b="0" i="0" u="none" kern="1200" baseline="0">
          <a:solidFill>
            <a:schemeClr val="bg2"/>
          </a:solidFill>
          <a:effectLst>
            <a:outerShdw blurRad="38100" dist="38100" dir="2700000">
              <a:srgbClr val="000000"/>
            </a:outerShdw>
          </a:effectLst>
          <a:latin typeface="+mn-lt"/>
          <a:ea typeface="+mn-ea"/>
          <a:cs typeface="+mn-cs"/>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5pPr>
      <a:lvl6pPr marL="2514600" lvl="5"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6pPr>
      <a:lvl7pPr marL="2971800" lvl="6"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7pPr>
      <a:lvl8pPr marL="3429000" lvl="7"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8pPr>
      <a:lvl9pPr marL="3886200" lvl="8"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2pPr>
      <a:lvl3pPr marL="914400" lvl="2"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3pPr>
      <a:lvl4pPr marL="1371600" lvl="3"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4pPr>
      <a:lvl5pPr marL="1828800" lvl="4"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5pPr>
      <a:lvl6pPr marL="2286000" lvl="5"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6pPr>
      <a:lvl7pPr marL="2743200" lvl="6"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7pPr>
      <a:lvl8pPr marL="3200400" lvl="7"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8pPr>
      <a:lvl9pPr marL="3657600" lvl="8"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p:sp>
        <p:nvSpPr>
          <p:cNvPr id="1026" name="标题 1025"/>
          <p:cNvSpPr>
            <a:spLocks noGrp="1"/>
          </p:cNvSpPr>
          <p:nvPr>
            <p:ph type="title"/>
          </p:nvPr>
        </p:nvSpPr>
        <p:spPr>
          <a:xfrm>
            <a:off x="363538" y="595313"/>
            <a:ext cx="8393113" cy="749300"/>
          </a:xfrm>
          <a:prstGeom prst="rect">
            <a:avLst/>
          </a:prstGeom>
          <a:noFill/>
          <a:ln w="9525">
            <a:noFill/>
          </a:ln>
        </p:spPr>
        <p:txBody>
          <a:bodyPr>
            <a:spAutoFit/>
          </a:bodyPr>
          <a:p>
            <a:pPr lvl="0" fontAlgn="base"/>
            <a:r>
              <a:rPr lang="en-US" altLang="zh-CN" strike="noStrike" noProof="1"/>
              <a:t>Click to edit Title Slide</a:t>
            </a:r>
            <a:endParaRPr lang="en-US" altLang="zh-CN" strike="noStrike" noProof="1"/>
          </a:p>
        </p:txBody>
      </p:sp>
      <p:sp>
        <p:nvSpPr>
          <p:cNvPr id="1027" name="文本占位符 1026"/>
          <p:cNvSpPr>
            <a:spLocks noGrp="1"/>
          </p:cNvSpPr>
          <p:nvPr>
            <p:ph type="body" idx="1"/>
          </p:nvPr>
        </p:nvSpPr>
        <p:spPr>
          <a:xfrm>
            <a:off x="381000" y="1803400"/>
            <a:ext cx="8388350" cy="2209800"/>
          </a:xfrm>
          <a:prstGeom prst="rect">
            <a:avLst/>
          </a:prstGeom>
          <a:noFill/>
          <a:ln w="9525">
            <a:noFill/>
          </a:ln>
        </p:spPr>
        <p:txBody>
          <a:bodyPr>
            <a:spAutoFit/>
          </a:bodyPr>
          <a:p>
            <a:pPr lvl="0" fontAlgn="base"/>
            <a:r>
              <a:rPr lang="en-US" altLang="zh-CN" strike="noStrike" noProof="1"/>
              <a:t>Click to edit Master text styles</a:t>
            </a:r>
            <a:endParaRPr lang="en-US" altLang="zh-CN" strike="noStrike" noProof="1"/>
          </a:p>
          <a:p>
            <a:pPr lvl="1" fontAlgn="base"/>
            <a:r>
              <a:rPr lang="en-US" altLang="zh-CN" strike="noStrike" noProof="1"/>
              <a:t>Second level</a:t>
            </a:r>
            <a:endParaRPr lang="en-US" altLang="zh-CN" strike="noStrike" noProof="1"/>
          </a:p>
          <a:p>
            <a:pPr lvl="2" fontAlgn="base"/>
            <a:r>
              <a:rPr lang="en-US" altLang="zh-CN" strike="noStrike" noProof="1"/>
              <a:t>Third level</a:t>
            </a:r>
            <a:endParaRPr lang="en-US" altLang="zh-CN" strike="noStrike" noProof="1"/>
          </a:p>
          <a:p>
            <a:pPr lvl="3" fontAlgn="base"/>
            <a:r>
              <a:rPr lang="en-US" altLang="zh-CN" strike="noStrike" noProof="1"/>
              <a:t>Fourth level</a:t>
            </a:r>
            <a:endParaRPr lang="en-US" altLang="zh-CN" strike="noStrike" noProof="1"/>
          </a:p>
          <a:p>
            <a:pPr lvl="4" fontAlgn="base"/>
            <a:r>
              <a:rPr lang="en-US" altLang="zh-CN" strike="noStrike" noProof="1"/>
              <a:t>Fifth level</a:t>
            </a:r>
            <a:endParaRPr lang="en-US" altLang="zh-CN" strike="noStrike" noProof="1"/>
          </a:p>
        </p:txBody>
      </p:sp>
      <p:sp>
        <p:nvSpPr>
          <p:cNvPr id="1028" name="文本框 1027"/>
          <p:cNvSpPr txBox="1"/>
          <p:nvPr/>
        </p:nvSpPr>
        <p:spPr>
          <a:xfrm>
            <a:off x="2312988" y="4505325"/>
            <a:ext cx="1752600" cy="420688"/>
          </a:xfrm>
          <a:prstGeom prst="rect">
            <a:avLst/>
          </a:prstGeom>
          <a:noFill/>
          <a:ln w="9525">
            <a:noFill/>
            <a:miter/>
          </a:ln>
        </p:spPr>
        <p:txBody>
          <a:bodyPr anchor="t">
            <a:spAutoFit/>
          </a:bodyPr>
          <a:p>
            <a:pPr lvl="2" indent="0">
              <a:lnSpc>
                <a:spcPct val="120000"/>
              </a:lnSpc>
              <a:spcBef>
                <a:spcPct val="50000"/>
              </a:spcBef>
              <a:buClr>
                <a:schemeClr val="tx2"/>
              </a:buClr>
              <a:buSzPct val="95000"/>
              <a:buFont typeface="Wingdings" panose="05000000000000000000" pitchFamily="2" charset="2"/>
              <a:buNone/>
            </a:pPr>
            <a:endParaRPr lang="zh-CN" altLang="en-US" sz="1800" b="0" dirty="0">
              <a:latin typeface="Arial" panose="02080604020202020204" pitchFamily="34" charset="0"/>
              <a:ea typeface="宋体" panose="02010600030101010101" pitchFamily="2" charset="-122"/>
            </a:endParaRPr>
          </a:p>
        </p:txBody>
      </p:sp>
      <p:graphicFrame>
        <p:nvGraphicFramePr>
          <p:cNvPr id="1029" name="对象 1028"/>
          <p:cNvGraphicFramePr>
            <a:graphicFrameLocks noChangeAspect="1"/>
          </p:cNvGraphicFramePr>
          <p:nvPr/>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76" name="" r:id="rId15" imgW="838200" imgH="647700" progId="Paint.Picture">
                  <p:embed/>
                </p:oleObj>
              </mc:Choice>
              <mc:Fallback>
                <p:oleObj name="" r:id="rId15" imgW="838200" imgH="647700" progId="Paint.Picture">
                  <p:embed/>
                  <p:pic>
                    <p:nvPicPr>
                      <p:cNvPr id="0" name="图片 3075"/>
                      <p:cNvPicPr/>
                      <p:nvPr/>
                    </p:nvPicPr>
                    <p:blipFill>
                      <a:blip r:embed="rId16"/>
                      <a:stretch>
                        <a:fillRect/>
                      </a:stretch>
                    </p:blipFill>
                    <p:spPr>
                      <a:xfrm>
                        <a:off x="0" y="0"/>
                        <a:ext cx="838200" cy="517525"/>
                      </a:xfrm>
                      <a:prstGeom prst="rect">
                        <a:avLst/>
                      </a:prstGeom>
                      <a:noFill/>
                      <a:ln w="38100">
                        <a:noFill/>
                        <a:miter/>
                      </a:ln>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 id="2147483827" r:id="rId11"/>
    <p:sldLayoutId id="2147483828" r:id="rId12"/>
    <p:sldLayoutId id="2147483829" r:id="rId13"/>
  </p:sldLayoutIdLst>
  <mc:AlternateContent xmlns:mc="http://schemas.openxmlformats.org/markup-compatibility/2006">
    <mc:Choice xmlns:p14="http://schemas.microsoft.com/office/powerpoint/2010/main" Requires="p14">
      <p:transition p14:dur="500"/>
    </mc:Choice>
    <mc:Fallback>
      <p:transition/>
    </mc:Fallback>
  </mc:AlternateContent>
  <p:hf sldNum="0" hdr="0" ftr="0" dt="0"/>
  <p:txStyles>
    <p:title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mj-lt"/>
          <a:ea typeface="+mj-ea"/>
          <a:cs typeface="+mj-cs"/>
        </a:defRPr>
      </a:lvl1pPr>
    </p:titleStyle>
    <p:body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3200" b="0" i="0" u="none" kern="1200" baseline="0">
          <a:solidFill>
            <a:schemeClr val="bg2"/>
          </a:solidFill>
          <a:effectLst>
            <a:outerShdw blurRad="38100" dist="38100" dir="2700000">
              <a:srgbClr val="000000"/>
            </a:outerShdw>
          </a:effectLst>
          <a:latin typeface="+mn-lt"/>
          <a:ea typeface="+mn-ea"/>
          <a:cs typeface="+mn-cs"/>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5pPr>
      <a:lvl6pPr marL="2514600" lvl="5"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6pPr>
      <a:lvl7pPr marL="2971800" lvl="6"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7pPr>
      <a:lvl8pPr marL="3429000" lvl="7"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8pPr>
      <a:lvl9pPr marL="3886200" lvl="8"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2pPr>
      <a:lvl3pPr marL="914400" lvl="2"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3pPr>
      <a:lvl4pPr marL="1371600" lvl="3"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4pPr>
      <a:lvl5pPr marL="1828800" lvl="4"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5pPr>
      <a:lvl6pPr marL="2286000" lvl="5"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6pPr>
      <a:lvl7pPr marL="2743200" lvl="6"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7pPr>
      <a:lvl8pPr marL="3200400" lvl="7"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8pPr>
      <a:lvl9pPr marL="3657600" lvl="8"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p:sp>
        <p:nvSpPr>
          <p:cNvPr id="1026" name="标题 1025"/>
          <p:cNvSpPr>
            <a:spLocks noGrp="1"/>
          </p:cNvSpPr>
          <p:nvPr>
            <p:ph type="title"/>
          </p:nvPr>
        </p:nvSpPr>
        <p:spPr>
          <a:xfrm>
            <a:off x="363538" y="595313"/>
            <a:ext cx="8393113" cy="749300"/>
          </a:xfrm>
          <a:prstGeom prst="rect">
            <a:avLst/>
          </a:prstGeom>
          <a:noFill/>
          <a:ln w="9525">
            <a:noFill/>
          </a:ln>
        </p:spPr>
        <p:txBody>
          <a:bodyPr>
            <a:spAutoFit/>
          </a:bodyPr>
          <a:p>
            <a:pPr lvl="0" fontAlgn="base"/>
            <a:r>
              <a:rPr lang="en-US" altLang="zh-CN" strike="noStrike" noProof="1"/>
              <a:t>Click to edit Title Slide</a:t>
            </a:r>
            <a:endParaRPr lang="en-US" altLang="zh-CN" strike="noStrike" noProof="1"/>
          </a:p>
        </p:txBody>
      </p:sp>
      <p:sp>
        <p:nvSpPr>
          <p:cNvPr id="1027" name="文本占位符 1026"/>
          <p:cNvSpPr>
            <a:spLocks noGrp="1"/>
          </p:cNvSpPr>
          <p:nvPr>
            <p:ph type="body" idx="1"/>
          </p:nvPr>
        </p:nvSpPr>
        <p:spPr>
          <a:xfrm>
            <a:off x="381000" y="1803400"/>
            <a:ext cx="8388350" cy="2209800"/>
          </a:xfrm>
          <a:prstGeom prst="rect">
            <a:avLst/>
          </a:prstGeom>
          <a:noFill/>
          <a:ln w="9525">
            <a:noFill/>
          </a:ln>
        </p:spPr>
        <p:txBody>
          <a:bodyPr>
            <a:spAutoFit/>
          </a:bodyPr>
          <a:p>
            <a:pPr lvl="0" fontAlgn="base"/>
            <a:r>
              <a:rPr lang="en-US" altLang="zh-CN" strike="noStrike" noProof="1"/>
              <a:t>Click to edit Master text styles</a:t>
            </a:r>
            <a:endParaRPr lang="en-US" altLang="zh-CN" strike="noStrike" noProof="1"/>
          </a:p>
          <a:p>
            <a:pPr lvl="1" fontAlgn="base"/>
            <a:r>
              <a:rPr lang="en-US" altLang="zh-CN" strike="noStrike" noProof="1"/>
              <a:t>Second level</a:t>
            </a:r>
            <a:endParaRPr lang="en-US" altLang="zh-CN" strike="noStrike" noProof="1"/>
          </a:p>
          <a:p>
            <a:pPr lvl="2" fontAlgn="base"/>
            <a:r>
              <a:rPr lang="en-US" altLang="zh-CN" strike="noStrike" noProof="1"/>
              <a:t>Third level</a:t>
            </a:r>
            <a:endParaRPr lang="en-US" altLang="zh-CN" strike="noStrike" noProof="1"/>
          </a:p>
          <a:p>
            <a:pPr lvl="3" fontAlgn="base"/>
            <a:r>
              <a:rPr lang="en-US" altLang="zh-CN" strike="noStrike" noProof="1"/>
              <a:t>Fourth level</a:t>
            </a:r>
            <a:endParaRPr lang="en-US" altLang="zh-CN" strike="noStrike" noProof="1"/>
          </a:p>
          <a:p>
            <a:pPr lvl="4" fontAlgn="base"/>
            <a:r>
              <a:rPr lang="en-US" altLang="zh-CN" strike="noStrike" noProof="1"/>
              <a:t>Fifth level</a:t>
            </a:r>
            <a:endParaRPr lang="en-US" altLang="zh-CN" strike="noStrike" noProof="1"/>
          </a:p>
        </p:txBody>
      </p:sp>
      <p:sp>
        <p:nvSpPr>
          <p:cNvPr id="1028" name="文本框 1027"/>
          <p:cNvSpPr txBox="1"/>
          <p:nvPr/>
        </p:nvSpPr>
        <p:spPr>
          <a:xfrm>
            <a:off x="2312988" y="4505325"/>
            <a:ext cx="1752600" cy="420688"/>
          </a:xfrm>
          <a:prstGeom prst="rect">
            <a:avLst/>
          </a:prstGeom>
          <a:noFill/>
          <a:ln w="9525">
            <a:noFill/>
            <a:miter/>
          </a:ln>
        </p:spPr>
        <p:txBody>
          <a:bodyPr anchor="t">
            <a:spAutoFit/>
          </a:bodyPr>
          <a:p>
            <a:pPr lvl="2" indent="0">
              <a:lnSpc>
                <a:spcPct val="120000"/>
              </a:lnSpc>
              <a:spcBef>
                <a:spcPct val="50000"/>
              </a:spcBef>
              <a:buClr>
                <a:schemeClr val="tx2"/>
              </a:buClr>
              <a:buSzPct val="95000"/>
              <a:buFont typeface="Wingdings" panose="05000000000000000000" pitchFamily="2" charset="2"/>
              <a:buNone/>
            </a:pPr>
            <a:endParaRPr lang="zh-CN" altLang="en-US" sz="1800" b="0" dirty="0">
              <a:latin typeface="Arial" panose="02080604020202020204" pitchFamily="34" charset="0"/>
              <a:ea typeface="宋体" panose="02010600030101010101" pitchFamily="2" charset="-122"/>
            </a:endParaRPr>
          </a:p>
        </p:txBody>
      </p:sp>
      <p:graphicFrame>
        <p:nvGraphicFramePr>
          <p:cNvPr id="1029" name="对象 1028"/>
          <p:cNvGraphicFramePr>
            <a:graphicFrameLocks noChangeAspect="1"/>
          </p:cNvGraphicFramePr>
          <p:nvPr/>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76" name="" r:id="rId15" imgW="838200" imgH="647700" progId="Paint.Picture">
                  <p:embed/>
                </p:oleObj>
              </mc:Choice>
              <mc:Fallback>
                <p:oleObj name="" r:id="rId15" imgW="838200" imgH="647700" progId="Paint.Picture">
                  <p:embed/>
                  <p:pic>
                    <p:nvPicPr>
                      <p:cNvPr id="0" name="图片 3075"/>
                      <p:cNvPicPr/>
                      <p:nvPr/>
                    </p:nvPicPr>
                    <p:blipFill>
                      <a:blip r:embed="rId16"/>
                      <a:stretch>
                        <a:fillRect/>
                      </a:stretch>
                    </p:blipFill>
                    <p:spPr>
                      <a:xfrm>
                        <a:off x="0" y="0"/>
                        <a:ext cx="838200" cy="517525"/>
                      </a:xfrm>
                      <a:prstGeom prst="rect">
                        <a:avLst/>
                      </a:prstGeom>
                      <a:noFill/>
                      <a:ln w="38100">
                        <a:noFill/>
                        <a:miter/>
                      </a:ln>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831" r:id="rId1"/>
    <p:sldLayoutId id="2147483832" r:id="rId2"/>
    <p:sldLayoutId id="2147483833" r:id="rId3"/>
    <p:sldLayoutId id="2147483834" r:id="rId4"/>
    <p:sldLayoutId id="2147483835" r:id="rId5"/>
    <p:sldLayoutId id="2147483836" r:id="rId6"/>
    <p:sldLayoutId id="2147483837" r:id="rId7"/>
    <p:sldLayoutId id="2147483838" r:id="rId8"/>
    <p:sldLayoutId id="2147483839" r:id="rId9"/>
    <p:sldLayoutId id="2147483840" r:id="rId10"/>
    <p:sldLayoutId id="2147483841" r:id="rId11"/>
    <p:sldLayoutId id="2147483842" r:id="rId12"/>
    <p:sldLayoutId id="2147483843" r:id="rId13"/>
  </p:sldLayoutIdLst>
  <mc:AlternateContent xmlns:mc="http://schemas.openxmlformats.org/markup-compatibility/2006">
    <mc:Choice xmlns:p14="http://schemas.microsoft.com/office/powerpoint/2010/main" Requires="p14">
      <p:transition p14:dur="500"/>
    </mc:Choice>
    <mc:Fallback>
      <p:transition/>
    </mc:Fallback>
  </mc:AlternateContent>
  <p:hf sldNum="0" hdr="0" ftr="0" dt="0"/>
  <p:txStyles>
    <p:title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mj-lt"/>
          <a:ea typeface="+mj-ea"/>
          <a:cs typeface="+mj-cs"/>
        </a:defRPr>
      </a:lvl1pPr>
    </p:titleStyle>
    <p:body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3200" b="0" i="0" u="none" kern="1200" baseline="0">
          <a:solidFill>
            <a:schemeClr val="bg2"/>
          </a:solidFill>
          <a:effectLst>
            <a:outerShdw blurRad="38100" dist="38100" dir="2700000">
              <a:srgbClr val="000000"/>
            </a:outerShdw>
          </a:effectLst>
          <a:latin typeface="+mn-lt"/>
          <a:ea typeface="+mn-ea"/>
          <a:cs typeface="+mn-cs"/>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5pPr>
      <a:lvl6pPr marL="2514600" lvl="5"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6pPr>
      <a:lvl7pPr marL="2971800" lvl="6"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7pPr>
      <a:lvl8pPr marL="3429000" lvl="7"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8pPr>
      <a:lvl9pPr marL="3886200" lvl="8"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2pPr>
      <a:lvl3pPr marL="914400" lvl="2"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3pPr>
      <a:lvl4pPr marL="1371600" lvl="3"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4pPr>
      <a:lvl5pPr marL="1828800" lvl="4"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5pPr>
      <a:lvl6pPr marL="2286000" lvl="5"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6pPr>
      <a:lvl7pPr marL="2743200" lvl="6"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7pPr>
      <a:lvl8pPr marL="3200400" lvl="7"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8pPr>
      <a:lvl9pPr marL="3657600" lvl="8"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p:sp>
        <p:nvSpPr>
          <p:cNvPr id="1026" name="标题 1025"/>
          <p:cNvSpPr>
            <a:spLocks noGrp="1"/>
          </p:cNvSpPr>
          <p:nvPr>
            <p:ph type="title"/>
          </p:nvPr>
        </p:nvSpPr>
        <p:spPr>
          <a:xfrm>
            <a:off x="363538" y="595313"/>
            <a:ext cx="8393113" cy="749300"/>
          </a:xfrm>
          <a:prstGeom prst="rect">
            <a:avLst/>
          </a:prstGeom>
          <a:noFill/>
          <a:ln w="9525">
            <a:noFill/>
          </a:ln>
        </p:spPr>
        <p:txBody>
          <a:bodyPr>
            <a:spAutoFit/>
          </a:bodyPr>
          <a:p>
            <a:pPr lvl="0" fontAlgn="base"/>
            <a:r>
              <a:rPr lang="en-US" altLang="zh-CN" strike="noStrike" noProof="1"/>
              <a:t>Click to edit Title Slide</a:t>
            </a:r>
            <a:endParaRPr lang="en-US" altLang="zh-CN" strike="noStrike" noProof="1"/>
          </a:p>
        </p:txBody>
      </p:sp>
      <p:sp>
        <p:nvSpPr>
          <p:cNvPr id="1027" name="文本占位符 1026"/>
          <p:cNvSpPr>
            <a:spLocks noGrp="1"/>
          </p:cNvSpPr>
          <p:nvPr>
            <p:ph type="body" idx="1"/>
          </p:nvPr>
        </p:nvSpPr>
        <p:spPr>
          <a:xfrm>
            <a:off x="381000" y="1803400"/>
            <a:ext cx="8388350" cy="2209800"/>
          </a:xfrm>
          <a:prstGeom prst="rect">
            <a:avLst/>
          </a:prstGeom>
          <a:noFill/>
          <a:ln w="9525">
            <a:noFill/>
          </a:ln>
        </p:spPr>
        <p:txBody>
          <a:bodyPr>
            <a:spAutoFit/>
          </a:bodyPr>
          <a:p>
            <a:pPr lvl="0" fontAlgn="base"/>
            <a:r>
              <a:rPr lang="en-US" altLang="zh-CN" strike="noStrike" noProof="1"/>
              <a:t>Click to edit Master text styles</a:t>
            </a:r>
            <a:endParaRPr lang="en-US" altLang="zh-CN" strike="noStrike" noProof="1"/>
          </a:p>
          <a:p>
            <a:pPr lvl="1" fontAlgn="base"/>
            <a:r>
              <a:rPr lang="en-US" altLang="zh-CN" strike="noStrike" noProof="1"/>
              <a:t>Second level</a:t>
            </a:r>
            <a:endParaRPr lang="en-US" altLang="zh-CN" strike="noStrike" noProof="1"/>
          </a:p>
          <a:p>
            <a:pPr lvl="2" fontAlgn="base"/>
            <a:r>
              <a:rPr lang="en-US" altLang="zh-CN" strike="noStrike" noProof="1"/>
              <a:t>Third level</a:t>
            </a:r>
            <a:endParaRPr lang="en-US" altLang="zh-CN" strike="noStrike" noProof="1"/>
          </a:p>
          <a:p>
            <a:pPr lvl="3" fontAlgn="base"/>
            <a:r>
              <a:rPr lang="en-US" altLang="zh-CN" strike="noStrike" noProof="1"/>
              <a:t>Fourth level</a:t>
            </a:r>
            <a:endParaRPr lang="en-US" altLang="zh-CN" strike="noStrike" noProof="1"/>
          </a:p>
          <a:p>
            <a:pPr lvl="4" fontAlgn="base"/>
            <a:r>
              <a:rPr lang="en-US" altLang="zh-CN" strike="noStrike" noProof="1"/>
              <a:t>Fifth level</a:t>
            </a:r>
            <a:endParaRPr lang="en-US" altLang="zh-CN" strike="noStrike" noProof="1"/>
          </a:p>
        </p:txBody>
      </p:sp>
      <p:sp>
        <p:nvSpPr>
          <p:cNvPr id="1028" name="文本框 1027"/>
          <p:cNvSpPr txBox="1"/>
          <p:nvPr/>
        </p:nvSpPr>
        <p:spPr>
          <a:xfrm>
            <a:off x="2312988" y="4505325"/>
            <a:ext cx="1752600" cy="420688"/>
          </a:xfrm>
          <a:prstGeom prst="rect">
            <a:avLst/>
          </a:prstGeom>
          <a:noFill/>
          <a:ln w="9525">
            <a:noFill/>
            <a:miter/>
          </a:ln>
        </p:spPr>
        <p:txBody>
          <a:bodyPr anchor="t">
            <a:spAutoFit/>
          </a:bodyPr>
          <a:p>
            <a:pPr lvl="2" indent="0">
              <a:lnSpc>
                <a:spcPct val="120000"/>
              </a:lnSpc>
              <a:spcBef>
                <a:spcPct val="50000"/>
              </a:spcBef>
              <a:buClr>
                <a:schemeClr val="tx2"/>
              </a:buClr>
              <a:buSzPct val="95000"/>
              <a:buFont typeface="Wingdings" panose="05000000000000000000" pitchFamily="2" charset="2"/>
              <a:buNone/>
            </a:pPr>
            <a:endParaRPr lang="zh-CN" altLang="en-US" sz="1800" b="0" dirty="0">
              <a:latin typeface="Arial" panose="02080604020202020204" pitchFamily="34" charset="0"/>
              <a:ea typeface="宋体" panose="02010600030101010101" pitchFamily="2" charset="-122"/>
            </a:endParaRPr>
          </a:p>
        </p:txBody>
      </p:sp>
      <p:graphicFrame>
        <p:nvGraphicFramePr>
          <p:cNvPr id="1029" name="对象 1028"/>
          <p:cNvGraphicFramePr>
            <a:graphicFrameLocks noChangeAspect="1"/>
          </p:cNvGraphicFramePr>
          <p:nvPr/>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76" name="" r:id="rId15" imgW="838200" imgH="647700" progId="Paint.Picture">
                  <p:embed/>
                </p:oleObj>
              </mc:Choice>
              <mc:Fallback>
                <p:oleObj name="" r:id="rId15" imgW="838200" imgH="647700" progId="Paint.Picture">
                  <p:embed/>
                  <p:pic>
                    <p:nvPicPr>
                      <p:cNvPr id="0" name="图片 3075"/>
                      <p:cNvPicPr/>
                      <p:nvPr/>
                    </p:nvPicPr>
                    <p:blipFill>
                      <a:blip r:embed="rId16"/>
                      <a:stretch>
                        <a:fillRect/>
                      </a:stretch>
                    </p:blipFill>
                    <p:spPr>
                      <a:xfrm>
                        <a:off x="0" y="0"/>
                        <a:ext cx="838200" cy="517525"/>
                      </a:xfrm>
                      <a:prstGeom prst="rect">
                        <a:avLst/>
                      </a:prstGeom>
                      <a:noFill/>
                      <a:ln w="38100">
                        <a:noFill/>
                        <a:miter/>
                      </a:ln>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845" r:id="rId1"/>
    <p:sldLayoutId id="2147483846" r:id="rId2"/>
    <p:sldLayoutId id="2147483847" r:id="rId3"/>
    <p:sldLayoutId id="2147483848" r:id="rId4"/>
    <p:sldLayoutId id="2147483849" r:id="rId5"/>
    <p:sldLayoutId id="2147483850" r:id="rId6"/>
    <p:sldLayoutId id="2147483851" r:id="rId7"/>
    <p:sldLayoutId id="2147483852" r:id="rId8"/>
    <p:sldLayoutId id="2147483853" r:id="rId9"/>
    <p:sldLayoutId id="2147483854" r:id="rId10"/>
    <p:sldLayoutId id="2147483855" r:id="rId11"/>
    <p:sldLayoutId id="2147483856" r:id="rId12"/>
    <p:sldLayoutId id="2147483857" r:id="rId13"/>
  </p:sldLayoutIdLst>
  <mc:AlternateContent xmlns:mc="http://schemas.openxmlformats.org/markup-compatibility/2006">
    <mc:Choice xmlns:p14="http://schemas.microsoft.com/office/powerpoint/2010/main" Requires="p14">
      <p:transition p14:dur="500"/>
    </mc:Choice>
    <mc:Fallback>
      <p:transition/>
    </mc:Fallback>
  </mc:AlternateContent>
  <p:hf sldNum="0" hdr="0" ftr="0" dt="0"/>
  <p:txStyles>
    <p:title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mj-lt"/>
          <a:ea typeface="+mj-ea"/>
          <a:cs typeface="+mj-cs"/>
        </a:defRPr>
      </a:lvl1pPr>
    </p:titleStyle>
    <p:body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3200" b="0" i="0" u="none" kern="1200" baseline="0">
          <a:solidFill>
            <a:schemeClr val="bg2"/>
          </a:solidFill>
          <a:effectLst>
            <a:outerShdw blurRad="38100" dist="38100" dir="2700000">
              <a:srgbClr val="000000"/>
            </a:outerShdw>
          </a:effectLst>
          <a:latin typeface="+mn-lt"/>
          <a:ea typeface="+mn-ea"/>
          <a:cs typeface="+mn-cs"/>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5pPr>
      <a:lvl6pPr marL="2514600" lvl="5"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6pPr>
      <a:lvl7pPr marL="2971800" lvl="6"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7pPr>
      <a:lvl8pPr marL="3429000" lvl="7"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8pPr>
      <a:lvl9pPr marL="3886200" lvl="8"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2pPr>
      <a:lvl3pPr marL="914400" lvl="2"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3pPr>
      <a:lvl4pPr marL="1371600" lvl="3"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4pPr>
      <a:lvl5pPr marL="1828800" lvl="4"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5pPr>
      <a:lvl6pPr marL="2286000" lvl="5"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6pPr>
      <a:lvl7pPr marL="2743200" lvl="6"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7pPr>
      <a:lvl8pPr marL="3200400" lvl="7"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8pPr>
      <a:lvl9pPr marL="3657600" lvl="8"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vmlDrawing" Target="../drawings/vmlDrawing16.vml"/><Relationship Id="rId4" Type="http://schemas.openxmlformats.org/officeDocument/2006/relationships/slideLayout" Target="../slideLayouts/slideLayout2.xml"/><Relationship Id="rId3" Type="http://schemas.openxmlformats.org/officeDocument/2006/relationships/image" Target="../media/image3.png"/><Relationship Id="rId2" Type="http://schemas.openxmlformats.org/officeDocument/2006/relationships/oleObject" Target="../embeddings/oleObject16.bin"/><Relationship Id="rId1"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64.xml"/><Relationship Id="rId1"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77.xml"/><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90.xml"/><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03.xml"/><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16.xml"/><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5" Type="http://schemas.openxmlformats.org/officeDocument/2006/relationships/slideLayout" Target="../slideLayouts/slideLayout129.xml"/><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42.xml"/><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55.xml"/><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68.xml"/><Relationship Id="rId1" Type="http://schemas.openxmlformats.org/officeDocument/2006/relationships/image" Target="../media/image4.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81.xml"/><Relationship Id="rId1" Type="http://schemas.openxmlformats.org/officeDocument/2006/relationships/image" Target="../media/image4.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51.xml"/><Relationship Id="rId1" Type="http://schemas.openxmlformats.org/officeDocument/2006/relationships/image" Target="../media/image4.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image" Target="../media/image8.jpe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194.xml"/><Relationship Id="rId1" Type="http://schemas.openxmlformats.org/officeDocument/2006/relationships/image" Target="../media/image4.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38.xml"/><Relationship Id="rId1"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8" name="矩形 4097"/>
          <p:cNvSpPr/>
          <p:nvPr/>
        </p:nvSpPr>
        <p:spPr>
          <a:xfrm>
            <a:off x="992188" y="1562100"/>
            <a:ext cx="7129463" cy="3045460"/>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algn="ctr" fontAlgn="base">
              <a:lnSpc>
                <a:spcPct val="120000"/>
              </a:lnSpc>
              <a:spcBef>
                <a:spcPct val="0"/>
              </a:spcBef>
              <a:buFont typeface="Wingdings" panose="05000000000000000000" pitchFamily="2" charset="2"/>
              <a:buNone/>
            </a:pPr>
            <a:endParaRPr lang="zh-CN" altLang="en-US" sz="2800" b="1" strike="noStrike" noProof="1">
              <a:ea typeface="宋体" panose="02010600030101010101" pitchFamily="2" charset="-122"/>
            </a:endParaRPr>
          </a:p>
          <a:p>
            <a:pPr marL="533400" lvl="0" indent="-533400" algn="ctr" fontAlgn="base">
              <a:lnSpc>
                <a:spcPct val="120000"/>
              </a:lnSpc>
              <a:spcBef>
                <a:spcPct val="0"/>
              </a:spcBef>
              <a:buFont typeface="Wingdings" panose="05000000000000000000" pitchFamily="2" charset="2"/>
              <a:buNone/>
            </a:pPr>
            <a:r>
              <a:rPr lang="zh-CN" altLang="en-US" sz="4400" b="1" strike="noStrike" noProof="1">
                <a:solidFill>
                  <a:srgbClr val="990000"/>
                </a:solidFill>
                <a:latin typeface="Times New Roman" panose="02020603050405020304" charset="0"/>
                <a:ea typeface="宋体" panose="02010600030101010101" pitchFamily="2" charset="-122"/>
                <a:cs typeface="+mn-ea"/>
              </a:rPr>
              <a:t>第</a:t>
            </a:r>
            <a:r>
              <a:rPr lang="x-none" altLang="zh-CN" sz="4400" b="1" strike="noStrike" noProof="1">
                <a:solidFill>
                  <a:srgbClr val="990000"/>
                </a:solidFill>
                <a:latin typeface="Times New Roman" panose="02020603050405020304" charset="0"/>
                <a:ea typeface="宋体" panose="02010600030101010101" pitchFamily="2" charset="-122"/>
                <a:cs typeface="+mn-ea"/>
              </a:rPr>
              <a:t>6</a:t>
            </a:r>
            <a:r>
              <a:rPr lang="zh-CN" altLang="en-US" sz="4400" b="1" strike="noStrike" noProof="1">
                <a:solidFill>
                  <a:srgbClr val="990000"/>
                </a:solidFill>
                <a:latin typeface="Times New Roman" panose="02020603050405020304" charset="0"/>
                <a:ea typeface="宋体" panose="02010600030101010101" pitchFamily="2" charset="-122"/>
                <a:cs typeface="+mn-ea"/>
              </a:rPr>
              <a:t>章</a:t>
            </a:r>
            <a:endParaRPr lang="zh-CN" altLang="en-US" sz="4400" b="1" strike="noStrike" noProof="1">
              <a:solidFill>
                <a:srgbClr val="990000"/>
              </a:solidFill>
              <a:latin typeface="Times New Roman" panose="02020603050405020304" charset="0"/>
              <a:ea typeface="宋体" panose="02010600030101010101" pitchFamily="2" charset="-122"/>
            </a:endParaRPr>
          </a:p>
          <a:p>
            <a:pPr marL="533400" lvl="0" indent="-533400" algn="ctr" fontAlgn="base">
              <a:lnSpc>
                <a:spcPct val="120000"/>
              </a:lnSpc>
              <a:spcBef>
                <a:spcPct val="0"/>
              </a:spcBef>
              <a:buFont typeface="Wingdings" panose="05000000000000000000" pitchFamily="2" charset="2"/>
              <a:buNone/>
            </a:pPr>
            <a:r>
              <a:rPr lang="x-none" altLang="zh-CN" sz="4400" b="1" strike="noStrike" noProof="1">
                <a:solidFill>
                  <a:srgbClr val="990000"/>
                </a:solidFill>
                <a:ea typeface="宋体" panose="02010600030101010101" pitchFamily="2" charset="-122"/>
              </a:rPr>
              <a:t>处理机调度</a:t>
            </a:r>
            <a:endParaRPr lang="zh-CN" altLang="en-US" sz="4400" b="1" strike="noStrike" noProof="1">
              <a:solidFill>
                <a:srgbClr val="990000"/>
              </a:solidFill>
              <a:ea typeface="宋体" panose="02010600030101010101" pitchFamily="2" charset="-122"/>
            </a:endParaRPr>
          </a:p>
          <a:p>
            <a:pPr marL="533400" lvl="0" indent="-533400" algn="ctr" fontAlgn="base">
              <a:lnSpc>
                <a:spcPct val="120000"/>
              </a:lnSpc>
              <a:spcBef>
                <a:spcPct val="0"/>
              </a:spcBef>
              <a:buFont typeface="Wingdings" panose="05000000000000000000" pitchFamily="2" charset="2"/>
              <a:buNone/>
            </a:pPr>
            <a:endParaRPr lang="zh-CN" altLang="en-US" sz="4400" b="1" strike="noStrike" noProof="1">
              <a:solidFill>
                <a:srgbClr val="990000"/>
              </a:solidFill>
              <a:ea typeface="宋体" panose="02010600030101010101" pitchFamily="2" charset="-122"/>
            </a:endParaRPr>
          </a:p>
        </p:txBody>
      </p:sp>
      <p:graphicFrame>
        <p:nvGraphicFramePr>
          <p:cNvPr id="2" name="内容占位符 4098"/>
          <p:cNvGraphicFramePr>
            <a:graphicFrameLocks noChangeAspect="1"/>
          </p:cNvGraphicFramePr>
          <p:nvPr>
            <p:ph idx="1"/>
          </p:nvPr>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77" name="" r:id="rId2" imgW="838200" imgH="647700" progId="Paint.Picture">
                  <p:embed/>
                </p:oleObj>
              </mc:Choice>
              <mc:Fallback>
                <p:oleObj name="" r:id="rId2" imgW="838200" imgH="647700" progId="Paint.Picture">
                  <p:embed/>
                  <p:pic>
                    <p:nvPicPr>
                      <p:cNvPr id="0" name="图片 3076"/>
                      <p:cNvPicPr/>
                      <p:nvPr/>
                    </p:nvPicPr>
                    <p:blipFill>
                      <a:blip r:embed="rId3"/>
                      <a:stretch>
                        <a:fillRect/>
                      </a:stretch>
                    </p:blipFill>
                    <p:spPr>
                      <a:xfrm>
                        <a:off x="0" y="0"/>
                        <a:ext cx="838200" cy="517525"/>
                      </a:xfrm>
                      <a:prstGeom prst="rect">
                        <a:avLst/>
                      </a:prstGeom>
                      <a:noFill/>
                      <a:ln w="38100">
                        <a:miter/>
                      </a:ln>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82" name="矩形 122881"/>
          <p:cNvSpPr/>
          <p:nvPr/>
        </p:nvSpPr>
        <p:spPr>
          <a:xfrm>
            <a:off x="266065" y="1165225"/>
            <a:ext cx="8392795" cy="5085080"/>
          </a:xfrm>
          <a:prstGeom prst="rect">
            <a:avLst/>
          </a:prstGeom>
          <a:noFill/>
          <a:ln w="9525">
            <a:noFill/>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x-none" altLang="en-US" sz="2800" strike="noStrike" noProof="1">
                <a:solidFill>
                  <a:schemeClr val="tx1"/>
                </a:solidFill>
                <a:effectLst/>
                <a:latin typeface="Times New Roman" panose="02020603050405020304" charset="0"/>
                <a:ea typeface="宋体" panose="02010600030101010101" pitchFamily="2" charset="-122"/>
                <a:cs typeface="+mn-ea"/>
              </a:rPr>
              <a:t>	</a:t>
            </a:r>
            <a:r>
              <a:rPr lang="x-none" sz="2800" strike="noStrike" noProof="1">
                <a:solidFill>
                  <a:schemeClr val="tx1"/>
                </a:solidFill>
                <a:effectLst/>
                <a:latin typeface="Times New Roman" panose="02020603050405020304" charset="0"/>
                <a:ea typeface="宋体" panose="02010600030101010101" pitchFamily="2" charset="-122"/>
                <a:cs typeface="+mn-ea"/>
              </a:rPr>
              <a:t>中央处理器（CPU）是计算机系统中最关键的资源之一，有以下特点：</a:t>
            </a:r>
            <a:endParaRPr lang="x-none" sz="2800" strike="noStrike" noProof="1">
              <a:solidFill>
                <a:schemeClr val="tx1"/>
              </a:solidFill>
              <a:effectLst/>
              <a:latin typeface="Times New Roman" panose="02020603050405020304" charset="0"/>
              <a:ea typeface="宋体" panose="02010600030101010101" pitchFamily="2" charset="-122"/>
              <a:cs typeface="+mn-ea"/>
            </a:endParaRPr>
          </a:p>
          <a:p>
            <a:pPr marL="533400" lvl="0" indent="-533400" fontAlgn="base">
              <a:lnSpc>
                <a:spcPct val="130000"/>
              </a:lnSpc>
              <a:buFont typeface="Arial" panose="02080604020202020204" pitchFamily="34" charset="0"/>
              <a:buChar char="•"/>
            </a:pPr>
            <a:r>
              <a:rPr lang="x-none" sz="2800" strike="noStrike" noProof="1">
                <a:solidFill>
                  <a:schemeClr val="tx1"/>
                </a:solidFill>
                <a:effectLst/>
                <a:latin typeface="Times New Roman" panose="02020603050405020304" charset="0"/>
                <a:ea typeface="宋体" panose="02010600030101010101" pitchFamily="2" charset="-122"/>
                <a:cs typeface="+mn-ea"/>
              </a:rPr>
              <a:t>	互斥资源</a:t>
            </a:r>
            <a:endParaRPr lang="x-none" sz="2800" strike="noStrike" noProof="1">
              <a:solidFill>
                <a:schemeClr val="tx1"/>
              </a:solidFill>
              <a:effectLst/>
              <a:latin typeface="Times New Roman" panose="02020603050405020304" charset="0"/>
              <a:ea typeface="宋体" panose="02010600030101010101" pitchFamily="2" charset="-122"/>
              <a:cs typeface="+mn-ea"/>
            </a:endParaRPr>
          </a:p>
          <a:p>
            <a:pPr marL="533400" lvl="0" indent="-533400" fontAlgn="base">
              <a:lnSpc>
                <a:spcPct val="130000"/>
              </a:lnSpc>
              <a:buFont typeface="Arial" panose="02080604020202020204" pitchFamily="34" charset="0"/>
              <a:buChar char="•"/>
            </a:pPr>
            <a:r>
              <a:rPr lang="x-none" altLang="en-US" sz="2800" strike="noStrike" noProof="1">
                <a:solidFill>
                  <a:schemeClr val="tx1"/>
                </a:solidFill>
                <a:effectLst/>
                <a:latin typeface="Times New Roman" panose="02020603050405020304" charset="0"/>
                <a:ea typeface="宋体" panose="02010600030101010101" pitchFamily="2" charset="-122"/>
                <a:cs typeface="+mn-ea"/>
                <a:sym typeface="+mn-ea"/>
              </a:rPr>
              <a:t>	分片使用</a:t>
            </a:r>
            <a:endParaRPr lang="x-none" altLang="en-US" sz="2800" strike="noStrike" noProof="1">
              <a:solidFill>
                <a:schemeClr val="tx1"/>
              </a:solidFill>
              <a:effectLst/>
              <a:latin typeface="Times New Roman" panose="02020603050405020304" charset="0"/>
              <a:ea typeface="宋体" panose="02010600030101010101" pitchFamily="2" charset="-122"/>
              <a:cs typeface="+mn-ea"/>
              <a:sym typeface="+mn-ea"/>
            </a:endParaRPr>
          </a:p>
          <a:p>
            <a:pPr marL="533400" lvl="0" indent="-533400" fontAlgn="base">
              <a:lnSpc>
                <a:spcPct val="130000"/>
              </a:lnSpc>
              <a:buFont typeface="Arial" panose="02080604020202020204" pitchFamily="34" charset="0"/>
              <a:buChar char="•"/>
            </a:pPr>
            <a:r>
              <a:rPr lang="x-none" altLang="en-US" sz="2800" strike="noStrike" noProof="1">
                <a:solidFill>
                  <a:schemeClr val="tx1"/>
                </a:solidFill>
                <a:effectLst/>
                <a:latin typeface="Times New Roman" panose="02020603050405020304" charset="0"/>
                <a:ea typeface="宋体" panose="02010600030101010101" pitchFamily="2" charset="-122"/>
                <a:cs typeface="+mn-ea"/>
                <a:sym typeface="+mn-ea"/>
              </a:rPr>
              <a:t>	可抢占</a:t>
            </a:r>
            <a:endParaRPr lang="x-none" altLang="en-US" sz="2800" strike="noStrike" noProof="1">
              <a:solidFill>
                <a:schemeClr val="tx1"/>
              </a:solidFill>
              <a:effectLst/>
              <a:latin typeface="Times New Roman" panose="02020603050405020304" charset="0"/>
              <a:ea typeface="宋体" panose="02010600030101010101" pitchFamily="2" charset="-122"/>
              <a:cs typeface="+mn-ea"/>
              <a:sym typeface="+mn-ea"/>
            </a:endParaRPr>
          </a:p>
          <a:p>
            <a:pPr marL="0" lvl="0" indent="0" fontAlgn="base">
              <a:lnSpc>
                <a:spcPct val="130000"/>
              </a:lnSpc>
              <a:buFont typeface="Arial" panose="02080604020202020204" pitchFamily="34" charset="0"/>
              <a:buNone/>
            </a:pPr>
            <a:r>
              <a:rPr lang="x-none" altLang="en-US" sz="2800" strike="noStrike" noProof="1">
                <a:solidFill>
                  <a:schemeClr val="tx1"/>
                </a:solidFill>
                <a:effectLst/>
                <a:latin typeface="Times New Roman" panose="02020603050405020304" charset="0"/>
                <a:ea typeface="宋体" panose="02010600030101010101" pitchFamily="2" charset="-122"/>
                <a:cs typeface="+mn-ea"/>
                <a:sym typeface="+mn-ea"/>
              </a:rPr>
              <a:t>     处理器时间如何分片，以什么策略分配处理器；处理器控制权切换时，如何保存旧任务，切换新任务，这就是处理器调度需要解决的问题。</a:t>
            </a:r>
            <a:endParaRPr lang="zh-CN" altLang="en-US" sz="2400" strike="noStrike" noProof="1">
              <a:solidFill>
                <a:schemeClr val="tx1"/>
              </a:solidFill>
              <a:latin typeface="Times New Roman" panose="02020603050405020304" charset="0"/>
              <a:ea typeface="宋体" panose="02010600030101010101" pitchFamily="2" charset="-122"/>
            </a:endParaRPr>
          </a:p>
        </p:txBody>
      </p:sp>
      <p:sp>
        <p:nvSpPr>
          <p:cNvPr id="122883" name="矩形 122882"/>
          <p:cNvSpPr/>
          <p:nvPr/>
        </p:nvSpPr>
        <p:spPr>
          <a:xfrm>
            <a:off x="299720" y="513080"/>
            <a:ext cx="6333490" cy="681990"/>
          </a:xfrm>
          <a:prstGeom prst="rect">
            <a:avLst/>
          </a:prstGeom>
          <a:noFill/>
          <a:ln w="9525">
            <a:noFill/>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buNone/>
            </a:pPr>
            <a:r>
              <a:rPr lang="x-none" b="1" strike="noStrike" noProof="1" dirty="0">
                <a:solidFill>
                  <a:srgbClr val="990000"/>
                </a:solidFill>
                <a:latin typeface="Arial" panose="02080604020202020204" pitchFamily="34" charset="0"/>
                <a:ea typeface="宋体" panose="02010600030101010101" pitchFamily="2" charset="-122"/>
                <a:cs typeface="+mn-ea"/>
              </a:rPr>
              <a:t>处理机的多级调度</a:t>
            </a:r>
            <a:endParaRPr lang="x-none" b="1" strike="noStrike" noProof="1" dirty="0">
              <a:solidFill>
                <a:srgbClr val="990000"/>
              </a:solidFill>
              <a:ea typeface="宋体" panose="02010600030101010101" pitchFamily="2" charset="-122"/>
            </a:endParaRPr>
          </a:p>
        </p:txBody>
      </p:sp>
      <p:sp>
        <p:nvSpPr>
          <p:cNvPr id="122884" name="矩形 122883"/>
          <p:cNvSpPr/>
          <p:nvPr/>
        </p:nvSpPr>
        <p:spPr>
          <a:xfrm>
            <a:off x="381000" y="42863"/>
            <a:ext cx="8393113" cy="423545"/>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x-none" sz="2400" strike="noStrike" noProof="1">
                <a:latin typeface="Arial" panose="02080604020202020204" pitchFamily="34" charset="0"/>
                <a:ea typeface="宋体" panose="02010600030101010101" pitchFamily="2" charset="-122"/>
                <a:cs typeface="+mn-ea"/>
              </a:rPr>
              <a:t>处理机</a:t>
            </a:r>
            <a:r>
              <a:rPr lang="zh-CN" altLang="en-US" sz="2400" strike="noStrike" noProof="1">
                <a:latin typeface="Arial" panose="02080604020202020204" pitchFamily="34" charset="0"/>
                <a:ea typeface="宋体" panose="02010600030101010101" pitchFamily="2" charset="-122"/>
                <a:cs typeface="+mn-ea"/>
              </a:rPr>
              <a:t>调度</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122882" grpId="0" build="p"/>
      <p:bldP spid="12288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82" name="矩形 122881"/>
          <p:cNvSpPr/>
          <p:nvPr/>
        </p:nvSpPr>
        <p:spPr>
          <a:xfrm>
            <a:off x="373380" y="1041400"/>
            <a:ext cx="8392795" cy="5510530"/>
          </a:xfrm>
          <a:prstGeom prst="rect">
            <a:avLst/>
          </a:prstGeom>
          <a:noFill/>
          <a:ln w="9525">
            <a:noFill/>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x-none" altLang="en-US" sz="2400" strike="noStrike" noProof="1">
                <a:solidFill>
                  <a:schemeClr val="tx1"/>
                </a:solidFill>
                <a:effectLst/>
                <a:latin typeface="Times New Roman" panose="02020603050405020304" charset="0"/>
                <a:ea typeface="宋体" panose="02010600030101010101" pitchFamily="2" charset="-122"/>
                <a:cs typeface="+mn-ea"/>
              </a:rPr>
              <a:t>	不同类型的操作系统采用不同的处理器分配方法</a:t>
            </a:r>
            <a:r>
              <a:rPr lang="x-none" sz="2400" strike="noStrike" noProof="1">
                <a:solidFill>
                  <a:schemeClr val="tx1"/>
                </a:solidFill>
                <a:effectLst/>
                <a:latin typeface="Times New Roman" panose="02020603050405020304" charset="0"/>
                <a:ea typeface="宋体" panose="02010600030101010101" pitchFamily="2" charset="-122"/>
                <a:cs typeface="+mn-ea"/>
              </a:rPr>
              <a:t>：</a:t>
            </a:r>
            <a:endParaRPr lang="x-none" sz="2400" strike="noStrike" noProof="1">
              <a:solidFill>
                <a:schemeClr val="tx1"/>
              </a:solidFill>
              <a:effectLst/>
              <a:latin typeface="Times New Roman" panose="02020603050405020304" charset="0"/>
              <a:ea typeface="宋体" panose="02010600030101010101" pitchFamily="2" charset="-122"/>
              <a:cs typeface="+mn-ea"/>
            </a:endParaRPr>
          </a:p>
          <a:p>
            <a:pPr marL="533400" lvl="0" indent="-533400" fontAlgn="base">
              <a:lnSpc>
                <a:spcPct val="130000"/>
              </a:lnSpc>
              <a:buFont typeface="Arial" panose="02080604020202020204" pitchFamily="34" charset="0"/>
              <a:buChar char="•"/>
            </a:pPr>
            <a:r>
              <a:rPr lang="x-none" sz="2400" b="1" i="1" strike="noStrike" noProof="1">
                <a:solidFill>
                  <a:schemeClr val="tx1"/>
                </a:solidFill>
                <a:effectLst/>
                <a:latin typeface="Times New Roman" panose="02020603050405020304" charset="0"/>
                <a:ea typeface="宋体" panose="02010600030101010101" pitchFamily="2" charset="-122"/>
                <a:cs typeface="+mn-ea"/>
              </a:rPr>
              <a:t>	批处理操作系统</a:t>
            </a:r>
            <a:endParaRPr lang="x-none" sz="2400" b="1" i="1" strike="noStrike" noProof="1">
              <a:solidFill>
                <a:schemeClr val="tx1"/>
              </a:solidFill>
              <a:effectLst/>
              <a:latin typeface="Times New Roman" panose="02020603050405020304" charset="0"/>
              <a:ea typeface="宋体" panose="02010600030101010101" pitchFamily="2" charset="-122"/>
              <a:cs typeface="+mn-ea"/>
            </a:endParaRPr>
          </a:p>
          <a:p>
            <a:pPr marL="0" lvl="0" algn="l" fontAlgn="base">
              <a:lnSpc>
                <a:spcPct val="130000"/>
              </a:lnSpc>
              <a:buFont typeface="Arial" panose="02080604020202020204" pitchFamily="34" charset="0"/>
              <a:buNone/>
            </a:pPr>
            <a:r>
              <a:rPr lang="x-none" altLang="en-US" sz="2000" strike="noStrike" noProof="1">
                <a:solidFill>
                  <a:schemeClr val="tx1"/>
                </a:solidFill>
                <a:effectLst/>
                <a:latin typeface="Times New Roman" panose="02020603050405020304" charset="0"/>
                <a:ea typeface="宋体" panose="02010600030101010101" pitchFamily="2" charset="-122"/>
                <a:cs typeface="+mn-ea"/>
              </a:rPr>
              <a:t>    用户提交的任务为作业，作业调度（宏观调度），挑选作业、分配资源、建立作业对应的进程、投入运行。</a:t>
            </a:r>
            <a:endParaRPr lang="x-none" altLang="en-US" sz="2000" strike="noStrike" noProof="1">
              <a:solidFill>
                <a:schemeClr val="tx1"/>
              </a:solidFill>
              <a:effectLst/>
              <a:latin typeface="Times New Roman" panose="02020603050405020304" charset="0"/>
              <a:ea typeface="宋体" panose="02010600030101010101" pitchFamily="2" charset="-122"/>
              <a:cs typeface="+mn-ea"/>
            </a:endParaRPr>
          </a:p>
          <a:p>
            <a:pPr marL="0" lvl="0" algn="l" fontAlgn="base">
              <a:lnSpc>
                <a:spcPct val="130000"/>
              </a:lnSpc>
              <a:buFont typeface="Arial" panose="02080604020202020204" pitchFamily="34" charset="0"/>
              <a:buNone/>
            </a:pPr>
            <a:r>
              <a:rPr lang="x-none" altLang="en-US" sz="2000" strike="noStrike" noProof="1">
                <a:solidFill>
                  <a:schemeClr val="tx1"/>
                </a:solidFill>
                <a:effectLst/>
                <a:latin typeface="Times New Roman" panose="02020603050405020304" charset="0"/>
                <a:ea typeface="宋体" panose="02010600030101010101" pitchFamily="2" charset="-122"/>
                <a:cs typeface="+mn-ea"/>
              </a:rPr>
              <a:t>    一道作业在处理过程中分为多个进程，进程调度（微观调度）</a:t>
            </a:r>
            <a:endParaRPr lang="x-none" sz="2400" b="1" i="1" strike="noStrike" noProof="1">
              <a:solidFill>
                <a:schemeClr val="tx1"/>
              </a:solidFill>
              <a:effectLst/>
              <a:latin typeface="Times New Roman" panose="02020603050405020304" charset="0"/>
              <a:ea typeface="宋体" panose="02010600030101010101" pitchFamily="2" charset="-122"/>
              <a:cs typeface="+mn-ea"/>
            </a:endParaRPr>
          </a:p>
          <a:p>
            <a:pPr marL="533400" lvl="0" indent="-533400" fontAlgn="base">
              <a:lnSpc>
                <a:spcPct val="130000"/>
              </a:lnSpc>
              <a:buFont typeface="Arial" panose="02080604020202020204" pitchFamily="34" charset="0"/>
              <a:buChar char="•"/>
            </a:pPr>
            <a:r>
              <a:rPr lang="x-none" altLang="en-US" sz="2400" b="1" i="1" strike="noStrike" noProof="1">
                <a:solidFill>
                  <a:schemeClr val="tx1"/>
                </a:solidFill>
                <a:effectLst/>
                <a:latin typeface="Times New Roman" panose="02020603050405020304" charset="0"/>
                <a:ea typeface="宋体" panose="02010600030101010101" pitchFamily="2" charset="-122"/>
                <a:cs typeface="+mn-ea"/>
                <a:sym typeface="+mn-ea"/>
              </a:rPr>
              <a:t>	多任务操作系统</a:t>
            </a:r>
            <a:endParaRPr lang="x-none" altLang="en-US" sz="2400" strike="noStrike" noProof="1">
              <a:solidFill>
                <a:schemeClr val="tx1"/>
              </a:solidFill>
              <a:effectLst/>
              <a:latin typeface="Times New Roman" panose="02020603050405020304" charset="0"/>
              <a:ea typeface="宋体" panose="02010600030101010101" pitchFamily="2" charset="-122"/>
              <a:cs typeface="+mn-ea"/>
              <a:sym typeface="+mn-ea"/>
            </a:endParaRPr>
          </a:p>
          <a:p>
            <a:pPr marL="0" lvl="0" indent="0" fontAlgn="base">
              <a:lnSpc>
                <a:spcPct val="130000"/>
              </a:lnSpc>
              <a:buFont typeface="Arial" panose="02080604020202020204" pitchFamily="34" charset="0"/>
              <a:buNone/>
            </a:pPr>
            <a:r>
              <a:rPr lang="x-none" altLang="en-US" sz="2000" strike="noStrike" noProof="1">
                <a:solidFill>
                  <a:schemeClr val="tx1"/>
                </a:solidFill>
                <a:effectLst/>
                <a:latin typeface="Times New Roman" panose="02020603050405020304" charset="0"/>
                <a:ea typeface="宋体" panose="02010600030101010101" pitchFamily="2" charset="-122"/>
                <a:cs typeface="+mn-ea"/>
                <a:sym typeface="+mn-ea"/>
              </a:rPr>
              <a:t>    用户提交的任务为进程，一个进程又可以创建多个子进程，进程是分配系统资源和处理器的单位。在处理器空闲时选择一个就绪进程运行。</a:t>
            </a:r>
            <a:endParaRPr lang="x-none" altLang="en-US" sz="2400" strike="noStrike" noProof="1">
              <a:solidFill>
                <a:schemeClr val="tx1"/>
              </a:solidFill>
              <a:effectLst/>
              <a:latin typeface="Times New Roman" panose="02020603050405020304" charset="0"/>
              <a:ea typeface="宋体" panose="02010600030101010101" pitchFamily="2" charset="-122"/>
              <a:cs typeface="+mn-ea"/>
              <a:sym typeface="+mn-ea"/>
            </a:endParaRPr>
          </a:p>
          <a:p>
            <a:pPr marL="533400" lvl="0" indent="-533400" fontAlgn="base">
              <a:lnSpc>
                <a:spcPct val="130000"/>
              </a:lnSpc>
              <a:buFont typeface="Arial" panose="02080604020202020204" pitchFamily="34" charset="0"/>
              <a:buChar char="•"/>
            </a:pPr>
            <a:r>
              <a:rPr lang="x-none" altLang="en-US" sz="2400" b="1" i="1" strike="noStrike" noProof="1">
                <a:solidFill>
                  <a:schemeClr val="tx1"/>
                </a:solidFill>
                <a:effectLst/>
                <a:latin typeface="Times New Roman" panose="02020603050405020304" charset="0"/>
                <a:ea typeface="宋体" panose="02010600030101010101" pitchFamily="2" charset="-122"/>
                <a:cs typeface="+mn-ea"/>
                <a:sym typeface="+mn-ea"/>
              </a:rPr>
              <a:t>	多线程操作系统</a:t>
            </a:r>
            <a:endParaRPr lang="x-none" altLang="en-US" sz="2400" strike="noStrike" noProof="1">
              <a:solidFill>
                <a:schemeClr val="tx1"/>
              </a:solidFill>
              <a:effectLst/>
              <a:latin typeface="Times New Roman" panose="02020603050405020304" charset="0"/>
              <a:ea typeface="宋体" panose="02010600030101010101" pitchFamily="2" charset="-122"/>
              <a:cs typeface="+mn-ea"/>
              <a:sym typeface="+mn-ea"/>
            </a:endParaRPr>
          </a:p>
          <a:p>
            <a:pPr marL="0" lvl="0" algn="l" fontAlgn="base">
              <a:lnSpc>
                <a:spcPct val="130000"/>
              </a:lnSpc>
              <a:buFont typeface="Arial" panose="02080604020202020204" pitchFamily="34" charset="0"/>
              <a:buNone/>
            </a:pPr>
            <a:r>
              <a:rPr lang="x-none" altLang="en-US" sz="2000" strike="noStrike" noProof="1">
                <a:solidFill>
                  <a:schemeClr val="tx1"/>
                </a:solidFill>
                <a:effectLst/>
                <a:latin typeface="Times New Roman" panose="02020603050405020304" charset="0"/>
                <a:ea typeface="宋体" panose="02010600030101010101" pitchFamily="2" charset="-122"/>
                <a:cs typeface="+mn-ea"/>
              </a:rPr>
              <a:t>    一个进程可以创建多个线程，</a:t>
            </a:r>
            <a:r>
              <a:rPr lang="x-none" altLang="en-US" sz="2000">
                <a:solidFill>
                  <a:schemeClr val="tx1"/>
                </a:solidFill>
                <a:effectLst/>
                <a:latin typeface="Times New Roman" panose="02020603050405020304" charset="0"/>
                <a:cs typeface="+mn-ea"/>
                <a:sym typeface="+mn-ea"/>
              </a:rPr>
              <a:t>进程是分配系统资源的单位，线程是处理器的分配单位。在处理器空闲时选择一个就绪线程运行。</a:t>
            </a:r>
            <a:endParaRPr lang="x-none" altLang="en-US" sz="2000" strike="noStrike" noProof="1">
              <a:solidFill>
                <a:schemeClr val="tx1"/>
              </a:solidFill>
              <a:effectLst/>
              <a:latin typeface="Times New Roman" panose="02020603050405020304" charset="0"/>
              <a:ea typeface="宋体" panose="02010600030101010101" pitchFamily="2" charset="-122"/>
              <a:cs typeface="+mn-ea"/>
              <a:sym typeface="+mn-ea"/>
            </a:endParaRPr>
          </a:p>
        </p:txBody>
      </p:sp>
      <p:sp>
        <p:nvSpPr>
          <p:cNvPr id="122883" name="矩形 122882"/>
          <p:cNvSpPr/>
          <p:nvPr/>
        </p:nvSpPr>
        <p:spPr>
          <a:xfrm>
            <a:off x="299720" y="513080"/>
            <a:ext cx="6333490" cy="681990"/>
          </a:xfrm>
          <a:prstGeom prst="rect">
            <a:avLst/>
          </a:prstGeom>
          <a:noFill/>
          <a:ln w="9525">
            <a:noFill/>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buNone/>
            </a:pPr>
            <a:r>
              <a:rPr lang="x-none" b="1" strike="noStrike" noProof="1" dirty="0">
                <a:solidFill>
                  <a:srgbClr val="990000"/>
                </a:solidFill>
                <a:latin typeface="Arial" panose="02080604020202020204" pitchFamily="34" charset="0"/>
                <a:ea typeface="宋体" panose="02010600030101010101" pitchFamily="2" charset="-122"/>
                <a:cs typeface="+mn-ea"/>
              </a:rPr>
              <a:t>处理机的多级调度</a:t>
            </a:r>
            <a:endParaRPr lang="x-none" b="1" strike="noStrike" noProof="1" dirty="0">
              <a:solidFill>
                <a:srgbClr val="990000"/>
              </a:solidFill>
              <a:ea typeface="宋体" panose="02010600030101010101" pitchFamily="2" charset="-122"/>
            </a:endParaRPr>
          </a:p>
        </p:txBody>
      </p:sp>
      <p:sp>
        <p:nvSpPr>
          <p:cNvPr id="122884" name="矩形 122883"/>
          <p:cNvSpPr/>
          <p:nvPr/>
        </p:nvSpPr>
        <p:spPr>
          <a:xfrm>
            <a:off x="381000" y="42863"/>
            <a:ext cx="8393113" cy="423545"/>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x-none" sz="2400" strike="noStrike" noProof="1">
                <a:latin typeface="Arial" panose="02080604020202020204" pitchFamily="34" charset="0"/>
                <a:ea typeface="宋体" panose="02010600030101010101" pitchFamily="2" charset="-122"/>
                <a:cs typeface="+mn-ea"/>
              </a:rPr>
              <a:t>处理机</a:t>
            </a:r>
            <a:r>
              <a:rPr lang="zh-CN" altLang="en-US" sz="2400" strike="noStrike" noProof="1">
                <a:latin typeface="Arial" panose="02080604020202020204" pitchFamily="34" charset="0"/>
                <a:ea typeface="宋体" panose="02010600030101010101" pitchFamily="2" charset="-122"/>
                <a:cs typeface="+mn-ea"/>
              </a:rPr>
              <a:t>调度</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122882" grpId="0" build="p"/>
      <p:bldP spid="12288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82" name="矩形 122881"/>
          <p:cNvSpPr/>
          <p:nvPr/>
        </p:nvSpPr>
        <p:spPr>
          <a:xfrm>
            <a:off x="173355" y="1041400"/>
            <a:ext cx="8792845" cy="2230120"/>
          </a:xfrm>
          <a:prstGeom prst="rect">
            <a:avLst/>
          </a:prstGeom>
          <a:noFill/>
          <a:ln w="9525">
            <a:noFill/>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x-none" altLang="en-US" sz="2400" strike="noStrike" noProof="1">
                <a:solidFill>
                  <a:schemeClr val="tx1"/>
                </a:solidFill>
                <a:effectLst/>
                <a:latin typeface="Times New Roman" panose="02020603050405020304" charset="0"/>
                <a:ea typeface="宋体" panose="02010600030101010101" pitchFamily="2" charset="-122"/>
                <a:cs typeface="+mn-ea"/>
              </a:rPr>
              <a:t>	作业调度负责作业一级的处理器。作业的状态</a:t>
            </a:r>
            <a:r>
              <a:rPr lang="x-none" sz="2400" strike="noStrike" noProof="1">
                <a:solidFill>
                  <a:schemeClr val="tx1"/>
                </a:solidFill>
                <a:effectLst/>
                <a:latin typeface="Times New Roman" panose="02020603050405020304" charset="0"/>
                <a:ea typeface="宋体" panose="02010600030101010101" pitchFamily="2" charset="-122"/>
                <a:cs typeface="+mn-ea"/>
              </a:rPr>
              <a:t>：</a:t>
            </a:r>
            <a:endParaRPr lang="x-none" sz="2400" strike="noStrike" noProof="1">
              <a:solidFill>
                <a:schemeClr val="tx1"/>
              </a:solidFill>
              <a:effectLst/>
              <a:latin typeface="Times New Roman" panose="02020603050405020304" charset="0"/>
              <a:ea typeface="宋体" panose="02010600030101010101" pitchFamily="2" charset="-122"/>
              <a:cs typeface="+mn-ea"/>
            </a:endParaRPr>
          </a:p>
          <a:p>
            <a:pPr marL="0" lvl="0" indent="0">
              <a:lnSpc>
                <a:spcPct val="130000"/>
              </a:lnSpc>
              <a:spcBef>
                <a:spcPts val="0"/>
              </a:spcBef>
              <a:buFont typeface="Arial" panose="02080604020202020204" pitchFamily="34" charset="0"/>
              <a:buChar char="•"/>
            </a:pPr>
            <a:r>
              <a:rPr lang="x-none" sz="2400" b="1" i="1" strike="noStrike" noProof="1">
                <a:solidFill>
                  <a:schemeClr val="tx1"/>
                </a:solidFill>
                <a:effectLst/>
                <a:latin typeface="Times New Roman" panose="02020603050405020304" charset="0"/>
                <a:ea typeface="宋体" panose="02010600030101010101" pitchFamily="2" charset="-122"/>
                <a:cs typeface="+mn-ea"/>
              </a:rPr>
              <a:t>	后备状态：</a:t>
            </a:r>
            <a:r>
              <a:rPr lang="x-none" sz="2400" strike="noStrike" noProof="1">
                <a:solidFill>
                  <a:schemeClr val="tx1"/>
                </a:solidFill>
                <a:effectLst/>
                <a:latin typeface="Times New Roman" panose="02020603050405020304" charset="0"/>
                <a:ea typeface="宋体" panose="02010600030101010101" pitchFamily="2" charset="-122"/>
                <a:cs typeface="+mn-ea"/>
              </a:rPr>
              <a:t>作业进入到磁盘后备作业队列，等待调度;</a:t>
            </a:r>
            <a:endParaRPr lang="x-none" sz="2400" strike="noStrike" noProof="1">
              <a:solidFill>
                <a:schemeClr val="tx1"/>
              </a:solidFill>
              <a:effectLst/>
              <a:latin typeface="Times New Roman" panose="02020603050405020304" charset="0"/>
              <a:ea typeface="宋体" panose="02010600030101010101" pitchFamily="2" charset="-122"/>
              <a:cs typeface="+mn-ea"/>
            </a:endParaRPr>
          </a:p>
          <a:p>
            <a:pPr marL="533400" lvl="0" indent="-533400" fontAlgn="base">
              <a:lnSpc>
                <a:spcPct val="130000"/>
              </a:lnSpc>
              <a:buFont typeface="Arial" panose="02080604020202020204" pitchFamily="34" charset="0"/>
              <a:buChar char="•"/>
            </a:pPr>
            <a:r>
              <a:rPr lang="x-none" altLang="en-US" sz="2400" b="1" i="1" strike="noStrike" noProof="1">
                <a:solidFill>
                  <a:schemeClr val="tx1"/>
                </a:solidFill>
                <a:effectLst/>
                <a:latin typeface="Times New Roman" panose="02020603050405020304" charset="0"/>
                <a:ea typeface="宋体" panose="02010600030101010101" pitchFamily="2" charset="-122"/>
                <a:cs typeface="+mn-ea"/>
                <a:sym typeface="+mn-ea"/>
              </a:rPr>
              <a:t>	执行状态：</a:t>
            </a:r>
            <a:r>
              <a:rPr lang="x-none" altLang="en-US" sz="2400" strike="noStrike" noProof="1">
                <a:solidFill>
                  <a:schemeClr val="tx1"/>
                </a:solidFill>
                <a:effectLst/>
                <a:latin typeface="Times New Roman" panose="02020603050405020304" charset="0"/>
                <a:ea typeface="宋体" panose="02010600030101010101" pitchFamily="2" charset="-122"/>
                <a:cs typeface="+mn-ea"/>
                <a:sym typeface="+mn-ea"/>
              </a:rPr>
              <a:t>作业进入主存开始运行，到作业计算完成;</a:t>
            </a:r>
            <a:endParaRPr lang="x-none" altLang="en-US" sz="2400" strike="noStrike" noProof="1">
              <a:solidFill>
                <a:schemeClr val="tx1"/>
              </a:solidFill>
              <a:effectLst/>
              <a:latin typeface="Times New Roman" panose="02020603050405020304" charset="0"/>
              <a:ea typeface="宋体" panose="02010600030101010101" pitchFamily="2" charset="-122"/>
              <a:cs typeface="+mn-ea"/>
              <a:sym typeface="+mn-ea"/>
            </a:endParaRPr>
          </a:p>
          <a:p>
            <a:pPr marL="533400" lvl="0" indent="-533400" fontAlgn="base">
              <a:lnSpc>
                <a:spcPct val="130000"/>
              </a:lnSpc>
              <a:buFont typeface="Arial" panose="02080604020202020204" pitchFamily="34" charset="0"/>
              <a:buChar char="•"/>
            </a:pPr>
            <a:r>
              <a:rPr lang="x-none" altLang="en-US" sz="2400" b="1" i="1" strike="noStrike" noProof="1">
                <a:solidFill>
                  <a:schemeClr val="tx1"/>
                </a:solidFill>
                <a:effectLst/>
                <a:latin typeface="Times New Roman" panose="02020603050405020304" charset="0"/>
                <a:ea typeface="宋体" panose="02010600030101010101" pitchFamily="2" charset="-122"/>
                <a:cs typeface="+mn-ea"/>
                <a:sym typeface="+mn-ea"/>
              </a:rPr>
              <a:t>	完成状态：</a:t>
            </a:r>
            <a:r>
              <a:rPr lang="x-none" altLang="en-US" sz="2400" strike="noStrike" noProof="1">
                <a:solidFill>
                  <a:schemeClr val="tx1"/>
                </a:solidFill>
                <a:effectLst/>
                <a:latin typeface="Times New Roman" panose="02020603050405020304" charset="0"/>
                <a:ea typeface="宋体" panose="02010600030101010101" pitchFamily="2" charset="-122"/>
                <a:cs typeface="+mn-ea"/>
                <a:sym typeface="+mn-ea"/>
              </a:rPr>
              <a:t>从作业计算完成，到善后处理完毕退出系统;</a:t>
            </a:r>
            <a:endParaRPr lang="x-none" altLang="en-US" sz="2000" strike="noStrike" noProof="1">
              <a:solidFill>
                <a:schemeClr val="tx1"/>
              </a:solidFill>
              <a:effectLst/>
              <a:latin typeface="Times New Roman" panose="02020603050405020304" charset="0"/>
              <a:ea typeface="宋体" panose="02010600030101010101" pitchFamily="2" charset="-122"/>
              <a:cs typeface="+mn-ea"/>
              <a:sym typeface="+mn-ea"/>
            </a:endParaRPr>
          </a:p>
        </p:txBody>
      </p:sp>
      <p:sp>
        <p:nvSpPr>
          <p:cNvPr id="122883" name="矩形 122882"/>
          <p:cNvSpPr/>
          <p:nvPr/>
        </p:nvSpPr>
        <p:spPr>
          <a:xfrm>
            <a:off x="299720" y="513080"/>
            <a:ext cx="6333490" cy="681990"/>
          </a:xfrm>
          <a:prstGeom prst="rect">
            <a:avLst/>
          </a:prstGeom>
          <a:noFill/>
          <a:ln w="9525">
            <a:noFill/>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buNone/>
            </a:pPr>
            <a:r>
              <a:rPr lang="x-none" b="1" strike="noStrike" noProof="1" dirty="0">
                <a:solidFill>
                  <a:srgbClr val="990000"/>
                </a:solidFill>
                <a:latin typeface="Arial" panose="02080604020202020204" pitchFamily="34" charset="0"/>
                <a:ea typeface="宋体" panose="02010600030101010101" pitchFamily="2" charset="-122"/>
                <a:cs typeface="+mn-ea"/>
              </a:rPr>
              <a:t>作业调度</a:t>
            </a:r>
            <a:endParaRPr lang="x-none" b="1" strike="noStrike" noProof="1" dirty="0">
              <a:solidFill>
                <a:srgbClr val="990000"/>
              </a:solidFill>
              <a:ea typeface="宋体" panose="02010600030101010101" pitchFamily="2" charset="-122"/>
            </a:endParaRPr>
          </a:p>
        </p:txBody>
      </p:sp>
      <p:sp>
        <p:nvSpPr>
          <p:cNvPr id="122884" name="矩形 122883"/>
          <p:cNvSpPr/>
          <p:nvPr/>
        </p:nvSpPr>
        <p:spPr>
          <a:xfrm>
            <a:off x="381000" y="42863"/>
            <a:ext cx="8393113" cy="423545"/>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x-none" sz="2400" strike="noStrike" noProof="1">
                <a:latin typeface="Arial" panose="02080604020202020204" pitchFamily="34" charset="0"/>
                <a:ea typeface="宋体" panose="02010600030101010101" pitchFamily="2" charset="-122"/>
                <a:cs typeface="+mn-ea"/>
              </a:rPr>
              <a:t>处理机</a:t>
            </a:r>
            <a:r>
              <a:rPr lang="zh-CN" altLang="en-US" sz="2400" strike="noStrike" noProof="1">
                <a:latin typeface="Arial" panose="02080604020202020204" pitchFamily="34" charset="0"/>
                <a:ea typeface="宋体" panose="02010600030101010101" pitchFamily="2" charset="-122"/>
                <a:cs typeface="+mn-ea"/>
              </a:rPr>
              <a:t>调度</a:t>
            </a:r>
            <a:endParaRPr lang="zh-CN" altLang="en-US" sz="2400" strike="noStrike" noProof="1">
              <a:ea typeface="宋体" panose="02010600030101010101" pitchFamily="2" charset="-122"/>
            </a:endParaRPr>
          </a:p>
        </p:txBody>
      </p:sp>
      <p:grpSp>
        <p:nvGrpSpPr>
          <p:cNvPr id="12" name="组合 11"/>
          <p:cNvGrpSpPr/>
          <p:nvPr/>
        </p:nvGrpSpPr>
        <p:grpSpPr>
          <a:xfrm>
            <a:off x="669290" y="3690620"/>
            <a:ext cx="7604760" cy="2531110"/>
            <a:chOff x="443" y="6228"/>
            <a:chExt cx="11976" cy="3986"/>
          </a:xfrm>
        </p:grpSpPr>
        <p:grpSp>
          <p:nvGrpSpPr>
            <p:cNvPr id="3" name="组合 2"/>
            <p:cNvGrpSpPr/>
            <p:nvPr/>
          </p:nvGrpSpPr>
          <p:grpSpPr>
            <a:xfrm>
              <a:off x="5201" y="6228"/>
              <a:ext cx="4368" cy="3986"/>
              <a:chOff x="6345" y="4148"/>
              <a:chExt cx="4368" cy="3986"/>
            </a:xfrm>
          </p:grpSpPr>
          <p:sp>
            <p:nvSpPr>
              <p:cNvPr id="2" name="椭圆 1"/>
              <p:cNvSpPr/>
              <p:nvPr/>
            </p:nvSpPr>
            <p:spPr>
              <a:xfrm>
                <a:off x="6345" y="4148"/>
                <a:ext cx="4368" cy="398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nvGrpSpPr>
              <p:cNvPr id="137219" name="组合 137218"/>
              <p:cNvGrpSpPr/>
              <p:nvPr/>
            </p:nvGrpSpPr>
            <p:grpSpPr>
              <a:xfrm>
                <a:off x="6624" y="4337"/>
                <a:ext cx="3717" cy="3485"/>
                <a:chOff x="489" y="0"/>
                <a:chExt cx="4012" cy="2213"/>
              </a:xfrm>
            </p:grpSpPr>
            <p:sp>
              <p:nvSpPr>
                <p:cNvPr id="149507" name="直接连接符 137219"/>
                <p:cNvSpPr/>
                <p:nvPr/>
              </p:nvSpPr>
              <p:spPr>
                <a:xfrm flipH="1">
                  <a:off x="1811" y="1583"/>
                  <a:ext cx="1375" cy="6"/>
                </a:xfrm>
                <a:prstGeom prst="line">
                  <a:avLst/>
                </a:prstGeom>
                <a:ln w="19050" cap="flat" cmpd="sng">
                  <a:solidFill>
                    <a:schemeClr val="tx1"/>
                  </a:solidFill>
                  <a:prstDash val="solid"/>
                  <a:round/>
                  <a:headEnd type="none" w="med" len="med"/>
                  <a:tailEnd type="triangle" w="sm" len="med"/>
                </a:ln>
              </p:spPr>
              <p:txBody>
                <a:bodyPr anchor="t"/>
                <a:p>
                  <a:pPr lvl="0"/>
                  <a:endParaRPr lang="zh-CN" altLang="en-US">
                    <a:latin typeface="Arial" panose="02080604020202020204" pitchFamily="34" charset="0"/>
                    <a:ea typeface="宋体" panose="02010600030101010101" pitchFamily="2" charset="-122"/>
                  </a:endParaRPr>
                </a:p>
              </p:txBody>
            </p:sp>
            <p:sp>
              <p:nvSpPr>
                <p:cNvPr id="149508" name="直接连接符 137220"/>
                <p:cNvSpPr/>
                <p:nvPr/>
              </p:nvSpPr>
              <p:spPr>
                <a:xfrm flipH="1">
                  <a:off x="999" y="484"/>
                  <a:ext cx="1053" cy="775"/>
                </a:xfrm>
                <a:prstGeom prst="line">
                  <a:avLst/>
                </a:prstGeom>
                <a:ln w="19050" cap="flat" cmpd="sng">
                  <a:solidFill>
                    <a:schemeClr val="tx1"/>
                  </a:solidFill>
                  <a:prstDash val="solid"/>
                  <a:round/>
                  <a:headEnd type="none" w="med" len="med"/>
                  <a:tailEnd type="triangle" w="sm" len="med"/>
                </a:ln>
              </p:spPr>
              <p:txBody>
                <a:bodyPr anchor="t"/>
                <a:p>
                  <a:pPr lvl="0"/>
                  <a:endParaRPr lang="zh-CN" altLang="en-US">
                    <a:latin typeface="Arial" panose="02080604020202020204" pitchFamily="34" charset="0"/>
                    <a:ea typeface="宋体" panose="02010600030101010101" pitchFamily="2" charset="-122"/>
                  </a:endParaRPr>
                </a:p>
              </p:txBody>
            </p:sp>
            <p:sp>
              <p:nvSpPr>
                <p:cNvPr id="149509" name="椭圆 137221"/>
                <p:cNvSpPr/>
                <p:nvPr/>
              </p:nvSpPr>
              <p:spPr>
                <a:xfrm>
                  <a:off x="1866" y="0"/>
                  <a:ext cx="1316" cy="551"/>
                </a:xfrm>
                <a:prstGeom prst="ellipse">
                  <a:avLst/>
                </a:prstGeom>
                <a:noFill/>
                <a:ln w="19050" cap="flat" cmpd="sng">
                  <a:solidFill>
                    <a:srgbClr val="000000"/>
                  </a:solidFill>
                  <a:prstDash val="solid"/>
                  <a:round/>
                  <a:headEnd type="none" w="med" len="med"/>
                  <a:tailEnd type="none" w="med" len="med"/>
                </a:ln>
              </p:spPr>
              <p:txBody>
                <a:bodyPr anchor="t"/>
                <a:p>
                  <a:pPr marL="914400" lvl="0" indent="-340995" algn="ctr">
                    <a:lnSpc>
                      <a:spcPct val="120000"/>
                    </a:lnSpc>
                    <a:buClr>
                      <a:schemeClr val="tx2"/>
                    </a:buClr>
                    <a:buSzPct val="95000"/>
                    <a:buFont typeface="Wingdings" panose="05000000000000000000" pitchFamily="2" charset="2"/>
                    <a:buBlip>
                      <a:blip r:embed="rId1"/>
                    </a:buBlip>
                  </a:pPr>
                  <a:endParaRPr lang="zh-CN" altLang="en-US" sz="3200" b="0" dirty="0">
                    <a:latin typeface="Arial" panose="02080604020202020204" pitchFamily="34" charset="0"/>
                    <a:ea typeface="宋体" panose="02010600030101010101" pitchFamily="2" charset="-122"/>
                  </a:endParaRPr>
                </a:p>
              </p:txBody>
            </p:sp>
            <p:sp>
              <p:nvSpPr>
                <p:cNvPr id="149510" name="文本框 137222"/>
                <p:cNvSpPr txBox="1"/>
                <p:nvPr/>
              </p:nvSpPr>
              <p:spPr>
                <a:xfrm>
                  <a:off x="2077" y="91"/>
                  <a:ext cx="841" cy="370"/>
                </a:xfrm>
                <a:prstGeom prst="rect">
                  <a:avLst/>
                </a:prstGeom>
                <a:noFill/>
                <a:ln w="9525">
                  <a:noFill/>
                  <a:miter/>
                </a:ln>
              </p:spPr>
              <p:txBody>
                <a:bodyPr anchor="t"/>
                <a:p>
                  <a:pPr lvl="0" algn="ctr"/>
                  <a:r>
                    <a:rPr lang="zh-CN" altLang="en-US" sz="1200">
                      <a:solidFill>
                        <a:schemeClr val="tx1"/>
                      </a:solidFill>
                      <a:latin typeface="Times New Roman" panose="02020603050405020304" charset="0"/>
                      <a:ea typeface="宋体" panose="02010600030101010101" pitchFamily="2" charset="-122"/>
                    </a:rPr>
                    <a:t>运行</a:t>
                  </a:r>
                  <a:endParaRPr lang="zh-CN" altLang="en-US" sz="1200">
                    <a:solidFill>
                      <a:schemeClr val="tx1"/>
                    </a:solidFill>
                    <a:latin typeface="Times New Roman" panose="02020603050405020304" charset="0"/>
                    <a:ea typeface="宋体" panose="02010600030101010101" pitchFamily="2" charset="-122"/>
                  </a:endParaRPr>
                </a:p>
              </p:txBody>
            </p:sp>
            <p:sp>
              <p:nvSpPr>
                <p:cNvPr id="149512" name="椭圆 137224"/>
                <p:cNvSpPr/>
                <p:nvPr/>
              </p:nvSpPr>
              <p:spPr>
                <a:xfrm>
                  <a:off x="3186" y="1260"/>
                  <a:ext cx="1315" cy="552"/>
                </a:xfrm>
                <a:prstGeom prst="ellipse">
                  <a:avLst/>
                </a:prstGeom>
                <a:noFill/>
                <a:ln w="19050" cap="flat" cmpd="sng">
                  <a:solidFill>
                    <a:srgbClr val="000000"/>
                  </a:solidFill>
                  <a:prstDash val="solid"/>
                  <a:round/>
                  <a:headEnd type="none" w="med" len="med"/>
                  <a:tailEnd type="none" w="med" len="med"/>
                </a:ln>
              </p:spPr>
              <p:txBody>
                <a:bodyPr anchor="t"/>
                <a:p>
                  <a:pPr marL="914400" lvl="0" indent="-340995" algn="ctr">
                    <a:lnSpc>
                      <a:spcPct val="120000"/>
                    </a:lnSpc>
                    <a:buClr>
                      <a:schemeClr val="tx2"/>
                    </a:buClr>
                    <a:buSzPct val="95000"/>
                    <a:buFont typeface="Wingdings" panose="05000000000000000000" pitchFamily="2" charset="2"/>
                    <a:buBlip>
                      <a:blip r:embed="rId1"/>
                    </a:buBlip>
                  </a:pPr>
                  <a:endParaRPr lang="zh-CN" altLang="en-US" sz="3200" b="0" dirty="0">
                    <a:latin typeface="Arial" panose="02080604020202020204" pitchFamily="34" charset="0"/>
                    <a:ea typeface="宋体" panose="02010600030101010101" pitchFamily="2" charset="-122"/>
                  </a:endParaRPr>
                </a:p>
              </p:txBody>
            </p:sp>
            <p:sp>
              <p:nvSpPr>
                <p:cNvPr id="149513" name="文本框 137225"/>
                <p:cNvSpPr txBox="1"/>
                <p:nvPr/>
              </p:nvSpPr>
              <p:spPr>
                <a:xfrm>
                  <a:off x="3352" y="1385"/>
                  <a:ext cx="985" cy="423"/>
                </a:xfrm>
                <a:prstGeom prst="rect">
                  <a:avLst/>
                </a:prstGeom>
                <a:noFill/>
                <a:ln w="9525">
                  <a:noFill/>
                  <a:miter/>
                </a:ln>
              </p:spPr>
              <p:txBody>
                <a:bodyPr anchor="t"/>
                <a:p>
                  <a:pPr lvl="0" algn="ctr"/>
                  <a:r>
                    <a:rPr lang="zh-CN" altLang="en-US" sz="1200">
                      <a:solidFill>
                        <a:schemeClr val="tx1"/>
                      </a:solidFill>
                      <a:latin typeface="Times New Roman" panose="02020603050405020304" charset="0"/>
                      <a:ea typeface="宋体" panose="02010600030101010101" pitchFamily="2" charset="-122"/>
                    </a:rPr>
                    <a:t>等待</a:t>
                  </a:r>
                  <a:endParaRPr lang="zh-CN" altLang="en-US" sz="1600">
                    <a:solidFill>
                      <a:schemeClr val="tx1"/>
                    </a:solidFill>
                    <a:latin typeface="Times New Roman" panose="02020603050405020304" charset="0"/>
                    <a:ea typeface="宋体" panose="02010600030101010101" pitchFamily="2" charset="-122"/>
                  </a:endParaRPr>
                </a:p>
                <a:p>
                  <a:pPr lvl="0" algn="just"/>
                  <a:endParaRPr lang="zh-CN" altLang="en-US" sz="1600">
                    <a:solidFill>
                      <a:schemeClr val="tx1"/>
                    </a:solidFill>
                    <a:latin typeface="Times New Roman" panose="02020603050405020304" charset="0"/>
                    <a:ea typeface="宋体" panose="02010600030101010101" pitchFamily="2" charset="-122"/>
                  </a:endParaRPr>
                </a:p>
              </p:txBody>
            </p:sp>
            <p:sp>
              <p:nvSpPr>
                <p:cNvPr id="149516" name="椭圆 137228"/>
                <p:cNvSpPr/>
                <p:nvPr/>
              </p:nvSpPr>
              <p:spPr>
                <a:xfrm>
                  <a:off x="489" y="1261"/>
                  <a:ext cx="1315" cy="552"/>
                </a:xfrm>
                <a:prstGeom prst="ellipse">
                  <a:avLst/>
                </a:prstGeom>
                <a:noFill/>
                <a:ln w="19050" cap="flat" cmpd="sng">
                  <a:solidFill>
                    <a:srgbClr val="000000"/>
                  </a:solidFill>
                  <a:prstDash val="solid"/>
                  <a:round/>
                  <a:headEnd type="none" w="med" len="med"/>
                  <a:tailEnd type="none" w="med" len="med"/>
                </a:ln>
              </p:spPr>
              <p:txBody>
                <a:bodyPr anchor="t"/>
                <a:p>
                  <a:pPr marL="914400" lvl="0" indent="-340995" algn="ctr">
                    <a:lnSpc>
                      <a:spcPct val="120000"/>
                    </a:lnSpc>
                    <a:buClr>
                      <a:schemeClr val="tx2"/>
                    </a:buClr>
                    <a:buSzPct val="95000"/>
                    <a:buFont typeface="Wingdings" panose="05000000000000000000" pitchFamily="2" charset="2"/>
                    <a:buBlip>
                      <a:blip r:embed="rId1"/>
                    </a:buBlip>
                  </a:pPr>
                  <a:endParaRPr lang="zh-CN" altLang="en-US" sz="3200" b="0" dirty="0">
                    <a:latin typeface="Arial" panose="02080604020202020204" pitchFamily="34" charset="0"/>
                    <a:ea typeface="宋体" panose="02010600030101010101" pitchFamily="2" charset="-122"/>
                  </a:endParaRPr>
                </a:p>
              </p:txBody>
            </p:sp>
            <p:sp>
              <p:nvSpPr>
                <p:cNvPr id="149517" name="文本框 137229"/>
                <p:cNvSpPr txBox="1"/>
                <p:nvPr/>
              </p:nvSpPr>
              <p:spPr>
                <a:xfrm>
                  <a:off x="688" y="1360"/>
                  <a:ext cx="911" cy="394"/>
                </a:xfrm>
                <a:prstGeom prst="rect">
                  <a:avLst/>
                </a:prstGeom>
                <a:noFill/>
                <a:ln w="9525">
                  <a:noFill/>
                  <a:miter/>
                </a:ln>
              </p:spPr>
              <p:txBody>
                <a:bodyPr anchor="t"/>
                <a:p>
                  <a:pPr lvl="0" algn="ctr"/>
                  <a:r>
                    <a:rPr lang="zh-CN" altLang="en-US" sz="1200">
                      <a:solidFill>
                        <a:schemeClr val="tx1"/>
                      </a:solidFill>
                      <a:latin typeface="Times New Roman" panose="02020603050405020304" charset="0"/>
                      <a:ea typeface="宋体" panose="02010600030101010101" pitchFamily="2" charset="-122"/>
                    </a:rPr>
                    <a:t>就绪</a:t>
                  </a:r>
                  <a:endParaRPr lang="zh-CN" altLang="en-US" sz="1200">
                    <a:solidFill>
                      <a:schemeClr val="tx1"/>
                    </a:solidFill>
                    <a:latin typeface="Times New Roman" panose="02020603050405020304" charset="0"/>
                    <a:ea typeface="宋体" panose="02010600030101010101" pitchFamily="2" charset="-122"/>
                  </a:endParaRPr>
                </a:p>
                <a:p>
                  <a:pPr lvl="0" algn="just"/>
                  <a:endParaRPr lang="zh-CN" altLang="en-US" sz="1200">
                    <a:solidFill>
                      <a:schemeClr val="tx1"/>
                    </a:solidFill>
                    <a:latin typeface="Times New Roman" panose="02020603050405020304" charset="0"/>
                    <a:ea typeface="宋体" panose="02010600030101010101" pitchFamily="2" charset="-122"/>
                  </a:endParaRPr>
                </a:p>
              </p:txBody>
            </p:sp>
            <p:sp>
              <p:nvSpPr>
                <p:cNvPr id="149518" name="直接连接符 137230"/>
                <p:cNvSpPr/>
                <p:nvPr/>
              </p:nvSpPr>
              <p:spPr>
                <a:xfrm>
                  <a:off x="3025" y="537"/>
                  <a:ext cx="802" cy="676"/>
                </a:xfrm>
                <a:prstGeom prst="line">
                  <a:avLst/>
                </a:prstGeom>
                <a:ln w="19050" cap="flat" cmpd="sng">
                  <a:solidFill>
                    <a:schemeClr val="tx1"/>
                  </a:solidFill>
                  <a:prstDash val="solid"/>
                  <a:round/>
                  <a:headEnd type="none" w="med" len="med"/>
                  <a:tailEnd type="triangle" w="sm" len="med"/>
                </a:ln>
              </p:spPr>
              <p:txBody>
                <a:bodyPr anchor="t"/>
                <a:p>
                  <a:pPr lvl="0"/>
                  <a:endParaRPr lang="zh-CN" altLang="en-US">
                    <a:latin typeface="Arial" panose="02080604020202020204" pitchFamily="34" charset="0"/>
                    <a:ea typeface="宋体" panose="02010600030101010101" pitchFamily="2" charset="-122"/>
                  </a:endParaRPr>
                </a:p>
              </p:txBody>
            </p:sp>
            <p:sp>
              <p:nvSpPr>
                <p:cNvPr id="149519" name="直接连接符 137231"/>
                <p:cNvSpPr/>
                <p:nvPr/>
              </p:nvSpPr>
              <p:spPr>
                <a:xfrm flipV="1">
                  <a:off x="1436" y="538"/>
                  <a:ext cx="962" cy="730"/>
                </a:xfrm>
                <a:prstGeom prst="line">
                  <a:avLst/>
                </a:prstGeom>
                <a:ln w="19050" cap="flat" cmpd="sng">
                  <a:solidFill>
                    <a:schemeClr val="tx1"/>
                  </a:solidFill>
                  <a:prstDash val="solid"/>
                  <a:round/>
                  <a:headEnd type="none" w="med" len="med"/>
                  <a:tailEnd type="triangle" w="sm" len="med"/>
                </a:ln>
              </p:spPr>
              <p:txBody>
                <a:bodyPr anchor="t"/>
                <a:p>
                  <a:pPr lvl="0"/>
                  <a:endParaRPr lang="zh-CN" altLang="en-US">
                    <a:latin typeface="Arial" panose="02080604020202020204" pitchFamily="34" charset="0"/>
                    <a:ea typeface="宋体" panose="02010600030101010101" pitchFamily="2" charset="-122"/>
                  </a:endParaRPr>
                </a:p>
              </p:txBody>
            </p:sp>
            <p:sp>
              <p:nvSpPr>
                <p:cNvPr id="149525" name="文本框 137237"/>
                <p:cNvSpPr txBox="1"/>
                <p:nvPr/>
              </p:nvSpPr>
              <p:spPr>
                <a:xfrm>
                  <a:off x="2013" y="1887"/>
                  <a:ext cx="1337" cy="326"/>
                </a:xfrm>
                <a:prstGeom prst="rect">
                  <a:avLst/>
                </a:prstGeom>
                <a:noFill/>
                <a:ln w="9525">
                  <a:noFill/>
                  <a:miter/>
                </a:ln>
              </p:spPr>
              <p:txBody>
                <a:bodyPr anchor="t"/>
                <a:p>
                  <a:pPr lvl="0" algn="just"/>
                  <a:r>
                    <a:rPr lang="x-none" sz="1600">
                      <a:solidFill>
                        <a:schemeClr val="tx1"/>
                      </a:solidFill>
                      <a:latin typeface="Times New Roman" panose="02020603050405020304" charset="0"/>
                      <a:ea typeface="宋体" panose="02010600030101010101" pitchFamily="2" charset="-122"/>
                    </a:rPr>
                    <a:t>执行</a:t>
                  </a:r>
                  <a:endParaRPr lang="x-none" sz="1600">
                    <a:solidFill>
                      <a:schemeClr val="tx1"/>
                    </a:solidFill>
                    <a:latin typeface="Times New Roman" panose="02020603050405020304" charset="0"/>
                    <a:ea typeface="宋体" panose="02010600030101010101" pitchFamily="2" charset="-122"/>
                  </a:endParaRPr>
                </a:p>
              </p:txBody>
            </p:sp>
          </p:grpSp>
        </p:grpSp>
        <p:sp>
          <p:nvSpPr>
            <p:cNvPr id="4" name="椭圆 137221"/>
            <p:cNvSpPr/>
            <p:nvPr/>
          </p:nvSpPr>
          <p:spPr>
            <a:xfrm>
              <a:off x="2127" y="7405"/>
              <a:ext cx="1219" cy="868"/>
            </a:xfrm>
            <a:prstGeom prst="ellipse">
              <a:avLst/>
            </a:prstGeom>
            <a:solidFill>
              <a:schemeClr val="accent1"/>
            </a:solidFill>
            <a:ln w="19050" cap="flat" cmpd="sng">
              <a:solidFill>
                <a:srgbClr val="000000"/>
              </a:solidFill>
              <a:prstDash val="solid"/>
              <a:round/>
              <a:headEnd type="none" w="med" len="med"/>
              <a:tailEnd type="none" w="med" len="med"/>
            </a:ln>
          </p:spPr>
          <p:txBody>
            <a:bodyPr anchor="t"/>
            <a:p>
              <a:pPr lvl="0" algn="ctr">
                <a:lnSpc>
                  <a:spcPct val="120000"/>
                </a:lnSpc>
                <a:buClr>
                  <a:schemeClr val="tx2"/>
                </a:buClr>
                <a:buSzPct val="95000"/>
                <a:buFont typeface="Wingdings" panose="05000000000000000000" pitchFamily="2" charset="2"/>
              </a:pPr>
              <a:r>
                <a:rPr lang="x-none" altLang="zh-CN" dirty="0">
                  <a:solidFill>
                    <a:schemeClr val="tx1"/>
                  </a:solidFill>
                  <a:latin typeface="Arial" panose="02080604020202020204" pitchFamily="34" charset="0"/>
                  <a:ea typeface="宋体" panose="02010600030101010101" pitchFamily="2" charset="-122"/>
                </a:rPr>
                <a:t>后备</a:t>
              </a:r>
              <a:endParaRPr lang="x-none" altLang="zh-CN" dirty="0">
                <a:solidFill>
                  <a:schemeClr val="tx1"/>
                </a:solidFill>
                <a:latin typeface="Arial" panose="02080604020202020204" pitchFamily="34" charset="0"/>
                <a:ea typeface="宋体" panose="02010600030101010101" pitchFamily="2" charset="-122"/>
              </a:endParaRPr>
            </a:p>
          </p:txBody>
        </p:sp>
        <p:sp>
          <p:nvSpPr>
            <p:cNvPr id="5" name="椭圆 137221"/>
            <p:cNvSpPr/>
            <p:nvPr/>
          </p:nvSpPr>
          <p:spPr>
            <a:xfrm>
              <a:off x="11201" y="6418"/>
              <a:ext cx="1219" cy="868"/>
            </a:xfrm>
            <a:prstGeom prst="ellipse">
              <a:avLst/>
            </a:prstGeom>
            <a:solidFill>
              <a:schemeClr val="accent1"/>
            </a:solidFill>
            <a:ln w="19050" cap="flat" cmpd="sng">
              <a:solidFill>
                <a:srgbClr val="000000"/>
              </a:solidFill>
              <a:prstDash val="solid"/>
              <a:round/>
              <a:headEnd type="none" w="med" len="med"/>
              <a:tailEnd type="none" w="med" len="med"/>
            </a:ln>
          </p:spPr>
          <p:txBody>
            <a:bodyPr anchor="t"/>
            <a:p>
              <a:pPr lvl="0" algn="ctr">
                <a:lnSpc>
                  <a:spcPct val="120000"/>
                </a:lnSpc>
                <a:buClr>
                  <a:schemeClr val="tx2"/>
                </a:buClr>
                <a:buSzPct val="95000"/>
                <a:buFont typeface="Wingdings" panose="05000000000000000000" pitchFamily="2" charset="2"/>
              </a:pPr>
              <a:r>
                <a:rPr lang="x-none" altLang="zh-CN" dirty="0">
                  <a:solidFill>
                    <a:schemeClr val="tx1"/>
                  </a:solidFill>
                  <a:latin typeface="Arial" panose="02080604020202020204" pitchFamily="34" charset="0"/>
                  <a:ea typeface="宋体" panose="02010600030101010101" pitchFamily="2" charset="-122"/>
                </a:rPr>
                <a:t>完成</a:t>
              </a:r>
              <a:endParaRPr lang="x-none" altLang="zh-CN" dirty="0">
                <a:solidFill>
                  <a:schemeClr val="tx1"/>
                </a:solidFill>
                <a:latin typeface="Arial" panose="02080604020202020204" pitchFamily="34" charset="0"/>
                <a:ea typeface="宋体" panose="02010600030101010101" pitchFamily="2" charset="-122"/>
              </a:endParaRPr>
            </a:p>
          </p:txBody>
        </p:sp>
        <p:sp>
          <p:nvSpPr>
            <p:cNvPr id="6" name="直接连接符 137230"/>
            <p:cNvSpPr/>
            <p:nvPr/>
          </p:nvSpPr>
          <p:spPr>
            <a:xfrm>
              <a:off x="3347" y="7836"/>
              <a:ext cx="2225" cy="762"/>
            </a:xfrm>
            <a:prstGeom prst="line">
              <a:avLst/>
            </a:prstGeom>
            <a:ln w="19050" cap="flat" cmpd="sng">
              <a:solidFill>
                <a:schemeClr val="tx1"/>
              </a:solidFill>
              <a:prstDash val="solid"/>
              <a:round/>
              <a:headEnd type="none" w="med" len="med"/>
              <a:tailEnd type="triangle" w="sm" len="med"/>
            </a:ln>
          </p:spPr>
          <p:txBody>
            <a:bodyPr anchor="t"/>
            <a:p>
              <a:pPr lvl="0"/>
              <a:endParaRPr lang="zh-CN" altLang="en-US">
                <a:latin typeface="Arial" panose="02080604020202020204" pitchFamily="34" charset="0"/>
                <a:ea typeface="宋体" panose="02010600030101010101" pitchFamily="2" charset="-122"/>
              </a:endParaRPr>
            </a:p>
          </p:txBody>
        </p:sp>
        <p:sp>
          <p:nvSpPr>
            <p:cNvPr id="7" name="直接连接符 137230"/>
            <p:cNvSpPr/>
            <p:nvPr/>
          </p:nvSpPr>
          <p:spPr>
            <a:xfrm>
              <a:off x="927" y="7730"/>
              <a:ext cx="1199" cy="13"/>
            </a:xfrm>
            <a:prstGeom prst="line">
              <a:avLst/>
            </a:prstGeom>
            <a:ln w="19050" cap="flat" cmpd="sng">
              <a:solidFill>
                <a:schemeClr val="tx1"/>
              </a:solidFill>
              <a:prstDash val="solid"/>
              <a:round/>
              <a:headEnd type="none" w="med" len="med"/>
              <a:tailEnd type="triangle" w="sm" len="med"/>
            </a:ln>
          </p:spPr>
          <p:txBody>
            <a:bodyPr anchor="t"/>
            <a:p>
              <a:pPr lvl="0"/>
              <a:endParaRPr lang="zh-CN" altLang="en-US">
                <a:latin typeface="Arial" panose="02080604020202020204" pitchFamily="34" charset="0"/>
                <a:ea typeface="宋体" panose="02010600030101010101" pitchFamily="2" charset="-122"/>
              </a:endParaRPr>
            </a:p>
          </p:txBody>
        </p:sp>
        <p:sp>
          <p:nvSpPr>
            <p:cNvPr id="8" name="直接连接符 137230"/>
            <p:cNvSpPr/>
            <p:nvPr/>
          </p:nvSpPr>
          <p:spPr>
            <a:xfrm>
              <a:off x="8574" y="6560"/>
              <a:ext cx="2627" cy="232"/>
            </a:xfrm>
            <a:prstGeom prst="line">
              <a:avLst/>
            </a:prstGeom>
            <a:ln w="19050" cap="flat" cmpd="sng">
              <a:solidFill>
                <a:schemeClr val="tx1"/>
              </a:solidFill>
              <a:prstDash val="solid"/>
              <a:round/>
              <a:headEnd type="none" w="med" len="med"/>
              <a:tailEnd type="triangle" w="sm" len="med"/>
            </a:ln>
          </p:spPr>
          <p:txBody>
            <a:bodyPr anchor="t"/>
            <a:p>
              <a:pPr lvl="0"/>
              <a:endParaRPr lang="zh-CN" altLang="en-US">
                <a:latin typeface="Arial" panose="02080604020202020204" pitchFamily="34" charset="0"/>
                <a:ea typeface="宋体" panose="02010600030101010101" pitchFamily="2" charset="-122"/>
              </a:endParaRPr>
            </a:p>
          </p:txBody>
        </p:sp>
        <p:sp>
          <p:nvSpPr>
            <p:cNvPr id="9" name="文本框 137225"/>
            <p:cNvSpPr txBox="1"/>
            <p:nvPr/>
          </p:nvSpPr>
          <p:spPr>
            <a:xfrm>
              <a:off x="3710" y="8140"/>
              <a:ext cx="913" cy="666"/>
            </a:xfrm>
            <a:prstGeom prst="rect">
              <a:avLst/>
            </a:prstGeom>
            <a:noFill/>
            <a:ln w="9525">
              <a:noFill/>
              <a:miter/>
            </a:ln>
          </p:spPr>
          <p:txBody>
            <a:bodyPr anchor="t"/>
            <a:p>
              <a:pPr lvl="0" algn="ctr"/>
              <a:r>
                <a:rPr lang="x-none" altLang="zh-CN" b="0">
                  <a:solidFill>
                    <a:schemeClr val="tx1"/>
                  </a:solidFill>
                  <a:latin typeface="Times New Roman" panose="02020603050405020304" charset="0"/>
                  <a:ea typeface="宋体" panose="02010600030101010101" pitchFamily="2" charset="-122"/>
                </a:rPr>
                <a:t>作业调度</a:t>
              </a:r>
              <a:endParaRPr lang="zh-CN" altLang="en-US" sz="1600">
                <a:solidFill>
                  <a:schemeClr val="tx1"/>
                </a:solidFill>
                <a:latin typeface="Times New Roman" panose="02020603050405020304" charset="0"/>
                <a:ea typeface="宋体" panose="02010600030101010101" pitchFamily="2" charset="-122"/>
              </a:endParaRPr>
            </a:p>
            <a:p>
              <a:pPr lvl="0" algn="just"/>
              <a:endParaRPr lang="zh-CN" altLang="en-US" sz="1600">
                <a:solidFill>
                  <a:schemeClr val="tx1"/>
                </a:solidFill>
                <a:latin typeface="Times New Roman" panose="02020603050405020304" charset="0"/>
                <a:ea typeface="宋体" panose="02010600030101010101" pitchFamily="2" charset="-122"/>
              </a:endParaRPr>
            </a:p>
          </p:txBody>
        </p:sp>
        <p:sp>
          <p:nvSpPr>
            <p:cNvPr id="10" name="文本框 137225"/>
            <p:cNvSpPr txBox="1"/>
            <p:nvPr/>
          </p:nvSpPr>
          <p:spPr>
            <a:xfrm>
              <a:off x="9782" y="6792"/>
              <a:ext cx="913" cy="666"/>
            </a:xfrm>
            <a:prstGeom prst="rect">
              <a:avLst/>
            </a:prstGeom>
            <a:noFill/>
            <a:ln w="9525">
              <a:noFill/>
              <a:miter/>
            </a:ln>
          </p:spPr>
          <p:txBody>
            <a:bodyPr anchor="t"/>
            <a:p>
              <a:pPr lvl="0" algn="ctr"/>
              <a:r>
                <a:rPr lang="x-none" altLang="zh-CN" b="0">
                  <a:solidFill>
                    <a:schemeClr val="tx1"/>
                  </a:solidFill>
                  <a:latin typeface="Times New Roman" panose="02020603050405020304" charset="0"/>
                  <a:ea typeface="宋体" panose="02010600030101010101" pitchFamily="2" charset="-122"/>
                </a:rPr>
                <a:t>作业调度</a:t>
              </a:r>
              <a:endParaRPr lang="zh-CN" altLang="en-US" sz="1600">
                <a:solidFill>
                  <a:schemeClr val="tx1"/>
                </a:solidFill>
                <a:latin typeface="Times New Roman" panose="02020603050405020304" charset="0"/>
                <a:ea typeface="宋体" panose="02010600030101010101" pitchFamily="2" charset="-122"/>
              </a:endParaRPr>
            </a:p>
            <a:p>
              <a:pPr lvl="0" algn="just"/>
              <a:endParaRPr lang="zh-CN" altLang="en-US" sz="1600">
                <a:solidFill>
                  <a:schemeClr val="tx1"/>
                </a:solidFill>
                <a:latin typeface="Times New Roman" panose="02020603050405020304" charset="0"/>
                <a:ea typeface="宋体" panose="02010600030101010101" pitchFamily="2" charset="-122"/>
              </a:endParaRPr>
            </a:p>
          </p:txBody>
        </p:sp>
        <p:sp>
          <p:nvSpPr>
            <p:cNvPr id="11" name="文本框 137225"/>
            <p:cNvSpPr txBox="1"/>
            <p:nvPr/>
          </p:nvSpPr>
          <p:spPr>
            <a:xfrm>
              <a:off x="443" y="7735"/>
              <a:ext cx="913" cy="666"/>
            </a:xfrm>
            <a:prstGeom prst="rect">
              <a:avLst/>
            </a:prstGeom>
            <a:noFill/>
            <a:ln w="9525">
              <a:noFill/>
              <a:miter/>
            </a:ln>
          </p:spPr>
          <p:txBody>
            <a:bodyPr anchor="t"/>
            <a:p>
              <a:pPr lvl="0" algn="ctr"/>
              <a:r>
                <a:rPr lang="x-none" altLang="zh-CN" b="0">
                  <a:solidFill>
                    <a:schemeClr val="tx1"/>
                  </a:solidFill>
                  <a:latin typeface="Times New Roman" panose="02020603050405020304" charset="0"/>
                  <a:ea typeface="宋体" panose="02010600030101010101" pitchFamily="2" charset="-122"/>
                </a:rPr>
                <a:t>作业</a:t>
              </a:r>
              <a:endParaRPr lang="zh-CN" altLang="en-US" sz="1600">
                <a:solidFill>
                  <a:schemeClr val="tx1"/>
                </a:solidFill>
                <a:latin typeface="Times New Roman" panose="02020603050405020304" charset="0"/>
                <a:ea typeface="宋体" panose="02010600030101010101" pitchFamily="2" charset="-122"/>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122882" grpId="0" build="p"/>
      <p:bldP spid="12288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4930" name="矩形 124929"/>
          <p:cNvSpPr/>
          <p:nvPr/>
        </p:nvSpPr>
        <p:spPr>
          <a:xfrm>
            <a:off x="248285" y="1192530"/>
            <a:ext cx="8708390" cy="5328920"/>
          </a:xfrm>
          <a:prstGeom prst="rect">
            <a:avLst/>
          </a:prstGeom>
          <a:noFill/>
          <a:ln w="9525">
            <a:noFill/>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x-none" altLang="zh-CN" sz="2400" strike="noStrike" noProof="1">
                <a:solidFill>
                  <a:schemeClr val="tx1"/>
                </a:solidFill>
                <a:latin typeface="Times New Roman" panose="02020603050405020304" charset="0"/>
                <a:ea typeface="宋体" panose="02010600030101010101" pitchFamily="2" charset="-122"/>
              </a:rPr>
              <a:t>作业调度的主要任务是完成作业从后备状态到执行状态和从执行状态到完成状态的转变。为了完成这一任务，作业调度程序应包括以下功能：</a:t>
            </a:r>
            <a:endParaRPr lang="zh-CN" altLang="en-US" sz="24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30000"/>
              </a:lnSpc>
              <a:buNone/>
            </a:pPr>
            <a:r>
              <a:rPr lang="x-none" altLang="en-US" sz="2400" strike="noStrike" noProof="1">
                <a:solidFill>
                  <a:schemeClr val="tx1"/>
                </a:solidFill>
                <a:effectLst/>
                <a:latin typeface="Times New Roman" panose="02020603050405020304" charset="0"/>
                <a:ea typeface="宋体" panose="02010600030101010101" pitchFamily="2" charset="-122"/>
                <a:cs typeface="+mn-ea"/>
              </a:rPr>
              <a:t>(1)</a:t>
            </a:r>
            <a:r>
              <a:rPr lang="en-US" altLang="zh-CN" sz="2400" strike="noStrike" noProof="1">
                <a:solidFill>
                  <a:schemeClr val="tx1"/>
                </a:solidFill>
                <a:effectLst/>
                <a:latin typeface="Times New Roman" panose="02020603050405020304" charset="0"/>
                <a:ea typeface="宋体" panose="02010600030101010101" pitchFamily="2" charset="-122"/>
                <a:cs typeface="+mn-ea"/>
              </a:rPr>
              <a:t> </a:t>
            </a:r>
            <a:r>
              <a:rPr lang="x-none" altLang="en-US" sz="2400" strike="noStrike" noProof="1">
                <a:solidFill>
                  <a:schemeClr val="tx1"/>
                </a:solidFill>
                <a:effectLst/>
                <a:latin typeface="Times New Roman" panose="02020603050405020304" charset="0"/>
                <a:ea typeface="宋体" panose="02010600030101010101" pitchFamily="2" charset="-122"/>
                <a:cs typeface="+mn-ea"/>
              </a:rPr>
              <a:t>确定数据结构：为每一个进入系统的作业分配</a:t>
            </a:r>
            <a:r>
              <a:rPr lang="x-none" altLang="en-US" sz="2400" b="1" strike="noStrike" noProof="1">
                <a:solidFill>
                  <a:schemeClr val="tx1"/>
                </a:solidFill>
                <a:effectLst/>
                <a:latin typeface="Times New Roman" panose="02020603050405020304" charset="0"/>
                <a:ea typeface="宋体" panose="02010600030101010101" pitchFamily="2" charset="-122"/>
                <a:cs typeface="+mn-ea"/>
              </a:rPr>
              <a:t>作业控制块</a:t>
            </a:r>
            <a:endParaRPr lang="x-none" altLang="en-US" sz="2400" strike="noStrike" noProof="1">
              <a:solidFill>
                <a:schemeClr val="tx1"/>
              </a:solidFill>
              <a:effectLst/>
              <a:latin typeface="Times New Roman" panose="02020603050405020304" charset="0"/>
              <a:ea typeface="宋体" panose="02010600030101010101" pitchFamily="2" charset="-122"/>
              <a:cs typeface="+mn-ea"/>
            </a:endParaRPr>
          </a:p>
          <a:p>
            <a:pPr marL="533400" lvl="0" indent="-533400" fontAlgn="base">
              <a:lnSpc>
                <a:spcPct val="130000"/>
              </a:lnSpc>
              <a:buNone/>
            </a:pPr>
            <a:r>
              <a:rPr lang="x-none" altLang="zh-CN" sz="2400" strike="noStrike" noProof="1">
                <a:solidFill>
                  <a:schemeClr val="tx1"/>
                </a:solidFill>
                <a:effectLst/>
                <a:latin typeface="Times New Roman" panose="02020603050405020304" charset="0"/>
                <a:ea typeface="宋体" panose="02010600030101010101" pitchFamily="2" charset="-122"/>
              </a:rPr>
              <a:t>(2) 确定</a:t>
            </a:r>
            <a:r>
              <a:rPr lang="x-none" altLang="zh-CN" sz="2400" b="1" strike="noStrike" noProof="1">
                <a:solidFill>
                  <a:schemeClr val="tx1"/>
                </a:solidFill>
                <a:effectLst/>
                <a:latin typeface="Times New Roman" panose="02020603050405020304" charset="0"/>
                <a:ea typeface="宋体" panose="02010600030101010101" pitchFamily="2" charset="-122"/>
              </a:rPr>
              <a:t>调度算法</a:t>
            </a:r>
            <a:r>
              <a:rPr lang="x-none" altLang="zh-CN" sz="2400" strike="noStrike" noProof="1">
                <a:solidFill>
                  <a:schemeClr val="tx1"/>
                </a:solidFill>
                <a:effectLst/>
                <a:latin typeface="Times New Roman" panose="02020603050405020304" charset="0"/>
                <a:ea typeface="宋体" panose="02010600030101010101" pitchFamily="2" charset="-122"/>
              </a:rPr>
              <a:t>：按照一定的调度策略从磁盘后备队列中挑选一个或多个作业投入运行。</a:t>
            </a:r>
            <a:endParaRPr lang="zh-CN" altLang="en-US" sz="2400" strike="noStrike" noProof="1">
              <a:solidFill>
                <a:schemeClr val="tx1"/>
              </a:solidFill>
              <a:effectLst/>
              <a:latin typeface="Times New Roman" panose="02020603050405020304" charset="0"/>
              <a:ea typeface="宋体" panose="02010600030101010101" pitchFamily="2" charset="-122"/>
            </a:endParaRPr>
          </a:p>
          <a:p>
            <a:pPr marL="533400" lvl="0" indent="-533400" fontAlgn="base">
              <a:lnSpc>
                <a:spcPct val="130000"/>
              </a:lnSpc>
              <a:buNone/>
            </a:pPr>
            <a:r>
              <a:rPr lang="en-US" altLang="zh-CN" sz="2400" strike="noStrike" noProof="1">
                <a:solidFill>
                  <a:schemeClr val="tx1"/>
                </a:solidFill>
                <a:effectLst/>
                <a:latin typeface="Times New Roman" panose="02020603050405020304" charset="0"/>
                <a:ea typeface="宋体" panose="02010600030101010101" pitchFamily="2" charset="-122"/>
                <a:cs typeface="+mn-ea"/>
              </a:rPr>
              <a:t>(3) </a:t>
            </a:r>
            <a:r>
              <a:rPr lang="x-none" altLang="zh-CN" sz="2400" strike="noStrike" noProof="1">
                <a:solidFill>
                  <a:schemeClr val="tx1"/>
                </a:solidFill>
                <a:effectLst/>
                <a:latin typeface="Times New Roman" panose="02020603050405020304" charset="0"/>
                <a:ea typeface="宋体" panose="02010600030101010101" pitchFamily="2" charset="-122"/>
                <a:cs typeface="+mn-ea"/>
              </a:rPr>
              <a:t>分配资源：为作业创建相应的进程，并为这些进程提供所需资源。</a:t>
            </a:r>
            <a:endParaRPr lang="x-none" altLang="zh-CN" sz="2400" strike="noStrike" noProof="1">
              <a:solidFill>
                <a:schemeClr val="tx1"/>
              </a:solidFill>
              <a:effectLst/>
              <a:latin typeface="Times New Roman" panose="02020603050405020304" charset="0"/>
              <a:ea typeface="宋体" panose="02010600030101010101" pitchFamily="2" charset="-122"/>
              <a:cs typeface="+mn-ea"/>
            </a:endParaRPr>
          </a:p>
          <a:p>
            <a:pPr marL="533400" lvl="0" indent="-533400" fontAlgn="base">
              <a:lnSpc>
                <a:spcPct val="130000"/>
              </a:lnSpc>
              <a:buNone/>
            </a:pPr>
            <a:r>
              <a:rPr lang="x-none" altLang="zh-CN" sz="2400" strike="noStrike" noProof="1">
                <a:solidFill>
                  <a:schemeClr val="tx1"/>
                </a:solidFill>
                <a:effectLst/>
                <a:latin typeface="Times New Roman" panose="02020603050405020304" charset="0"/>
                <a:ea typeface="宋体" panose="02010600030101010101" pitchFamily="2" charset="-122"/>
                <a:cs typeface="+mn-ea"/>
              </a:rPr>
              <a:t>(4) 善后处理：输出执行信息，回收资源，撤销全部进程和作业控制块。</a:t>
            </a:r>
            <a:endParaRPr lang="x-none" altLang="zh-CN" sz="2400" strike="noStrike" noProof="1">
              <a:solidFill>
                <a:schemeClr val="tx1"/>
              </a:solidFill>
              <a:effectLst/>
              <a:latin typeface="Times New Roman" panose="02020603050405020304" charset="0"/>
              <a:ea typeface="宋体" panose="02010600030101010101" pitchFamily="2" charset="-122"/>
              <a:cs typeface="+mn-ea"/>
            </a:endParaRPr>
          </a:p>
        </p:txBody>
      </p:sp>
      <p:sp>
        <p:nvSpPr>
          <p:cNvPr id="124931" name="矩形 124930"/>
          <p:cNvSpPr/>
          <p:nvPr/>
        </p:nvSpPr>
        <p:spPr>
          <a:xfrm>
            <a:off x="185738" y="553720"/>
            <a:ext cx="6475413" cy="681990"/>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buNone/>
            </a:pPr>
            <a:r>
              <a:rPr lang="x-none" altLang="en-US" b="1" strike="noStrike" noProof="1">
                <a:solidFill>
                  <a:srgbClr val="990000"/>
                </a:solidFill>
                <a:latin typeface="Times New Roman" panose="02020603050405020304" charset="0"/>
                <a:ea typeface="宋体" panose="02010600030101010101" pitchFamily="2" charset="-122"/>
                <a:cs typeface="+mn-ea"/>
              </a:rPr>
              <a:t>作业</a:t>
            </a:r>
            <a:r>
              <a:rPr lang="zh-CN" altLang="en-US" b="1" strike="noStrike" noProof="1">
                <a:solidFill>
                  <a:srgbClr val="990000"/>
                </a:solidFill>
                <a:latin typeface="Arial" panose="02080604020202020204" pitchFamily="34" charset="0"/>
                <a:ea typeface="宋体" panose="02010600030101010101" pitchFamily="2" charset="-122"/>
                <a:cs typeface="+mn-ea"/>
              </a:rPr>
              <a:t>调度的功能</a:t>
            </a:r>
            <a:endParaRPr lang="zh-CN" altLang="en-US" b="1" strike="noStrike" noProof="1">
              <a:solidFill>
                <a:srgbClr val="990000"/>
              </a:solidFill>
              <a:ea typeface="宋体" panose="02010600030101010101" pitchFamily="2" charset="-122"/>
            </a:endParaRPr>
          </a:p>
        </p:txBody>
      </p:sp>
      <p:sp>
        <p:nvSpPr>
          <p:cNvPr id="124932" name="矩形 124931"/>
          <p:cNvSpPr/>
          <p:nvPr/>
        </p:nvSpPr>
        <p:spPr>
          <a:xfrm>
            <a:off x="381000" y="42863"/>
            <a:ext cx="8393113" cy="423545"/>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x-none" sz="2400">
                <a:cs typeface="+mn-ea"/>
                <a:sym typeface="+mn-ea"/>
              </a:rPr>
              <a:t>处理机</a:t>
            </a:r>
            <a:r>
              <a:rPr lang="zh-CN" altLang="en-US" sz="2400">
                <a:cs typeface="+mn-ea"/>
                <a:sym typeface="+mn-ea"/>
              </a:rPr>
              <a:t>调度</a:t>
            </a:r>
            <a:endParaRPr lang="zh-CN" altLang="en-US" sz="2400" strike="noStrike" noProof="1">
              <a:ea typeface="宋体" panose="02010600030101010101" pitchFamily="2" charset="-122"/>
            </a:endParaRPr>
          </a:p>
        </p:txBody>
      </p:sp>
      <p:sp>
        <p:nvSpPr>
          <p:cNvPr id="139268" name="文本框 124932"/>
          <p:cNvSpPr txBox="1"/>
          <p:nvPr/>
        </p:nvSpPr>
        <p:spPr>
          <a:xfrm>
            <a:off x="8493125" y="6510338"/>
            <a:ext cx="463550"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b="0">
                <a:solidFill>
                  <a:schemeClr val="tx2"/>
                </a:solidFill>
                <a:latin typeface="Times New Roman" panose="02020603050405020304" charset="0"/>
                <a:ea typeface="宋体" panose="02010600030101010101" pitchFamily="2" charset="-122"/>
              </a:rPr>
              <a:t>99</a:t>
            </a:r>
            <a:endParaRPr lang="en-US" altLang="zh-CN" b="0">
              <a:solidFill>
                <a:schemeClr val="tx2"/>
              </a:solidFill>
              <a:latin typeface="Times New Roman" panose="0202060305040502030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124930" grpId="0" uiExpand="1" build="p"/>
      <p:bldP spid="124931"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4930" name="矩形 124929"/>
          <p:cNvSpPr/>
          <p:nvPr/>
        </p:nvSpPr>
        <p:spPr>
          <a:xfrm>
            <a:off x="248285" y="1192530"/>
            <a:ext cx="8708390" cy="2599690"/>
          </a:xfrm>
          <a:prstGeom prst="rect">
            <a:avLst/>
          </a:prstGeom>
          <a:noFill/>
          <a:ln w="9525">
            <a:noFill/>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x-none" altLang="zh-CN" sz="2400" strike="noStrike" noProof="1">
                <a:solidFill>
                  <a:schemeClr val="tx1"/>
                </a:solidFill>
                <a:latin typeface="Times New Roman" panose="02020603050405020304" charset="0"/>
                <a:ea typeface="宋体" panose="02010600030101010101" pitchFamily="2" charset="-122"/>
              </a:rPr>
              <a:t>jcb (job control block)：</a:t>
            </a:r>
            <a:endParaRPr lang="x-none" altLang="zh-CN" sz="24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30000"/>
              </a:lnSpc>
              <a:buNone/>
            </a:pPr>
            <a:r>
              <a:rPr lang="x-none" altLang="zh-CN" sz="2400" strike="noStrike" noProof="1">
                <a:solidFill>
                  <a:schemeClr val="tx1"/>
                </a:solidFill>
                <a:latin typeface="Times New Roman" panose="02020603050405020304" charset="0"/>
                <a:ea typeface="宋体" panose="02010600030101010101" pitchFamily="2" charset="-122"/>
              </a:rPr>
              <a:t>作业进入系统时创建，退出系统时销毁，jcb是一个作业存在的标志，记录该作业的相关信息，主要包括：作业名、作业类型、作业状态、优先级、资源需求情况、进入系统时间、估计执行时间等信息。</a:t>
            </a:r>
            <a:endParaRPr lang="x-none" altLang="zh-CN" sz="2400" strike="noStrike" noProof="1">
              <a:solidFill>
                <a:schemeClr val="tx1"/>
              </a:solidFill>
              <a:effectLst/>
              <a:latin typeface="Times New Roman" panose="02020603050405020304" charset="0"/>
              <a:ea typeface="宋体" panose="02010600030101010101" pitchFamily="2" charset="-122"/>
              <a:cs typeface="+mn-ea"/>
            </a:endParaRPr>
          </a:p>
        </p:txBody>
      </p:sp>
      <p:sp>
        <p:nvSpPr>
          <p:cNvPr id="124931" name="矩形 124930"/>
          <p:cNvSpPr/>
          <p:nvPr/>
        </p:nvSpPr>
        <p:spPr>
          <a:xfrm>
            <a:off x="186055" y="553720"/>
            <a:ext cx="5038725" cy="607695"/>
          </a:xfrm>
          <a:prstGeom prst="rect">
            <a:avLst/>
          </a:prstGeom>
          <a:noFill/>
          <a:ln w="9525">
            <a:noFill/>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buNone/>
            </a:pPr>
            <a:r>
              <a:rPr lang="x-none" altLang="en-US" sz="2800" b="1" strike="noStrike" noProof="1">
                <a:solidFill>
                  <a:srgbClr val="990000"/>
                </a:solidFill>
                <a:latin typeface="Times New Roman" panose="02020603050405020304" charset="0"/>
                <a:ea typeface="宋体" panose="02010600030101010101" pitchFamily="2" charset="-122"/>
                <a:cs typeface="+mn-ea"/>
              </a:rPr>
              <a:t>作业控制块</a:t>
            </a:r>
            <a:endParaRPr lang="x-none" altLang="en-US" sz="2800" b="1" strike="noStrike" noProof="1">
              <a:solidFill>
                <a:srgbClr val="990000"/>
              </a:solidFill>
              <a:latin typeface="Times New Roman" panose="02020603050405020304" charset="0"/>
              <a:ea typeface="宋体" panose="02010600030101010101" pitchFamily="2" charset="-122"/>
              <a:cs typeface="+mn-ea"/>
            </a:endParaRPr>
          </a:p>
        </p:txBody>
      </p:sp>
      <p:sp>
        <p:nvSpPr>
          <p:cNvPr id="124932" name="矩形 124931"/>
          <p:cNvSpPr/>
          <p:nvPr/>
        </p:nvSpPr>
        <p:spPr>
          <a:xfrm>
            <a:off x="381000" y="42863"/>
            <a:ext cx="8393113" cy="423545"/>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x-none" sz="2400">
                <a:cs typeface="+mn-ea"/>
                <a:sym typeface="+mn-ea"/>
              </a:rPr>
              <a:t>处理机</a:t>
            </a:r>
            <a:r>
              <a:rPr lang="zh-CN" altLang="en-US" sz="2400">
                <a:cs typeface="+mn-ea"/>
                <a:sym typeface="+mn-ea"/>
              </a:rPr>
              <a:t>调度</a:t>
            </a:r>
            <a:endParaRPr lang="zh-CN" altLang="en-US" sz="2400" strike="noStrike" noProof="1">
              <a:ea typeface="宋体" panose="02010600030101010101" pitchFamily="2" charset="-122"/>
            </a:endParaRPr>
          </a:p>
        </p:txBody>
      </p:sp>
      <p:sp>
        <p:nvSpPr>
          <p:cNvPr id="139268" name="文本框 124932"/>
          <p:cNvSpPr txBox="1"/>
          <p:nvPr/>
        </p:nvSpPr>
        <p:spPr>
          <a:xfrm>
            <a:off x="8493125" y="6510338"/>
            <a:ext cx="463550"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b="0">
                <a:solidFill>
                  <a:schemeClr val="tx2"/>
                </a:solidFill>
                <a:latin typeface="Times New Roman" panose="02020603050405020304" charset="0"/>
                <a:ea typeface="宋体" panose="02010600030101010101" pitchFamily="2" charset="-122"/>
              </a:rPr>
              <a:t>99</a:t>
            </a:r>
            <a:endParaRPr lang="en-US" altLang="zh-CN" b="0">
              <a:solidFill>
                <a:schemeClr val="tx2"/>
              </a:solidFill>
              <a:latin typeface="Times New Roman" panose="0202060305040502030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124930" grpId="0" uiExpand="1" build="p"/>
      <p:bldP spid="124931"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4930" name="矩形 124929"/>
          <p:cNvSpPr/>
          <p:nvPr/>
        </p:nvSpPr>
        <p:spPr>
          <a:xfrm>
            <a:off x="248285" y="1118235"/>
            <a:ext cx="8708390" cy="4923155"/>
          </a:xfrm>
          <a:prstGeom prst="rect">
            <a:avLst/>
          </a:prstGeom>
          <a:noFill/>
          <a:ln w="9525">
            <a:noFill/>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x-none" altLang="zh-CN" sz="2000" strike="noStrike" noProof="1">
                <a:solidFill>
                  <a:schemeClr val="tx1"/>
                </a:solidFill>
                <a:latin typeface="Times New Roman" panose="02020603050405020304" charset="0"/>
                <a:ea typeface="宋体" panose="02010600030101010101" pitchFamily="2" charset="-122"/>
              </a:rPr>
              <a:t>调度算法性能的衡量：</a:t>
            </a:r>
            <a:endParaRPr lang="x-none" altLang="zh-CN" sz="20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30000"/>
              </a:lnSpc>
              <a:buNone/>
            </a:pPr>
            <a:r>
              <a:rPr lang="x-none" altLang="zh-CN" sz="2000">
                <a:solidFill>
                  <a:schemeClr val="tx1"/>
                </a:solidFill>
                <a:effectLst/>
                <a:latin typeface="Times New Roman" panose="02020603050405020304" charset="0"/>
                <a:cs typeface="+mn-ea"/>
                <a:sym typeface="+mn-ea"/>
              </a:rPr>
              <a:t>作业i的周转时间t</a:t>
            </a:r>
            <a:r>
              <a:rPr lang="x-none" altLang="zh-CN" sz="2000" baseline="-25000">
                <a:solidFill>
                  <a:schemeClr val="tx1"/>
                </a:solidFill>
                <a:effectLst/>
                <a:latin typeface="Times New Roman" panose="02020603050405020304" charset="0"/>
                <a:cs typeface="+mn-ea"/>
                <a:sym typeface="+mn-ea"/>
              </a:rPr>
              <a:t>i         </a:t>
            </a:r>
            <a:r>
              <a:rPr lang="x-none" altLang="zh-CN" sz="2000">
                <a:solidFill>
                  <a:schemeClr val="tx1"/>
                </a:solidFill>
                <a:effectLst/>
                <a:latin typeface="Times New Roman" panose="02020603050405020304" charset="0"/>
                <a:cs typeface="+mn-ea"/>
                <a:sym typeface="+mn-ea"/>
              </a:rPr>
              <a:t>t</a:t>
            </a:r>
            <a:r>
              <a:rPr lang="x-none" altLang="zh-CN" sz="2000" baseline="-25000">
                <a:solidFill>
                  <a:schemeClr val="tx1"/>
                </a:solidFill>
                <a:effectLst/>
                <a:latin typeface="Times New Roman" panose="02020603050405020304" charset="0"/>
                <a:cs typeface="+mn-ea"/>
                <a:sym typeface="+mn-ea"/>
              </a:rPr>
              <a:t>i = </a:t>
            </a:r>
            <a:r>
              <a:rPr lang="x-none" altLang="zh-CN" sz="2000">
                <a:solidFill>
                  <a:schemeClr val="tx1"/>
                </a:solidFill>
                <a:effectLst/>
                <a:latin typeface="Times New Roman" panose="02020603050405020304" charset="0"/>
                <a:cs typeface="+mn-ea"/>
                <a:sym typeface="+mn-ea"/>
              </a:rPr>
              <a:t>t</a:t>
            </a:r>
            <a:r>
              <a:rPr lang="x-none" altLang="zh-CN" sz="2000" baseline="-25000">
                <a:solidFill>
                  <a:schemeClr val="tx1"/>
                </a:solidFill>
                <a:effectLst/>
                <a:latin typeface="Times New Roman" panose="02020603050405020304" charset="0"/>
                <a:cs typeface="+mn-ea"/>
                <a:sym typeface="+mn-ea"/>
              </a:rPr>
              <a:t>ci </a:t>
            </a:r>
            <a:r>
              <a:rPr lang="x-none" altLang="zh-CN" sz="2000">
                <a:solidFill>
                  <a:schemeClr val="tx1"/>
                </a:solidFill>
                <a:effectLst/>
                <a:latin typeface="Times New Roman" panose="02020603050405020304" charset="0"/>
                <a:cs typeface="+mn-ea"/>
                <a:sym typeface="+mn-ea"/>
              </a:rPr>
              <a:t>- t</a:t>
            </a:r>
            <a:r>
              <a:rPr lang="x-none" altLang="zh-CN" sz="2000" baseline="-25000">
                <a:solidFill>
                  <a:schemeClr val="tx1"/>
                </a:solidFill>
                <a:effectLst/>
                <a:latin typeface="Times New Roman" panose="02020603050405020304" charset="0"/>
                <a:cs typeface="+mn-ea"/>
                <a:sym typeface="+mn-ea"/>
              </a:rPr>
              <a:t>si            </a:t>
            </a:r>
            <a:endParaRPr lang="x-none" altLang="zh-CN" sz="2000" strike="noStrike" baseline="-25000" noProof="1">
              <a:solidFill>
                <a:schemeClr val="tx1"/>
              </a:solidFill>
              <a:effectLst/>
              <a:latin typeface="Times New Roman" panose="02020603050405020304" charset="0"/>
              <a:ea typeface="宋体" panose="02010600030101010101" pitchFamily="2" charset="-122"/>
              <a:cs typeface="+mn-ea"/>
            </a:endParaRPr>
          </a:p>
          <a:p>
            <a:pPr marL="533400" lvl="0" indent="-533400" fontAlgn="base">
              <a:lnSpc>
                <a:spcPct val="130000"/>
              </a:lnSpc>
              <a:buNone/>
            </a:pPr>
            <a:r>
              <a:rPr lang="x-none" altLang="zh-CN" sz="2000" baseline="-25000">
                <a:solidFill>
                  <a:schemeClr val="tx1"/>
                </a:solidFill>
                <a:effectLst/>
                <a:latin typeface="Times New Roman" panose="02020603050405020304" charset="0"/>
                <a:cs typeface="+mn-ea"/>
                <a:sym typeface="+mn-ea"/>
              </a:rPr>
              <a:t>		</a:t>
            </a:r>
            <a:r>
              <a:rPr lang="x-none" altLang="zh-CN" sz="2000">
                <a:solidFill>
                  <a:schemeClr val="tx1"/>
                </a:solidFill>
                <a:effectLst/>
                <a:latin typeface="Times New Roman" panose="02020603050405020304" charset="0"/>
                <a:cs typeface="+mn-ea"/>
                <a:sym typeface="+mn-ea"/>
              </a:rPr>
              <a:t>t</a:t>
            </a:r>
            <a:r>
              <a:rPr lang="x-none" altLang="zh-CN" sz="2000" baseline="-25000">
                <a:solidFill>
                  <a:schemeClr val="tx1"/>
                </a:solidFill>
                <a:effectLst/>
                <a:latin typeface="Times New Roman" panose="02020603050405020304" charset="0"/>
                <a:cs typeface="+mn-ea"/>
                <a:sym typeface="+mn-ea"/>
              </a:rPr>
              <a:t>si</a:t>
            </a:r>
            <a:r>
              <a:rPr lang="x-none" altLang="zh-CN" sz="2000">
                <a:solidFill>
                  <a:schemeClr val="tx1"/>
                </a:solidFill>
                <a:effectLst/>
                <a:latin typeface="Times New Roman" panose="02020603050405020304" charset="0"/>
                <a:cs typeface="+mn-ea"/>
                <a:sym typeface="+mn-ea"/>
              </a:rPr>
              <a:t>为作业i进入系统（后备状态）的时刻</a:t>
            </a:r>
            <a:endParaRPr lang="x-none" altLang="zh-CN" sz="2000" strike="noStrike" noProof="1">
              <a:solidFill>
                <a:schemeClr val="tx1"/>
              </a:solidFill>
              <a:effectLst/>
              <a:latin typeface="Times New Roman" panose="02020603050405020304" charset="0"/>
              <a:ea typeface="宋体" panose="02010600030101010101" pitchFamily="2" charset="-122"/>
              <a:cs typeface="+mn-ea"/>
            </a:endParaRPr>
          </a:p>
          <a:p>
            <a:pPr marL="533400" lvl="0" indent="-533400" fontAlgn="base">
              <a:lnSpc>
                <a:spcPct val="130000"/>
              </a:lnSpc>
              <a:buNone/>
            </a:pPr>
            <a:r>
              <a:rPr lang="x-none" altLang="zh-CN" sz="2000">
                <a:solidFill>
                  <a:schemeClr val="tx1"/>
                </a:solidFill>
                <a:effectLst/>
                <a:latin typeface="Times New Roman" panose="02020603050405020304" charset="0"/>
                <a:cs typeface="+mn-ea"/>
                <a:sym typeface="+mn-ea"/>
              </a:rPr>
              <a:t>		t</a:t>
            </a:r>
            <a:r>
              <a:rPr lang="x-none" altLang="zh-CN" sz="2000" baseline="-25000">
                <a:solidFill>
                  <a:schemeClr val="tx1"/>
                </a:solidFill>
                <a:effectLst/>
                <a:latin typeface="Times New Roman" panose="02020603050405020304" charset="0"/>
                <a:cs typeface="+mn-ea"/>
                <a:sym typeface="+mn-ea"/>
              </a:rPr>
              <a:t>ci</a:t>
            </a:r>
            <a:r>
              <a:rPr lang="x-none" altLang="zh-CN" sz="2000">
                <a:solidFill>
                  <a:schemeClr val="tx1"/>
                </a:solidFill>
                <a:effectLst/>
                <a:latin typeface="Times New Roman" panose="02020603050405020304" charset="0"/>
                <a:cs typeface="+mn-ea"/>
                <a:sym typeface="+mn-ea"/>
              </a:rPr>
              <a:t>为作业i的完成时刻</a:t>
            </a:r>
            <a:endParaRPr lang="x-none" altLang="zh-CN" sz="2000">
              <a:solidFill>
                <a:schemeClr val="tx1"/>
              </a:solidFill>
              <a:effectLst/>
              <a:latin typeface="Times New Roman" panose="02020603050405020304" charset="0"/>
              <a:cs typeface="+mn-ea"/>
              <a:sym typeface="+mn-ea"/>
            </a:endParaRPr>
          </a:p>
          <a:p>
            <a:pPr marL="533400" lvl="0" indent="-533400" fontAlgn="base">
              <a:lnSpc>
                <a:spcPct val="130000"/>
              </a:lnSpc>
              <a:buNone/>
            </a:pPr>
            <a:endParaRPr lang="x-none" altLang="zh-CN" sz="2000" strike="noStrike" noProof="1">
              <a:solidFill>
                <a:schemeClr val="tx1"/>
              </a:solidFill>
              <a:effectLst/>
              <a:latin typeface="Times New Roman" panose="02020603050405020304" charset="0"/>
              <a:ea typeface="宋体" panose="02010600030101010101" pitchFamily="2" charset="-122"/>
            </a:endParaRPr>
          </a:p>
          <a:p>
            <a:pPr marL="533400" lvl="0" indent="-533400" fontAlgn="base">
              <a:lnSpc>
                <a:spcPct val="130000"/>
              </a:lnSpc>
              <a:buNone/>
            </a:pPr>
            <a:r>
              <a:rPr lang="x-none" altLang="zh-CN" sz="2000" strike="noStrike" noProof="1">
                <a:solidFill>
                  <a:schemeClr val="tx1"/>
                </a:solidFill>
                <a:effectLst/>
                <a:latin typeface="Times New Roman" panose="02020603050405020304" charset="0"/>
                <a:ea typeface="宋体" panose="02010600030101010101" pitchFamily="2" charset="-122"/>
              </a:rPr>
              <a:t>作业的平均周转时间t</a:t>
            </a:r>
            <a:endParaRPr lang="zh-CN" altLang="en-US" sz="2000" strike="noStrike" noProof="1">
              <a:solidFill>
                <a:schemeClr val="tx1"/>
              </a:solidFill>
              <a:effectLst/>
              <a:latin typeface="Times New Roman" panose="02020603050405020304" charset="0"/>
              <a:ea typeface="宋体" panose="02010600030101010101" pitchFamily="2" charset="-122"/>
            </a:endParaRPr>
          </a:p>
          <a:p>
            <a:pPr marL="533400" lvl="0" indent="-533400" fontAlgn="base">
              <a:lnSpc>
                <a:spcPct val="130000"/>
              </a:lnSpc>
              <a:buNone/>
            </a:pPr>
            <a:endParaRPr lang="x-none" altLang="zh-CN" sz="2000" strike="noStrike" noProof="1">
              <a:solidFill>
                <a:schemeClr val="tx1"/>
              </a:solidFill>
              <a:effectLst/>
              <a:latin typeface="Times New Roman" panose="02020603050405020304" charset="0"/>
              <a:ea typeface="宋体" panose="02010600030101010101" pitchFamily="2" charset="-122"/>
              <a:cs typeface="+mn-ea"/>
            </a:endParaRPr>
          </a:p>
          <a:p>
            <a:pPr marL="533400" lvl="0" indent="-533400" fontAlgn="base">
              <a:lnSpc>
                <a:spcPct val="130000"/>
              </a:lnSpc>
              <a:buNone/>
            </a:pPr>
            <a:r>
              <a:rPr lang="x-none" altLang="zh-CN" sz="2000" strike="noStrike" noProof="1">
                <a:solidFill>
                  <a:schemeClr val="tx1"/>
                </a:solidFill>
                <a:effectLst/>
                <a:latin typeface="Times New Roman" panose="02020603050405020304" charset="0"/>
                <a:ea typeface="宋体" panose="02010600030101010101" pitchFamily="2" charset="-122"/>
                <a:cs typeface="+mn-ea"/>
              </a:rPr>
              <a:t>作业i的带权周转时间w</a:t>
            </a:r>
            <a:r>
              <a:rPr lang="x-none" altLang="zh-CN" sz="2000" strike="noStrike" baseline="-25000" noProof="1">
                <a:solidFill>
                  <a:schemeClr val="tx1"/>
                </a:solidFill>
                <a:effectLst/>
                <a:latin typeface="Times New Roman" panose="02020603050405020304" charset="0"/>
                <a:ea typeface="宋体" panose="02010600030101010101" pitchFamily="2" charset="-122"/>
                <a:cs typeface="+mn-ea"/>
              </a:rPr>
              <a:t>i</a:t>
            </a:r>
            <a:r>
              <a:rPr lang="x-none" altLang="zh-CN" sz="2000" strike="noStrike" noProof="1">
                <a:solidFill>
                  <a:schemeClr val="tx1"/>
                </a:solidFill>
                <a:effectLst/>
                <a:latin typeface="Times New Roman" panose="02020603050405020304" charset="0"/>
                <a:ea typeface="宋体" panose="02010600030101010101" pitchFamily="2" charset="-122"/>
                <a:cs typeface="+mn-ea"/>
              </a:rPr>
              <a:t>                               t</a:t>
            </a:r>
            <a:r>
              <a:rPr lang="x-none" altLang="zh-CN" sz="2000" strike="noStrike" baseline="-25000" noProof="1">
                <a:solidFill>
                  <a:schemeClr val="tx1"/>
                </a:solidFill>
                <a:effectLst/>
                <a:latin typeface="Times New Roman" panose="02020603050405020304" charset="0"/>
                <a:ea typeface="宋体" panose="02010600030101010101" pitchFamily="2" charset="-122"/>
                <a:cs typeface="+mn-ea"/>
              </a:rPr>
              <a:t>ri</a:t>
            </a:r>
            <a:r>
              <a:rPr lang="x-none" altLang="zh-CN" sz="2000" strike="noStrike" noProof="1">
                <a:solidFill>
                  <a:schemeClr val="tx1"/>
                </a:solidFill>
                <a:effectLst/>
                <a:latin typeface="Times New Roman" panose="02020603050405020304" charset="0"/>
                <a:ea typeface="宋体" panose="02010600030101010101" pitchFamily="2" charset="-122"/>
                <a:cs typeface="+mn-ea"/>
              </a:rPr>
              <a:t>为作业的执行时间  </a:t>
            </a:r>
            <a:endParaRPr lang="x-none" altLang="zh-CN" sz="2000" strike="noStrike" baseline="-25000" noProof="1">
              <a:solidFill>
                <a:schemeClr val="tx1"/>
              </a:solidFill>
              <a:effectLst/>
              <a:latin typeface="Times New Roman" panose="02020603050405020304" charset="0"/>
              <a:ea typeface="宋体" panose="02010600030101010101" pitchFamily="2" charset="-122"/>
              <a:cs typeface="+mn-ea"/>
            </a:endParaRPr>
          </a:p>
          <a:p>
            <a:pPr marL="533400" lvl="0" indent="-533400" fontAlgn="base">
              <a:lnSpc>
                <a:spcPct val="130000"/>
              </a:lnSpc>
              <a:buNone/>
            </a:pPr>
            <a:endParaRPr lang="x-none" altLang="zh-CN" sz="2000">
              <a:solidFill>
                <a:schemeClr val="tx1"/>
              </a:solidFill>
              <a:effectLst/>
              <a:latin typeface="Times New Roman" panose="02020603050405020304" charset="0"/>
              <a:sym typeface="+mn-ea"/>
            </a:endParaRPr>
          </a:p>
          <a:p>
            <a:pPr marL="533400" lvl="0" indent="-533400" fontAlgn="base">
              <a:lnSpc>
                <a:spcPct val="130000"/>
              </a:lnSpc>
              <a:buNone/>
            </a:pPr>
            <a:r>
              <a:rPr lang="x-none" altLang="zh-CN" sz="2000">
                <a:solidFill>
                  <a:schemeClr val="tx1"/>
                </a:solidFill>
                <a:effectLst/>
                <a:latin typeface="Times New Roman" panose="02020603050405020304" charset="0"/>
                <a:sym typeface="+mn-ea"/>
              </a:rPr>
              <a:t>作业的平均</a:t>
            </a:r>
            <a:r>
              <a:rPr lang="x-none" altLang="zh-CN" sz="2000">
                <a:solidFill>
                  <a:schemeClr val="tx1"/>
                </a:solidFill>
                <a:effectLst/>
                <a:latin typeface="Times New Roman" panose="02020603050405020304" charset="0"/>
                <a:cs typeface="+mn-ea"/>
                <a:sym typeface="+mn-ea"/>
              </a:rPr>
              <a:t>带权</a:t>
            </a:r>
            <a:r>
              <a:rPr lang="x-none" altLang="zh-CN" sz="2000">
                <a:solidFill>
                  <a:schemeClr val="tx1"/>
                </a:solidFill>
                <a:effectLst/>
                <a:latin typeface="Times New Roman" panose="02020603050405020304" charset="0"/>
                <a:sym typeface="+mn-ea"/>
              </a:rPr>
              <a:t>周转时间w</a:t>
            </a:r>
            <a:endParaRPr lang="x-none" altLang="zh-CN" sz="2000" strike="noStrike" baseline="-25000" noProof="1">
              <a:solidFill>
                <a:schemeClr val="tx1"/>
              </a:solidFill>
              <a:effectLst/>
              <a:latin typeface="Times New Roman" panose="02020603050405020304" charset="0"/>
              <a:ea typeface="宋体" panose="02010600030101010101" pitchFamily="2" charset="-122"/>
              <a:cs typeface="+mn-ea"/>
              <a:sym typeface="+mn-ea"/>
            </a:endParaRPr>
          </a:p>
        </p:txBody>
      </p:sp>
      <p:sp>
        <p:nvSpPr>
          <p:cNvPr id="124931" name="矩形 124930"/>
          <p:cNvSpPr/>
          <p:nvPr/>
        </p:nvSpPr>
        <p:spPr>
          <a:xfrm>
            <a:off x="185738" y="553720"/>
            <a:ext cx="6475413" cy="607695"/>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buNone/>
            </a:pPr>
            <a:r>
              <a:rPr lang="x-none" altLang="en-US" sz="2800" b="1" strike="noStrike" noProof="1">
                <a:solidFill>
                  <a:srgbClr val="990000"/>
                </a:solidFill>
                <a:latin typeface="Times New Roman" panose="02020603050405020304" charset="0"/>
                <a:ea typeface="宋体" panose="02010600030101010101" pitchFamily="2" charset="-122"/>
                <a:cs typeface="+mn-ea"/>
              </a:rPr>
              <a:t>作业</a:t>
            </a:r>
            <a:r>
              <a:rPr lang="zh-CN" altLang="en-US" sz="2800" b="1" strike="noStrike" noProof="1">
                <a:solidFill>
                  <a:srgbClr val="990000"/>
                </a:solidFill>
                <a:latin typeface="Arial" panose="02080604020202020204" pitchFamily="34" charset="0"/>
                <a:ea typeface="宋体" panose="02010600030101010101" pitchFamily="2" charset="-122"/>
                <a:cs typeface="+mn-ea"/>
              </a:rPr>
              <a:t>调度</a:t>
            </a:r>
            <a:r>
              <a:rPr lang="x-none" altLang="zh-CN" sz="2800" b="1" strike="noStrike" noProof="1">
                <a:solidFill>
                  <a:srgbClr val="990000"/>
                </a:solidFill>
                <a:latin typeface="Arial" panose="02080604020202020204" pitchFamily="34" charset="0"/>
                <a:ea typeface="宋体" panose="02010600030101010101" pitchFamily="2" charset="-122"/>
                <a:cs typeface="+mn-ea"/>
              </a:rPr>
              <a:t>算法</a:t>
            </a:r>
            <a:endParaRPr lang="x-none" altLang="zh-CN" sz="2800" b="1" strike="noStrike" noProof="1">
              <a:solidFill>
                <a:srgbClr val="990000"/>
              </a:solidFill>
              <a:latin typeface="Arial" panose="02080604020202020204" pitchFamily="34" charset="0"/>
              <a:ea typeface="宋体" panose="02010600030101010101" pitchFamily="2" charset="-122"/>
              <a:cs typeface="+mn-ea"/>
            </a:endParaRPr>
          </a:p>
        </p:txBody>
      </p:sp>
      <p:sp>
        <p:nvSpPr>
          <p:cNvPr id="124932" name="矩形 124931"/>
          <p:cNvSpPr/>
          <p:nvPr/>
        </p:nvSpPr>
        <p:spPr>
          <a:xfrm>
            <a:off x="381000" y="42863"/>
            <a:ext cx="8393113" cy="423545"/>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x-none" sz="2400">
                <a:cs typeface="+mn-ea"/>
                <a:sym typeface="+mn-ea"/>
              </a:rPr>
              <a:t>处理机</a:t>
            </a:r>
            <a:r>
              <a:rPr lang="zh-CN" altLang="en-US" sz="2400">
                <a:cs typeface="+mn-ea"/>
                <a:sym typeface="+mn-ea"/>
              </a:rPr>
              <a:t>调度</a:t>
            </a:r>
            <a:endParaRPr lang="zh-CN" altLang="en-US" sz="2400" strike="noStrike" noProof="1">
              <a:ea typeface="宋体" panose="02010600030101010101" pitchFamily="2" charset="-122"/>
            </a:endParaRPr>
          </a:p>
        </p:txBody>
      </p:sp>
      <p:sp>
        <p:nvSpPr>
          <p:cNvPr id="139268" name="文本框 124932"/>
          <p:cNvSpPr txBox="1"/>
          <p:nvPr/>
        </p:nvSpPr>
        <p:spPr>
          <a:xfrm>
            <a:off x="8493125" y="6510338"/>
            <a:ext cx="463550"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b="0">
                <a:solidFill>
                  <a:schemeClr val="tx2"/>
                </a:solidFill>
                <a:latin typeface="Times New Roman" panose="02020603050405020304" charset="0"/>
                <a:ea typeface="宋体" panose="02010600030101010101" pitchFamily="2" charset="-122"/>
              </a:rPr>
              <a:t>99</a:t>
            </a:r>
            <a:endParaRPr lang="en-US" altLang="zh-CN" b="0">
              <a:solidFill>
                <a:schemeClr val="tx2"/>
              </a:solidFill>
              <a:latin typeface="Times New Roman" panose="02020603050405020304" charset="0"/>
              <a:ea typeface="宋体" panose="02010600030101010101" pitchFamily="2" charset="-122"/>
            </a:endParaRPr>
          </a:p>
        </p:txBody>
      </p:sp>
      <mc:AlternateContent xmlns:mc="http://schemas.openxmlformats.org/markup-compatibility/2006">
        <mc:Choice xmlns:a14="http://schemas.microsoft.com/office/drawing/2010/main" Requires="a14">
          <p:sp>
            <p:nvSpPr>
              <p:cNvPr id="2" name="文本框 1"/>
              <p:cNvSpPr txBox="1"/>
              <p:nvPr/>
            </p:nvSpPr>
            <p:spPr>
              <a:xfrm>
                <a:off x="3210496" y="3419729"/>
                <a:ext cx="1533525" cy="851535"/>
              </a:xfrm>
              <a:prstGeom prst="rect">
                <a:avLst/>
              </a:prstGeom>
              <a:noFill/>
              <a:ln>
                <a:noFill/>
              </a:ln>
            </p:spPr>
            <p:style>
              <a:lnRef idx="2">
                <a:schemeClr val="dk1"/>
              </a:lnRef>
              <a:fillRef idx="1">
                <a:schemeClr val="lt1"/>
              </a:fillRef>
              <a:effectRef idx="0">
                <a:schemeClr val="dk1"/>
              </a:effectRef>
              <a:fontRef idx="minor">
                <a:schemeClr val="dk1"/>
              </a:fontRef>
            </p:style>
            <p:txBody>
              <a:bodyPr wrap="none" rtlCol="0" anchor="t">
                <a:spAutoFit/>
              </a:bodyPr>
              <a:p>
                <a:pPr algn="l"/>
                <a14:m>
                  <m:oMathPara xmlns:m="http://schemas.openxmlformats.org/officeDocument/2006/math">
                    <m:oMathParaPr>
                      <m:jc m:val="centerGroup"/>
                    </m:oMathParaPr>
                    <m:oMath xmlns:m="http://schemas.openxmlformats.org/officeDocument/2006/math">
                      <m:r>
                        <a:rPr lang="en-US" altLang="zh-CN" sz="2000" i="1">
                          <a:latin typeface="DejaVu Math TeX Gyre" panose="02000503000000000000" charset="0"/>
                          <a:cs typeface="DejaVu Math TeX Gyre" panose="02000503000000000000" charset="0"/>
                        </a:rPr>
                        <m:t>𝒕</m:t>
                      </m:r>
                      <m:r>
                        <a:rPr lang="en-US" altLang="zh-CN" sz="2000" i="1">
                          <a:latin typeface="DejaVu Math TeX Gyre" panose="02000503000000000000" charset="0"/>
                          <a:cs typeface="DejaVu Math TeX Gyre" panose="02000503000000000000" charset="0"/>
                        </a:rPr>
                        <m:t>=</m:t>
                      </m:r>
                      <m:f>
                        <m:fPr>
                          <m:ctrlPr>
                            <a:rPr lang="en-US" altLang="zh-CN" sz="2000" i="1">
                              <a:latin typeface="DejaVu Math TeX Gyre" panose="02000503000000000000" charset="0"/>
                              <a:cs typeface="DejaVu Math TeX Gyre" panose="02000503000000000000" charset="0"/>
                            </a:rPr>
                          </m:ctrlPr>
                        </m:fPr>
                        <m:num>
                          <m:r>
                            <a:rPr lang="en-US" altLang="zh-CN" sz="2000" i="1">
                              <a:latin typeface="DejaVu Math TeX Gyre" panose="02000503000000000000" charset="0"/>
                              <a:cs typeface="DejaVu Math TeX Gyre" panose="02000503000000000000" charset="0"/>
                            </a:rPr>
                            <m:t>𝟏</m:t>
                          </m:r>
                        </m:num>
                        <m:den>
                          <m:r>
                            <a:rPr lang="en-US" altLang="zh-CN" sz="2000" i="1">
                              <a:latin typeface="DejaVu Math TeX Gyre" panose="02000503000000000000" charset="0"/>
                              <a:cs typeface="DejaVu Math TeX Gyre" panose="02000503000000000000" charset="0"/>
                            </a:rPr>
                            <m:t>𝒏</m:t>
                          </m:r>
                        </m:den>
                      </m:f>
                      <m:nary>
                        <m:naryPr>
                          <m:chr m:val="∑"/>
                          <m:limLoc m:val="undOvr"/>
                          <m:ctrlPr>
                            <a:rPr lang="en-US" altLang="zh-CN" sz="2000" i="1">
                              <a:latin typeface="DejaVu Math TeX Gyre" panose="02000503000000000000" charset="0"/>
                              <a:cs typeface="DejaVu Math TeX Gyre" panose="02000503000000000000" charset="0"/>
                            </a:rPr>
                          </m:ctrlPr>
                        </m:naryPr>
                        <m:sub>
                          <m:r>
                            <a:rPr lang="en-US" altLang="zh-CN" sz="2000" i="1">
                              <a:latin typeface="DejaVu Math TeX Gyre" panose="02000503000000000000" charset="0"/>
                              <a:cs typeface="DejaVu Math TeX Gyre" panose="02000503000000000000" charset="0"/>
                            </a:rPr>
                            <m:t>𝒊</m:t>
                          </m:r>
                          <m:r>
                            <a:rPr lang="en-US" altLang="zh-CN" sz="2000" i="1">
                              <a:latin typeface="DejaVu Math TeX Gyre" panose="02000503000000000000" charset="0"/>
                              <a:cs typeface="DejaVu Math TeX Gyre" panose="02000503000000000000" charset="0"/>
                            </a:rPr>
                            <m:t>=</m:t>
                          </m:r>
                          <m:r>
                            <a:rPr lang="en-US" altLang="zh-CN" sz="2000" i="1">
                              <a:latin typeface="DejaVu Math TeX Gyre" panose="02000503000000000000" charset="0"/>
                              <a:cs typeface="DejaVu Math TeX Gyre" panose="02000503000000000000" charset="0"/>
                            </a:rPr>
                            <m:t>1</m:t>
                          </m:r>
                        </m:sub>
                        <m:sup>
                          <m:r>
                            <a:rPr lang="en-US" altLang="zh-CN" sz="2000" i="1">
                              <a:latin typeface="DejaVu Math TeX Gyre" panose="02000503000000000000" charset="0"/>
                              <a:cs typeface="DejaVu Math TeX Gyre" panose="02000503000000000000" charset="0"/>
                            </a:rPr>
                            <m:t>𝒏</m:t>
                          </m:r>
                        </m:sup>
                        <m:e>
                          <m:sSub>
                            <m:sSubPr>
                              <m:ctrlPr>
                                <a:rPr lang="en-US" altLang="zh-CN" sz="2000" i="1">
                                  <a:latin typeface="DejaVu Math TeX Gyre" panose="02000503000000000000" charset="0"/>
                                  <a:cs typeface="DejaVu Math TeX Gyre" panose="02000503000000000000" charset="0"/>
                                </a:rPr>
                              </m:ctrlPr>
                            </m:sSubPr>
                            <m:e>
                              <m:r>
                                <a:rPr lang="en-US" altLang="zh-CN" sz="2000" i="1">
                                  <a:latin typeface="DejaVu Math TeX Gyre" panose="02000503000000000000" charset="0"/>
                                  <a:cs typeface="DejaVu Math TeX Gyre" panose="02000503000000000000" charset="0"/>
                                </a:rPr>
                                <m:t>𝒕</m:t>
                              </m:r>
                            </m:e>
                            <m:sub>
                              <m:r>
                                <a:rPr lang="en-US" altLang="zh-CN" sz="2000" i="1">
                                  <a:latin typeface="DejaVu Math TeX Gyre" panose="02000503000000000000" charset="0"/>
                                  <a:cs typeface="DejaVu Math TeX Gyre" panose="02000503000000000000" charset="0"/>
                                </a:rPr>
                                <m:t>𝒊</m:t>
                              </m:r>
                            </m:sub>
                          </m:sSub>
                        </m:e>
                      </m:nary>
                    </m:oMath>
                  </m:oMathPara>
                </a14:m>
                <a:endParaRPr lang="en-US" altLang="zh-CN" sz="2000" i="1">
                  <a:latin typeface="DejaVu Math TeX Gyre" panose="02000503000000000000" charset="0"/>
                  <a:cs typeface="DejaVu Math TeX Gyre" panose="02000503000000000000" charset="0"/>
                </a:endParaRPr>
              </a:p>
            </p:txBody>
          </p:sp>
        </mc:Choice>
        <mc:Fallback>
          <p:sp>
            <p:nvSpPr>
              <p:cNvPr id="2" name="文本框 1"/>
              <p:cNvSpPr txBox="1">
                <a:spLocks noRot="1" noChangeAspect="1" noMove="1" noResize="1" noEditPoints="1" noAdjustHandles="1" noChangeArrowheads="1" noChangeShapeType="1" noTextEdit="1"/>
              </p:cNvSpPr>
              <p:nvPr/>
            </p:nvSpPr>
            <p:spPr>
              <a:xfrm>
                <a:off x="3210496" y="3419729"/>
                <a:ext cx="1533525" cy="851535"/>
              </a:xfrm>
              <a:prstGeom prst="rect">
                <a:avLst/>
              </a:prstGeom>
              <a:blipFill rotWithShape="1">
                <a:blip r:embed="rId2"/>
                <a:stretch>
                  <a:fillRect l="-37" t="-30" r="37" b="30"/>
                </a:stretch>
              </a:blipFill>
              <a:ln>
                <a:noFill/>
              </a:ln>
            </p:spPr>
            <p:style>
              <a:lnRef idx="2">
                <a:schemeClr val="dk1"/>
              </a:lnRef>
              <a:fillRef idx="1">
                <a:schemeClr val="lt1"/>
              </a:fillRef>
              <a:effectRef idx="0">
                <a:schemeClr val="dk1"/>
              </a:effectRef>
              <a:fontRef idx="minor">
                <a:schemeClr val="dk1"/>
              </a:fontRef>
            </p:style>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 name="文本框 2"/>
              <p:cNvSpPr txBox="1"/>
              <p:nvPr/>
            </p:nvSpPr>
            <p:spPr>
              <a:xfrm>
                <a:off x="3355276" y="4415409"/>
                <a:ext cx="1244600" cy="716280"/>
              </a:xfrm>
              <a:prstGeom prst="rect">
                <a:avLst/>
              </a:prstGeom>
              <a:noFill/>
              <a:ln>
                <a:noFill/>
              </a:ln>
            </p:spPr>
            <p:style>
              <a:lnRef idx="2">
                <a:schemeClr val="dk1"/>
              </a:lnRef>
              <a:fillRef idx="1">
                <a:schemeClr val="lt1"/>
              </a:fillRef>
              <a:effectRef idx="0">
                <a:schemeClr val="dk1"/>
              </a:effectRef>
              <a:fontRef idx="minor">
                <a:schemeClr val="dk1"/>
              </a:fontRef>
            </p:style>
            <p:txBody>
              <a:bodyPr wrap="none" rtlCol="0" anchor="t">
                <a:spAutoFit/>
              </a:bodyPr>
              <a:p>
                <a:pPr algn="l"/>
                <a14:m>
                  <m:oMathPara xmlns:m="http://schemas.openxmlformats.org/officeDocument/2006/math">
                    <m:oMathParaPr>
                      <m:jc m:val="centerGroup"/>
                    </m:oMathParaPr>
                    <m:oMath xmlns:m="http://schemas.openxmlformats.org/officeDocument/2006/math">
                      <m:sSub>
                        <m:sSubPr>
                          <m:ctrlPr>
                            <a:rPr lang="en-US" altLang="zh-CN" sz="2000" i="1">
                              <a:latin typeface="DejaVu Math TeX Gyre" panose="02000503000000000000" charset="0"/>
                              <a:cs typeface="DejaVu Math TeX Gyre" panose="02000503000000000000" charset="0"/>
                            </a:rPr>
                          </m:ctrlPr>
                        </m:sSubPr>
                        <m:e>
                          <m:r>
                            <a:rPr lang="en-US" altLang="zh-CN" sz="2000" i="1">
                              <a:latin typeface="DejaVu Math TeX Gyre" panose="02000503000000000000" charset="0"/>
                              <a:cs typeface="DejaVu Math TeX Gyre" panose="02000503000000000000" charset="0"/>
                            </a:rPr>
                            <m:t>𝒘</m:t>
                          </m:r>
                        </m:e>
                        <m:sub>
                          <m:r>
                            <a:rPr lang="en-US" altLang="zh-CN" sz="2000" i="1">
                              <a:latin typeface="DejaVu Math TeX Gyre" panose="02000503000000000000" charset="0"/>
                              <a:cs typeface="DejaVu Math TeX Gyre" panose="02000503000000000000" charset="0"/>
                            </a:rPr>
                            <m:t>𝒊</m:t>
                          </m:r>
                        </m:sub>
                      </m:sSub>
                      <m:r>
                        <a:rPr lang="en-US" altLang="zh-CN" sz="2000" i="1">
                          <a:latin typeface="DejaVu Math TeX Gyre" panose="02000503000000000000" charset="0"/>
                          <a:cs typeface="DejaVu Math TeX Gyre" panose="02000503000000000000" charset="0"/>
                        </a:rPr>
                        <m:t>=</m:t>
                      </m:r>
                      <m:f>
                        <m:fPr>
                          <m:ctrlPr>
                            <a:rPr lang="en-US" altLang="zh-CN" sz="2000" i="1">
                              <a:latin typeface="DejaVu Math TeX Gyre" panose="02000503000000000000" charset="0"/>
                              <a:cs typeface="DejaVu Math TeX Gyre" panose="02000503000000000000" charset="0"/>
                            </a:rPr>
                          </m:ctrlPr>
                        </m:fPr>
                        <m:num>
                          <m:sSub>
                            <m:sSubPr>
                              <m:ctrlPr>
                                <a:rPr lang="en-US" altLang="zh-CN" sz="2000" i="1">
                                  <a:latin typeface="DejaVu Math TeX Gyre" panose="02000503000000000000" charset="0"/>
                                  <a:cs typeface="DejaVu Math TeX Gyre" panose="02000503000000000000" charset="0"/>
                                </a:rPr>
                              </m:ctrlPr>
                            </m:sSubPr>
                            <m:e>
                              <m:r>
                                <a:rPr lang="en-US" altLang="zh-CN" sz="2000" i="1">
                                  <a:latin typeface="DejaVu Math TeX Gyre" panose="02000503000000000000" charset="0"/>
                                  <a:cs typeface="DejaVu Math TeX Gyre" panose="02000503000000000000" charset="0"/>
                                </a:rPr>
                                <m:t>𝒕</m:t>
                              </m:r>
                            </m:e>
                            <m:sub>
                              <m:r>
                                <a:rPr lang="en-US" altLang="zh-CN" sz="2000" i="1">
                                  <a:latin typeface="DejaVu Math TeX Gyre" panose="02000503000000000000" charset="0"/>
                                  <a:cs typeface="DejaVu Math TeX Gyre" panose="02000503000000000000" charset="0"/>
                                </a:rPr>
                                <m:t>𝒊</m:t>
                              </m:r>
                            </m:sub>
                          </m:sSub>
                        </m:num>
                        <m:den>
                          <m:sSub>
                            <m:sSubPr>
                              <m:ctrlPr>
                                <a:rPr lang="en-US" altLang="zh-CN" sz="2000" i="1">
                                  <a:latin typeface="DejaVu Math TeX Gyre" panose="02000503000000000000" charset="0"/>
                                  <a:cs typeface="DejaVu Math TeX Gyre" panose="02000503000000000000" charset="0"/>
                                </a:rPr>
                              </m:ctrlPr>
                            </m:sSubPr>
                            <m:e>
                              <m:r>
                                <a:rPr lang="en-US" altLang="zh-CN" sz="2000" i="1">
                                  <a:latin typeface="DejaVu Math TeX Gyre" panose="02000503000000000000" charset="0"/>
                                  <a:cs typeface="DejaVu Math TeX Gyre" panose="02000503000000000000" charset="0"/>
                                </a:rPr>
                                <m:t>𝒕</m:t>
                              </m:r>
                            </m:e>
                            <m:sub>
                              <m:r>
                                <a:rPr lang="en-US" altLang="zh-CN" sz="2000" i="1">
                                  <a:latin typeface="DejaVu Math TeX Gyre" panose="02000503000000000000" charset="0"/>
                                  <a:cs typeface="DejaVu Math TeX Gyre" panose="02000503000000000000" charset="0"/>
                                </a:rPr>
                                <m:t>𝒓𝒊</m:t>
                              </m:r>
                            </m:sub>
                          </m:sSub>
                        </m:den>
                      </m:f>
                    </m:oMath>
                  </m:oMathPara>
                </a14:m>
                <a:endParaRPr lang="en-US" altLang="zh-CN" sz="2000" i="1">
                  <a:latin typeface="DejaVu Math TeX Gyre" panose="02000503000000000000" charset="0"/>
                  <a:cs typeface="DejaVu Math TeX Gyre" panose="02000503000000000000" charset="0"/>
                </a:endParaRPr>
              </a:p>
            </p:txBody>
          </p:sp>
        </mc:Choice>
        <mc:Fallback>
          <p:sp>
            <p:nvSpPr>
              <p:cNvPr id="3" name="文本框 2"/>
              <p:cNvSpPr txBox="1">
                <a:spLocks noRot="1" noChangeAspect="1" noMove="1" noResize="1" noEditPoints="1" noAdjustHandles="1" noChangeArrowheads="1" noChangeShapeType="1" noTextEdit="1"/>
              </p:cNvSpPr>
              <p:nvPr/>
            </p:nvSpPr>
            <p:spPr>
              <a:xfrm>
                <a:off x="3355276" y="4415409"/>
                <a:ext cx="1244600" cy="716280"/>
              </a:xfrm>
              <a:prstGeom prst="rect">
                <a:avLst/>
              </a:prstGeom>
              <a:blipFill rotWithShape="1">
                <a:blip r:embed="rId3"/>
                <a:stretch>
                  <a:fillRect l="-46" t="-35" r="46" b="35"/>
                </a:stretch>
              </a:blipFill>
              <a:ln>
                <a:noFill/>
              </a:ln>
            </p:spPr>
            <p:style>
              <a:lnRef idx="2">
                <a:schemeClr val="dk1"/>
              </a:lnRef>
              <a:fillRef idx="1">
                <a:schemeClr val="lt1"/>
              </a:fillRef>
              <a:effectRef idx="0">
                <a:schemeClr val="dk1"/>
              </a:effectRef>
              <a:fontRef idx="minor">
                <a:schemeClr val="dk1"/>
              </a:fontRef>
            </p:style>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文本框 3"/>
              <p:cNvSpPr txBox="1"/>
              <p:nvPr/>
            </p:nvSpPr>
            <p:spPr>
              <a:xfrm>
                <a:off x="3688651" y="5350764"/>
                <a:ext cx="1765935" cy="851535"/>
              </a:xfrm>
              <a:prstGeom prst="rect">
                <a:avLst/>
              </a:prstGeom>
              <a:noFill/>
              <a:ln>
                <a:noFill/>
              </a:ln>
            </p:spPr>
            <p:style>
              <a:lnRef idx="2">
                <a:schemeClr val="dk1"/>
              </a:lnRef>
              <a:fillRef idx="1">
                <a:schemeClr val="lt1"/>
              </a:fillRef>
              <a:effectRef idx="0">
                <a:schemeClr val="dk1"/>
              </a:effectRef>
              <a:fontRef idx="minor">
                <a:schemeClr val="dk1"/>
              </a:fontRef>
            </p:style>
            <p:txBody>
              <a:bodyPr wrap="none" rtlCol="0" anchor="t">
                <a:spAutoFit/>
              </a:bodyPr>
              <a:p>
                <a:pPr algn="l"/>
                <a14:m>
                  <m:oMathPara xmlns:m="http://schemas.openxmlformats.org/officeDocument/2006/math">
                    <m:oMathParaPr>
                      <m:jc m:val="centerGroup"/>
                    </m:oMathParaPr>
                    <m:oMath xmlns:m="http://schemas.openxmlformats.org/officeDocument/2006/math">
                      <m:r>
                        <a:rPr lang="en-US" altLang="zh-CN" sz="2000" i="1">
                          <a:latin typeface="DejaVu Math TeX Gyre" panose="02000503000000000000" charset="0"/>
                          <a:cs typeface="DejaVu Math TeX Gyre" panose="02000503000000000000" charset="0"/>
                        </a:rPr>
                        <m:t>𝒘</m:t>
                      </m:r>
                      <m:r>
                        <a:rPr lang="en-US" altLang="zh-CN" sz="2000" i="1">
                          <a:latin typeface="DejaVu Math TeX Gyre" panose="02000503000000000000" charset="0"/>
                          <a:cs typeface="DejaVu Math TeX Gyre" panose="02000503000000000000" charset="0"/>
                        </a:rPr>
                        <m:t>=</m:t>
                      </m:r>
                      <m:f>
                        <m:fPr>
                          <m:ctrlPr>
                            <a:rPr lang="en-US" altLang="zh-CN" sz="2000" i="1">
                              <a:latin typeface="DejaVu Math TeX Gyre" panose="02000503000000000000" charset="0"/>
                              <a:cs typeface="DejaVu Math TeX Gyre" panose="02000503000000000000" charset="0"/>
                            </a:rPr>
                          </m:ctrlPr>
                        </m:fPr>
                        <m:num>
                          <m:r>
                            <a:rPr lang="en-US" altLang="zh-CN" sz="2000" i="1">
                              <a:latin typeface="DejaVu Math TeX Gyre" panose="02000503000000000000" charset="0"/>
                              <a:cs typeface="DejaVu Math TeX Gyre" panose="02000503000000000000" charset="0"/>
                            </a:rPr>
                            <m:t>𝟏</m:t>
                          </m:r>
                        </m:num>
                        <m:den>
                          <m:r>
                            <a:rPr lang="en-US" altLang="zh-CN" sz="2000" i="1">
                              <a:latin typeface="DejaVu Math TeX Gyre" panose="02000503000000000000" charset="0"/>
                              <a:cs typeface="DejaVu Math TeX Gyre" panose="02000503000000000000" charset="0"/>
                            </a:rPr>
                            <m:t>𝒏</m:t>
                          </m:r>
                        </m:den>
                      </m:f>
                      <m:nary>
                        <m:naryPr>
                          <m:chr m:val="∑"/>
                          <m:limLoc m:val="undOvr"/>
                          <m:ctrlPr>
                            <a:rPr lang="en-US" altLang="zh-CN" sz="2000" i="1">
                              <a:latin typeface="DejaVu Math TeX Gyre" panose="02000503000000000000" charset="0"/>
                              <a:cs typeface="DejaVu Math TeX Gyre" panose="02000503000000000000" charset="0"/>
                            </a:rPr>
                          </m:ctrlPr>
                        </m:naryPr>
                        <m:sub>
                          <m:r>
                            <a:rPr lang="en-US" altLang="zh-CN" sz="2000" i="1">
                              <a:latin typeface="DejaVu Math TeX Gyre" panose="02000503000000000000" charset="0"/>
                              <a:cs typeface="DejaVu Math TeX Gyre" panose="02000503000000000000" charset="0"/>
                            </a:rPr>
                            <m:t>𝒊</m:t>
                          </m:r>
                          <m:r>
                            <a:rPr lang="en-US" altLang="zh-CN" sz="2000" i="1">
                              <a:latin typeface="DejaVu Math TeX Gyre" panose="02000503000000000000" charset="0"/>
                              <a:cs typeface="DejaVu Math TeX Gyre" panose="02000503000000000000" charset="0"/>
                            </a:rPr>
                            <m:t>=</m:t>
                          </m:r>
                          <m:r>
                            <a:rPr lang="en-US" altLang="zh-CN" sz="2000" i="1">
                              <a:latin typeface="DejaVu Math TeX Gyre" panose="02000503000000000000" charset="0"/>
                              <a:cs typeface="DejaVu Math TeX Gyre" panose="02000503000000000000" charset="0"/>
                            </a:rPr>
                            <m:t>1</m:t>
                          </m:r>
                        </m:sub>
                        <m:sup>
                          <m:r>
                            <a:rPr lang="en-US" altLang="zh-CN" sz="2000" i="1">
                              <a:latin typeface="DejaVu Math TeX Gyre" panose="02000503000000000000" charset="0"/>
                              <a:cs typeface="DejaVu Math TeX Gyre" panose="02000503000000000000" charset="0"/>
                            </a:rPr>
                            <m:t>𝒏</m:t>
                          </m:r>
                        </m:sup>
                        <m:e>
                          <m:sSub>
                            <m:sSubPr>
                              <m:ctrlPr>
                                <a:rPr lang="en-US" altLang="zh-CN" sz="2000" i="1">
                                  <a:latin typeface="DejaVu Math TeX Gyre" panose="02000503000000000000" charset="0"/>
                                  <a:cs typeface="DejaVu Math TeX Gyre" panose="02000503000000000000" charset="0"/>
                                </a:rPr>
                              </m:ctrlPr>
                            </m:sSubPr>
                            <m:e>
                              <m:r>
                                <a:rPr lang="en-US" altLang="zh-CN" sz="2000" i="1">
                                  <a:latin typeface="DejaVu Math TeX Gyre" panose="02000503000000000000" charset="0"/>
                                  <a:cs typeface="DejaVu Math TeX Gyre" panose="02000503000000000000" charset="0"/>
                                </a:rPr>
                                <m:t>𝒘</m:t>
                              </m:r>
                            </m:e>
                            <m:sub>
                              <m:r>
                                <a:rPr lang="en-US" altLang="zh-CN" sz="2000" i="1">
                                  <a:latin typeface="DejaVu Math TeX Gyre" panose="02000503000000000000" charset="0"/>
                                  <a:cs typeface="DejaVu Math TeX Gyre" panose="02000503000000000000" charset="0"/>
                                </a:rPr>
                                <m:t>𝒊</m:t>
                              </m:r>
                            </m:sub>
                          </m:sSub>
                        </m:e>
                      </m:nary>
                    </m:oMath>
                  </m:oMathPara>
                </a14:m>
                <a:endParaRPr lang="en-US" altLang="zh-CN" sz="2000" i="1">
                  <a:latin typeface="DejaVu Math TeX Gyre" panose="02000503000000000000" charset="0"/>
                  <a:cs typeface="DejaVu Math TeX Gyre" panose="02000503000000000000" charset="0"/>
                </a:endParaRPr>
              </a:p>
            </p:txBody>
          </p:sp>
        </mc:Choice>
        <mc:Fallback>
          <p:sp>
            <p:nvSpPr>
              <p:cNvPr id="4" name="文本框 3"/>
              <p:cNvSpPr txBox="1">
                <a:spLocks noRot="1" noChangeAspect="1" noMove="1" noResize="1" noEditPoints="1" noAdjustHandles="1" noChangeArrowheads="1" noChangeShapeType="1" noTextEdit="1"/>
              </p:cNvSpPr>
              <p:nvPr/>
            </p:nvSpPr>
            <p:spPr>
              <a:xfrm>
                <a:off x="3688651" y="5350764"/>
                <a:ext cx="1765935" cy="851535"/>
              </a:xfrm>
              <a:prstGeom prst="rect">
                <a:avLst/>
              </a:prstGeom>
              <a:blipFill rotWithShape="1">
                <a:blip r:embed="rId4"/>
                <a:stretch>
                  <a:fillRect l="-32" t="-30" r="32" b="30"/>
                </a:stretch>
              </a:blipFill>
              <a:ln>
                <a:noFill/>
              </a:ln>
            </p:spPr>
            <p:style>
              <a:lnRef idx="2">
                <a:schemeClr val="dk1"/>
              </a:lnRef>
              <a:fillRef idx="1">
                <a:schemeClr val="lt1"/>
              </a:fillRef>
              <a:effectRef idx="0">
                <a:schemeClr val="dk1"/>
              </a:effectRef>
              <a:fontRef idx="minor">
                <a:schemeClr val="dk1"/>
              </a:fontRef>
            </p:style>
            <p:txBody>
              <a:bodyPr/>
              <a:lstStyle/>
              <a:p>
                <a:r>
                  <a:rPr lang="zh-CN" altLang="en-US">
                    <a:noFill/>
                  </a:rPr>
                  <a:t> </a:t>
                </a:r>
              </a:p>
            </p:txBody>
          </p:sp>
        </mc:Fallback>
      </mc:AlternateContent>
      <p:sp>
        <p:nvSpPr>
          <p:cNvPr id="6" name="文本框 5"/>
          <p:cNvSpPr txBox="1"/>
          <p:nvPr/>
        </p:nvSpPr>
        <p:spPr>
          <a:xfrm>
            <a:off x="4599940" y="2535555"/>
            <a:ext cx="3592830" cy="645160"/>
          </a:xfrm>
          <a:prstGeom prst="rect">
            <a:avLst/>
          </a:prstGeom>
          <a:noFill/>
        </p:spPr>
        <p:txBody>
          <a:bodyPr wrap="none" rtlCol="0" anchor="t">
            <a:spAutoFit/>
          </a:bodyPr>
          <a:p>
            <a:r>
              <a:rPr lang="x-none" altLang="zh-CN" sz="1800">
                <a:solidFill>
                  <a:srgbClr val="FF0000"/>
                </a:solidFill>
                <a:effectLst/>
                <a:latin typeface="Times New Roman" panose="02020603050405020304" charset="0"/>
                <a:cs typeface="+mn-ea"/>
                <a:sym typeface="+mn-ea"/>
              </a:rPr>
              <a:t>周转时间也叫响应时间，</a:t>
            </a:r>
            <a:endParaRPr lang="x-none" altLang="zh-CN" sz="1800">
              <a:solidFill>
                <a:srgbClr val="FF0000"/>
              </a:solidFill>
              <a:effectLst/>
              <a:latin typeface="Times New Roman" panose="02020603050405020304" charset="0"/>
              <a:cs typeface="+mn-ea"/>
              <a:sym typeface="+mn-ea"/>
            </a:endParaRPr>
          </a:p>
          <a:p>
            <a:r>
              <a:rPr lang="x-none" altLang="zh-CN" sz="1800">
                <a:solidFill>
                  <a:srgbClr val="FF0000"/>
                </a:solidFill>
                <a:effectLst/>
                <a:latin typeface="Times New Roman" panose="02020603050405020304" charset="0"/>
                <a:cs typeface="+mn-ea"/>
                <a:sym typeface="+mn-ea"/>
              </a:rPr>
              <a:t>包括了作业的等待时间+执行时间</a:t>
            </a:r>
            <a:endParaRPr lang="x-none" altLang="zh-CN" sz="1800">
              <a:solidFill>
                <a:srgbClr val="FF0000"/>
              </a:solidFill>
              <a:effectLst/>
              <a:latin typeface="Times New Roman" panose="02020603050405020304" charset="0"/>
              <a:cs typeface="+mn-ea"/>
              <a:sym typeface="+mn-ea"/>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124930" grpId="0" uiExpand="1" build="p"/>
      <p:bldP spid="124931"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4930" name="矩形 124929"/>
          <p:cNvSpPr/>
          <p:nvPr/>
        </p:nvSpPr>
        <p:spPr>
          <a:xfrm>
            <a:off x="248285" y="1192530"/>
            <a:ext cx="8708390" cy="1160780"/>
          </a:xfrm>
          <a:prstGeom prst="rect">
            <a:avLst/>
          </a:prstGeom>
          <a:noFill/>
          <a:ln w="9525">
            <a:noFill/>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x-none" altLang="zh-CN" sz="2400" strike="noStrike" noProof="1">
                <a:solidFill>
                  <a:schemeClr val="tx1"/>
                </a:solidFill>
                <a:latin typeface="Times New Roman" panose="02020603050405020304" charset="0"/>
                <a:ea typeface="宋体" panose="02010600030101010101" pitchFamily="2" charset="-122"/>
              </a:rPr>
              <a:t>1 先来先服务调度算法</a:t>
            </a:r>
            <a:endParaRPr lang="x-none" altLang="zh-CN" sz="24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30000"/>
              </a:lnSpc>
              <a:buNone/>
            </a:pPr>
            <a:r>
              <a:rPr lang="x-none" altLang="zh-CN" sz="2400" strike="noStrike" noProof="1">
                <a:solidFill>
                  <a:schemeClr val="tx1"/>
                </a:solidFill>
                <a:latin typeface="Times New Roman" panose="02020603050405020304" charset="0"/>
                <a:ea typeface="宋体" panose="02010600030101010101" pitchFamily="2" charset="-122"/>
              </a:rPr>
              <a:t>按作业来到的先后次序进行调度。</a:t>
            </a:r>
            <a:endParaRPr lang="x-none" altLang="zh-CN" sz="2400" strike="noStrike" noProof="1">
              <a:solidFill>
                <a:schemeClr val="tx1"/>
              </a:solidFill>
              <a:effectLst/>
              <a:latin typeface="Times New Roman" panose="02020603050405020304" charset="0"/>
              <a:ea typeface="宋体" panose="02010600030101010101" pitchFamily="2" charset="-122"/>
              <a:cs typeface="+mn-ea"/>
            </a:endParaRPr>
          </a:p>
        </p:txBody>
      </p:sp>
      <p:sp>
        <p:nvSpPr>
          <p:cNvPr id="124931" name="矩形 124930"/>
          <p:cNvSpPr/>
          <p:nvPr/>
        </p:nvSpPr>
        <p:spPr>
          <a:xfrm>
            <a:off x="185738" y="553720"/>
            <a:ext cx="6475413" cy="607695"/>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buNone/>
            </a:pPr>
            <a:r>
              <a:rPr lang="x-none" altLang="en-US" sz="2800" b="1" strike="noStrike" noProof="1">
                <a:solidFill>
                  <a:srgbClr val="990000"/>
                </a:solidFill>
                <a:latin typeface="Times New Roman" panose="02020603050405020304" charset="0"/>
                <a:ea typeface="宋体" panose="02010600030101010101" pitchFamily="2" charset="-122"/>
                <a:cs typeface="+mn-ea"/>
              </a:rPr>
              <a:t>作业</a:t>
            </a:r>
            <a:r>
              <a:rPr lang="zh-CN" altLang="en-US" sz="2800" b="1" strike="noStrike" noProof="1">
                <a:solidFill>
                  <a:srgbClr val="990000"/>
                </a:solidFill>
                <a:latin typeface="Arial" panose="02080604020202020204" pitchFamily="34" charset="0"/>
                <a:ea typeface="宋体" panose="02010600030101010101" pitchFamily="2" charset="-122"/>
                <a:cs typeface="+mn-ea"/>
              </a:rPr>
              <a:t>调度</a:t>
            </a:r>
            <a:r>
              <a:rPr lang="x-none" altLang="zh-CN" sz="2800" b="1" strike="noStrike" noProof="1">
                <a:solidFill>
                  <a:srgbClr val="990000"/>
                </a:solidFill>
                <a:latin typeface="Arial" panose="02080604020202020204" pitchFamily="34" charset="0"/>
                <a:ea typeface="宋体" panose="02010600030101010101" pitchFamily="2" charset="-122"/>
                <a:cs typeface="+mn-ea"/>
              </a:rPr>
              <a:t>算法</a:t>
            </a:r>
            <a:endParaRPr lang="x-none" altLang="zh-CN" sz="2800" b="1" strike="noStrike" noProof="1">
              <a:solidFill>
                <a:srgbClr val="990000"/>
              </a:solidFill>
              <a:latin typeface="Arial" panose="02080604020202020204" pitchFamily="34" charset="0"/>
              <a:ea typeface="宋体" panose="02010600030101010101" pitchFamily="2" charset="-122"/>
              <a:cs typeface="+mn-ea"/>
            </a:endParaRPr>
          </a:p>
        </p:txBody>
      </p:sp>
      <p:sp>
        <p:nvSpPr>
          <p:cNvPr id="124932" name="矩形 124931"/>
          <p:cNvSpPr/>
          <p:nvPr/>
        </p:nvSpPr>
        <p:spPr>
          <a:xfrm>
            <a:off x="381000" y="42863"/>
            <a:ext cx="8393113" cy="423545"/>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x-none" sz="2400">
                <a:cs typeface="+mn-ea"/>
                <a:sym typeface="+mn-ea"/>
              </a:rPr>
              <a:t>处理机</a:t>
            </a:r>
            <a:r>
              <a:rPr lang="zh-CN" altLang="en-US" sz="2400">
                <a:cs typeface="+mn-ea"/>
                <a:sym typeface="+mn-ea"/>
              </a:rPr>
              <a:t>调度</a:t>
            </a:r>
            <a:endParaRPr lang="zh-CN" altLang="en-US" sz="2400" strike="noStrike" noProof="1">
              <a:ea typeface="宋体" panose="02010600030101010101" pitchFamily="2" charset="-122"/>
            </a:endParaRPr>
          </a:p>
        </p:txBody>
      </p:sp>
      <p:sp>
        <p:nvSpPr>
          <p:cNvPr id="139268" name="文本框 124932"/>
          <p:cNvSpPr txBox="1"/>
          <p:nvPr/>
        </p:nvSpPr>
        <p:spPr>
          <a:xfrm>
            <a:off x="8493125" y="6510338"/>
            <a:ext cx="463550"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b="0">
                <a:solidFill>
                  <a:schemeClr val="tx2"/>
                </a:solidFill>
                <a:latin typeface="Times New Roman" panose="02020603050405020304" charset="0"/>
                <a:ea typeface="宋体" panose="02010600030101010101" pitchFamily="2" charset="-122"/>
              </a:rPr>
              <a:t>99</a:t>
            </a:r>
            <a:endParaRPr lang="en-US" altLang="zh-CN" b="0">
              <a:solidFill>
                <a:schemeClr val="tx2"/>
              </a:solidFill>
              <a:latin typeface="Times New Roman" panose="02020603050405020304" charset="0"/>
              <a:ea typeface="宋体" panose="02010600030101010101" pitchFamily="2" charset="-122"/>
            </a:endParaRPr>
          </a:p>
        </p:txBody>
      </p:sp>
      <p:graphicFrame>
        <p:nvGraphicFramePr>
          <p:cNvPr id="2" name="表格 1"/>
          <p:cNvGraphicFramePr/>
          <p:nvPr/>
        </p:nvGraphicFramePr>
        <p:xfrm>
          <a:off x="377825" y="2544445"/>
          <a:ext cx="8396606" cy="2625725"/>
        </p:xfrm>
        <a:graphic>
          <a:graphicData uri="http://schemas.openxmlformats.org/drawingml/2006/table">
            <a:tbl>
              <a:tblPr firstRow="1" bandRow="1">
                <a:tableStyleId>{5C22544A-7EE6-4342-B048-85BDC9FD1C3A}</a:tableStyleId>
              </a:tblPr>
              <a:tblGrid>
                <a:gridCol w="789940"/>
                <a:gridCol w="1332865"/>
                <a:gridCol w="1175385"/>
                <a:gridCol w="1115696"/>
                <a:gridCol w="1116330"/>
                <a:gridCol w="1190625"/>
                <a:gridCol w="1675765"/>
              </a:tblGrid>
              <a:tr h="309245">
                <a:tc>
                  <a:txBody>
                    <a:bodyPr/>
                    <a:p>
                      <a:pPr algn="ctr">
                        <a:buNone/>
                      </a:pPr>
                      <a:r>
                        <a:rPr lang="x-none" altLang="zh-CN" sz="1400">
                          <a:solidFill>
                            <a:schemeClr val="tx1"/>
                          </a:solidFill>
                        </a:rPr>
                        <a:t>作业</a:t>
                      </a:r>
                      <a:endParaRPr lang="x-none" altLang="zh-CN" sz="1400">
                        <a:solidFill>
                          <a:schemeClr val="tx1"/>
                        </a:solidFill>
                      </a:endParaRPr>
                    </a:p>
                  </a:txBody>
                  <a:tcPr/>
                </a:tc>
                <a:tc>
                  <a:txBody>
                    <a:bodyPr/>
                    <a:p>
                      <a:pPr algn="ctr">
                        <a:buNone/>
                      </a:pPr>
                      <a:r>
                        <a:rPr lang="x-none" altLang="zh-CN" sz="1400">
                          <a:solidFill>
                            <a:schemeClr val="tx1"/>
                          </a:solidFill>
                        </a:rPr>
                        <a:t>进入系统时间</a:t>
                      </a:r>
                      <a:endParaRPr lang="x-none" altLang="zh-CN" sz="1400">
                        <a:solidFill>
                          <a:schemeClr val="tx1"/>
                        </a:solidFill>
                      </a:endParaRPr>
                    </a:p>
                  </a:txBody>
                  <a:tcPr/>
                </a:tc>
                <a:tc>
                  <a:txBody>
                    <a:bodyPr/>
                    <a:p>
                      <a:pPr algn="ctr">
                        <a:buNone/>
                      </a:pPr>
                      <a:r>
                        <a:rPr lang="x-none" altLang="zh-CN" sz="1400">
                          <a:solidFill>
                            <a:schemeClr val="tx1"/>
                          </a:solidFill>
                        </a:rPr>
                        <a:t>执行时间</a:t>
                      </a:r>
                      <a:endParaRPr lang="x-none" altLang="zh-CN" sz="1400">
                        <a:solidFill>
                          <a:schemeClr val="tx1"/>
                        </a:solidFill>
                      </a:endParaRPr>
                    </a:p>
                  </a:txBody>
                  <a:tcPr/>
                </a:tc>
                <a:tc>
                  <a:txBody>
                    <a:bodyPr/>
                    <a:p>
                      <a:pPr algn="ctr">
                        <a:buNone/>
                      </a:pPr>
                      <a:r>
                        <a:rPr lang="x-none" altLang="zh-CN" sz="1400">
                          <a:solidFill>
                            <a:schemeClr val="tx1"/>
                          </a:solidFill>
                        </a:rPr>
                        <a:t>开始时间</a:t>
                      </a:r>
                      <a:endParaRPr lang="x-none" altLang="zh-CN" sz="1400">
                        <a:solidFill>
                          <a:schemeClr val="tx1"/>
                        </a:solidFill>
                      </a:endParaRPr>
                    </a:p>
                  </a:txBody>
                  <a:tcPr/>
                </a:tc>
                <a:tc>
                  <a:txBody>
                    <a:bodyPr/>
                    <a:p>
                      <a:pPr algn="ctr">
                        <a:buNone/>
                      </a:pPr>
                      <a:r>
                        <a:rPr lang="x-none" altLang="zh-CN" sz="1400">
                          <a:solidFill>
                            <a:schemeClr val="tx1"/>
                          </a:solidFill>
                        </a:rPr>
                        <a:t>完成时间</a:t>
                      </a:r>
                      <a:endParaRPr lang="x-none" altLang="zh-CN" sz="1400">
                        <a:solidFill>
                          <a:schemeClr val="tx1"/>
                        </a:solidFill>
                      </a:endParaRPr>
                    </a:p>
                  </a:txBody>
                  <a:tcPr/>
                </a:tc>
                <a:tc>
                  <a:txBody>
                    <a:bodyPr/>
                    <a:p>
                      <a:pPr algn="ctr">
                        <a:buNone/>
                      </a:pPr>
                      <a:r>
                        <a:rPr lang="x-none" altLang="zh-CN" sz="1400">
                          <a:solidFill>
                            <a:schemeClr val="tx1"/>
                          </a:solidFill>
                        </a:rPr>
                        <a:t>周转时间</a:t>
                      </a:r>
                      <a:endParaRPr lang="x-none" altLang="zh-CN" sz="1400">
                        <a:solidFill>
                          <a:schemeClr val="tx1"/>
                        </a:solidFill>
                      </a:endParaRPr>
                    </a:p>
                  </a:txBody>
                  <a:tcPr/>
                </a:tc>
                <a:tc>
                  <a:txBody>
                    <a:bodyPr/>
                    <a:p>
                      <a:pPr algn="ctr">
                        <a:buNone/>
                      </a:pPr>
                      <a:r>
                        <a:rPr lang="x-none" altLang="zh-CN" sz="1400">
                          <a:solidFill>
                            <a:schemeClr val="tx1"/>
                          </a:solidFill>
                        </a:rPr>
                        <a:t>带权周转时间</a:t>
                      </a:r>
                      <a:endParaRPr lang="x-none" altLang="zh-CN" sz="1400">
                        <a:solidFill>
                          <a:schemeClr val="tx1"/>
                        </a:solidFill>
                      </a:endParaRPr>
                    </a:p>
                  </a:txBody>
                  <a:tcPr/>
                </a:tc>
              </a:tr>
              <a:tr h="365760">
                <a:tc>
                  <a:txBody>
                    <a:bodyPr/>
                    <a:p>
                      <a:pPr algn="ctr">
                        <a:buNone/>
                      </a:pPr>
                      <a:r>
                        <a:rPr lang="x-none" altLang="zh-CN" sz="1600">
                          <a:solidFill>
                            <a:schemeClr val="tx1"/>
                          </a:solidFill>
                        </a:rPr>
                        <a:t>1</a:t>
                      </a:r>
                      <a:endParaRPr lang="x-none" altLang="zh-CN" sz="1600">
                        <a:solidFill>
                          <a:schemeClr val="tx1"/>
                        </a:solidFill>
                      </a:endParaRPr>
                    </a:p>
                  </a:txBody>
                  <a:tcPr/>
                </a:tc>
                <a:tc>
                  <a:txBody>
                    <a:bodyPr/>
                    <a:p>
                      <a:pPr algn="ctr">
                        <a:buNone/>
                      </a:pPr>
                      <a:r>
                        <a:rPr lang="x-none" altLang="zh-CN" sz="1600">
                          <a:solidFill>
                            <a:schemeClr val="tx1"/>
                          </a:solidFill>
                        </a:rPr>
                        <a:t>8.00</a:t>
                      </a:r>
                      <a:endParaRPr lang="x-none" altLang="zh-CN" sz="1600">
                        <a:solidFill>
                          <a:schemeClr val="tx1"/>
                        </a:solidFill>
                      </a:endParaRPr>
                    </a:p>
                  </a:txBody>
                  <a:tcPr/>
                </a:tc>
                <a:tc>
                  <a:txBody>
                    <a:bodyPr/>
                    <a:p>
                      <a:pPr algn="ctr">
                        <a:buNone/>
                      </a:pPr>
                      <a:r>
                        <a:rPr lang="x-none" altLang="zh-CN" sz="1600">
                          <a:solidFill>
                            <a:schemeClr val="tx1"/>
                          </a:solidFill>
                        </a:rPr>
                        <a:t>2.00</a:t>
                      </a:r>
                      <a:endParaRPr lang="x-none" altLang="zh-CN" sz="1600">
                        <a:solidFill>
                          <a:schemeClr val="tx1"/>
                        </a:solidFill>
                      </a:endParaRPr>
                    </a:p>
                  </a:txBody>
                  <a:tcPr/>
                </a:tc>
                <a:tc>
                  <a:txBody>
                    <a:bodyPr/>
                    <a:p>
                      <a:pPr algn="ctr">
                        <a:buNone/>
                      </a:pPr>
                      <a:r>
                        <a:rPr lang="en-US" altLang="zh-CN" sz="1600">
                          <a:solidFill>
                            <a:schemeClr val="tx1"/>
                          </a:solidFill>
                        </a:rPr>
                        <a:t>8.00</a:t>
                      </a:r>
                      <a:endParaRPr lang="en-US" altLang="zh-CN" sz="1600">
                        <a:solidFill>
                          <a:schemeClr val="tx1"/>
                        </a:solidFill>
                      </a:endParaRPr>
                    </a:p>
                  </a:txBody>
                  <a:tcPr/>
                </a:tc>
                <a:tc>
                  <a:txBody>
                    <a:bodyPr/>
                    <a:p>
                      <a:pPr algn="ctr">
                        <a:buNone/>
                      </a:pPr>
                      <a:r>
                        <a:rPr lang="en-US" altLang="zh-CN" sz="1600">
                          <a:solidFill>
                            <a:schemeClr val="tx1"/>
                          </a:solidFill>
                        </a:rPr>
                        <a:t>10.00</a:t>
                      </a:r>
                      <a:endParaRPr lang="en-US" altLang="zh-CN" sz="1600">
                        <a:solidFill>
                          <a:schemeClr val="tx1"/>
                        </a:solidFill>
                      </a:endParaRPr>
                    </a:p>
                  </a:txBody>
                  <a:tcPr/>
                </a:tc>
                <a:tc>
                  <a:txBody>
                    <a:bodyPr/>
                    <a:p>
                      <a:pPr algn="ctr">
                        <a:buNone/>
                      </a:pPr>
                      <a:r>
                        <a:rPr lang="en-US" altLang="zh-CN" sz="1600">
                          <a:solidFill>
                            <a:schemeClr val="tx1"/>
                          </a:solidFill>
                        </a:rPr>
                        <a:t>2.00</a:t>
                      </a:r>
                      <a:endParaRPr lang="en-US" altLang="zh-CN" sz="1600">
                        <a:solidFill>
                          <a:schemeClr val="tx1"/>
                        </a:solidFill>
                      </a:endParaRPr>
                    </a:p>
                  </a:txBody>
                  <a:tcPr/>
                </a:tc>
                <a:tc>
                  <a:txBody>
                    <a:bodyPr/>
                    <a:p>
                      <a:pPr algn="ctr">
                        <a:buNone/>
                      </a:pPr>
                      <a:r>
                        <a:rPr lang="en-US" altLang="zh-CN" sz="1600">
                          <a:solidFill>
                            <a:schemeClr val="tx1"/>
                          </a:solidFill>
                        </a:rPr>
                        <a:t>1</a:t>
                      </a:r>
                      <a:endParaRPr lang="en-US" altLang="zh-CN" sz="1600">
                        <a:solidFill>
                          <a:schemeClr val="tx1"/>
                        </a:solidFill>
                      </a:endParaRPr>
                    </a:p>
                  </a:txBody>
                  <a:tcPr/>
                </a:tc>
              </a:tr>
              <a:tr h="365760">
                <a:tc>
                  <a:txBody>
                    <a:bodyPr/>
                    <a:p>
                      <a:pPr algn="ctr">
                        <a:buNone/>
                      </a:pPr>
                      <a:r>
                        <a:rPr lang="x-none" altLang="zh-CN" sz="1600">
                          <a:solidFill>
                            <a:schemeClr val="tx1"/>
                          </a:solidFill>
                        </a:rPr>
                        <a:t>2</a:t>
                      </a:r>
                      <a:endParaRPr lang="x-none" altLang="zh-CN" sz="1600">
                        <a:solidFill>
                          <a:schemeClr val="tx1"/>
                        </a:solidFill>
                      </a:endParaRPr>
                    </a:p>
                  </a:txBody>
                  <a:tcPr/>
                </a:tc>
                <a:tc>
                  <a:txBody>
                    <a:bodyPr/>
                    <a:p>
                      <a:pPr algn="ctr">
                        <a:buNone/>
                      </a:pPr>
                      <a:r>
                        <a:rPr lang="x-none" altLang="zh-CN" sz="1600">
                          <a:solidFill>
                            <a:schemeClr val="tx1"/>
                          </a:solidFill>
                        </a:rPr>
                        <a:t>8.50</a:t>
                      </a:r>
                      <a:endParaRPr lang="x-none" altLang="zh-CN" sz="1600">
                        <a:solidFill>
                          <a:schemeClr val="tx1"/>
                        </a:solidFill>
                      </a:endParaRPr>
                    </a:p>
                  </a:txBody>
                  <a:tcPr/>
                </a:tc>
                <a:tc>
                  <a:txBody>
                    <a:bodyPr/>
                    <a:p>
                      <a:pPr algn="ctr">
                        <a:buNone/>
                      </a:pPr>
                      <a:r>
                        <a:rPr lang="x-none" altLang="zh-CN" sz="1600">
                          <a:solidFill>
                            <a:schemeClr val="tx1"/>
                          </a:solidFill>
                        </a:rPr>
                        <a:t>0.50</a:t>
                      </a:r>
                      <a:endParaRPr lang="x-none" altLang="zh-CN" sz="1600">
                        <a:solidFill>
                          <a:schemeClr val="tx1"/>
                        </a:solidFill>
                      </a:endParaRPr>
                    </a:p>
                  </a:txBody>
                  <a:tcPr/>
                </a:tc>
                <a:tc>
                  <a:txBody>
                    <a:bodyPr/>
                    <a:p>
                      <a:pPr algn="ctr">
                        <a:buNone/>
                      </a:pPr>
                      <a:r>
                        <a:rPr lang="en-US" altLang="zh-CN" sz="1600">
                          <a:solidFill>
                            <a:schemeClr val="tx1"/>
                          </a:solidFill>
                        </a:rPr>
                        <a:t>10.00</a:t>
                      </a:r>
                      <a:endParaRPr lang="en-US" altLang="zh-CN" sz="1600">
                        <a:solidFill>
                          <a:schemeClr val="tx1"/>
                        </a:solidFill>
                      </a:endParaRPr>
                    </a:p>
                  </a:txBody>
                  <a:tcPr/>
                </a:tc>
                <a:tc>
                  <a:txBody>
                    <a:bodyPr/>
                    <a:p>
                      <a:pPr algn="ctr">
                        <a:buNone/>
                      </a:pPr>
                      <a:r>
                        <a:rPr lang="en-US" altLang="zh-CN" sz="1600">
                          <a:solidFill>
                            <a:schemeClr val="tx1"/>
                          </a:solidFill>
                        </a:rPr>
                        <a:t>10.50</a:t>
                      </a:r>
                      <a:endParaRPr lang="en-US" altLang="zh-CN" sz="1600">
                        <a:solidFill>
                          <a:schemeClr val="tx1"/>
                        </a:solidFill>
                      </a:endParaRPr>
                    </a:p>
                  </a:txBody>
                  <a:tcPr/>
                </a:tc>
                <a:tc>
                  <a:txBody>
                    <a:bodyPr/>
                    <a:p>
                      <a:pPr algn="ctr">
                        <a:buNone/>
                      </a:pPr>
                      <a:r>
                        <a:rPr lang="en-US" altLang="zh-CN" sz="1600">
                          <a:solidFill>
                            <a:schemeClr val="tx1"/>
                          </a:solidFill>
                        </a:rPr>
                        <a:t>2.00</a:t>
                      </a:r>
                      <a:endParaRPr lang="en-US" altLang="zh-CN" sz="1600">
                        <a:solidFill>
                          <a:schemeClr val="tx1"/>
                        </a:solidFill>
                      </a:endParaRPr>
                    </a:p>
                  </a:txBody>
                  <a:tcPr/>
                </a:tc>
                <a:tc>
                  <a:txBody>
                    <a:bodyPr/>
                    <a:p>
                      <a:pPr algn="ctr">
                        <a:buNone/>
                      </a:pPr>
                      <a:r>
                        <a:rPr lang="en-US" altLang="zh-CN" sz="1600">
                          <a:solidFill>
                            <a:schemeClr val="tx1"/>
                          </a:solidFill>
                        </a:rPr>
                        <a:t>4</a:t>
                      </a:r>
                      <a:endParaRPr lang="en-US" altLang="zh-CN" sz="1600">
                        <a:solidFill>
                          <a:schemeClr val="tx1"/>
                        </a:solidFill>
                      </a:endParaRPr>
                    </a:p>
                  </a:txBody>
                  <a:tcPr/>
                </a:tc>
              </a:tr>
              <a:tr h="365760">
                <a:tc>
                  <a:txBody>
                    <a:bodyPr/>
                    <a:p>
                      <a:pPr algn="ctr">
                        <a:buNone/>
                      </a:pPr>
                      <a:r>
                        <a:rPr lang="x-none" altLang="zh-CN" sz="1600">
                          <a:solidFill>
                            <a:schemeClr val="tx1"/>
                          </a:solidFill>
                        </a:rPr>
                        <a:t>3</a:t>
                      </a:r>
                      <a:endParaRPr lang="x-none" altLang="zh-CN" sz="1600">
                        <a:solidFill>
                          <a:schemeClr val="tx1"/>
                        </a:solidFill>
                      </a:endParaRPr>
                    </a:p>
                  </a:txBody>
                  <a:tcPr/>
                </a:tc>
                <a:tc>
                  <a:txBody>
                    <a:bodyPr/>
                    <a:p>
                      <a:pPr algn="ctr">
                        <a:buNone/>
                      </a:pPr>
                      <a:r>
                        <a:rPr lang="x-none" altLang="zh-CN" sz="1600">
                          <a:solidFill>
                            <a:schemeClr val="tx1"/>
                          </a:solidFill>
                        </a:rPr>
                        <a:t>9.00</a:t>
                      </a:r>
                      <a:endParaRPr lang="x-none" altLang="zh-CN" sz="1600">
                        <a:solidFill>
                          <a:schemeClr val="tx1"/>
                        </a:solidFill>
                      </a:endParaRPr>
                    </a:p>
                  </a:txBody>
                  <a:tcPr/>
                </a:tc>
                <a:tc>
                  <a:txBody>
                    <a:bodyPr/>
                    <a:p>
                      <a:pPr algn="ctr">
                        <a:buNone/>
                      </a:pPr>
                      <a:r>
                        <a:rPr lang="x-none" altLang="zh-CN" sz="1600">
                          <a:solidFill>
                            <a:schemeClr val="tx1"/>
                          </a:solidFill>
                        </a:rPr>
                        <a:t>0.10</a:t>
                      </a:r>
                      <a:endParaRPr lang="x-none" altLang="zh-CN" sz="1600">
                        <a:solidFill>
                          <a:schemeClr val="tx1"/>
                        </a:solidFill>
                      </a:endParaRPr>
                    </a:p>
                  </a:txBody>
                  <a:tcPr/>
                </a:tc>
                <a:tc>
                  <a:txBody>
                    <a:bodyPr/>
                    <a:p>
                      <a:pPr algn="ctr">
                        <a:buNone/>
                      </a:pPr>
                      <a:r>
                        <a:rPr lang="en-US" altLang="zh-CN" sz="1600">
                          <a:solidFill>
                            <a:schemeClr val="tx1"/>
                          </a:solidFill>
                        </a:rPr>
                        <a:t>10.50</a:t>
                      </a:r>
                      <a:endParaRPr lang="en-US" altLang="zh-CN" sz="1600">
                        <a:solidFill>
                          <a:schemeClr val="tx1"/>
                        </a:solidFill>
                      </a:endParaRPr>
                    </a:p>
                  </a:txBody>
                  <a:tcPr/>
                </a:tc>
                <a:tc>
                  <a:txBody>
                    <a:bodyPr/>
                    <a:p>
                      <a:pPr algn="ctr">
                        <a:buNone/>
                      </a:pPr>
                      <a:r>
                        <a:rPr lang="en-US" altLang="zh-CN" sz="1600">
                          <a:solidFill>
                            <a:schemeClr val="tx1"/>
                          </a:solidFill>
                        </a:rPr>
                        <a:t>10.60</a:t>
                      </a:r>
                      <a:endParaRPr lang="en-US" altLang="zh-CN" sz="1600">
                        <a:solidFill>
                          <a:schemeClr val="tx1"/>
                        </a:solidFill>
                      </a:endParaRPr>
                    </a:p>
                  </a:txBody>
                  <a:tcPr/>
                </a:tc>
                <a:tc>
                  <a:txBody>
                    <a:bodyPr/>
                    <a:p>
                      <a:pPr algn="ctr">
                        <a:buNone/>
                      </a:pPr>
                      <a:r>
                        <a:rPr lang="en-US" altLang="zh-CN" sz="1600">
                          <a:solidFill>
                            <a:schemeClr val="tx1"/>
                          </a:solidFill>
                        </a:rPr>
                        <a:t>1.60</a:t>
                      </a:r>
                      <a:endParaRPr lang="en-US" altLang="zh-CN" sz="1600">
                        <a:solidFill>
                          <a:schemeClr val="tx1"/>
                        </a:solidFill>
                      </a:endParaRPr>
                    </a:p>
                  </a:txBody>
                  <a:tcPr/>
                </a:tc>
                <a:tc>
                  <a:txBody>
                    <a:bodyPr/>
                    <a:p>
                      <a:pPr algn="ctr">
                        <a:buNone/>
                      </a:pPr>
                      <a:r>
                        <a:rPr lang="en-US" altLang="zh-CN" sz="1600">
                          <a:solidFill>
                            <a:schemeClr val="tx1"/>
                          </a:solidFill>
                        </a:rPr>
                        <a:t>16</a:t>
                      </a:r>
                      <a:endParaRPr lang="en-US" altLang="zh-CN" sz="1600">
                        <a:solidFill>
                          <a:schemeClr val="tx1"/>
                        </a:solidFill>
                      </a:endParaRPr>
                    </a:p>
                  </a:txBody>
                  <a:tcPr/>
                </a:tc>
              </a:tr>
              <a:tr h="365760">
                <a:tc>
                  <a:txBody>
                    <a:bodyPr/>
                    <a:p>
                      <a:pPr algn="ctr">
                        <a:buNone/>
                      </a:pPr>
                      <a:r>
                        <a:rPr lang="x-none" altLang="zh-CN" sz="1600">
                          <a:solidFill>
                            <a:schemeClr val="tx1"/>
                          </a:solidFill>
                        </a:rPr>
                        <a:t>4</a:t>
                      </a:r>
                      <a:endParaRPr lang="x-none" altLang="zh-CN" sz="1600">
                        <a:solidFill>
                          <a:schemeClr val="tx1"/>
                        </a:solidFill>
                      </a:endParaRPr>
                    </a:p>
                  </a:txBody>
                  <a:tcPr/>
                </a:tc>
                <a:tc>
                  <a:txBody>
                    <a:bodyPr/>
                    <a:p>
                      <a:pPr algn="ctr">
                        <a:buNone/>
                      </a:pPr>
                      <a:r>
                        <a:rPr lang="x-none" altLang="zh-CN" sz="1600">
                          <a:solidFill>
                            <a:schemeClr val="tx1"/>
                          </a:solidFill>
                        </a:rPr>
                        <a:t>9.50</a:t>
                      </a:r>
                      <a:endParaRPr lang="x-none" altLang="zh-CN" sz="1600">
                        <a:solidFill>
                          <a:schemeClr val="tx1"/>
                        </a:solidFill>
                      </a:endParaRPr>
                    </a:p>
                  </a:txBody>
                  <a:tcPr/>
                </a:tc>
                <a:tc>
                  <a:txBody>
                    <a:bodyPr/>
                    <a:p>
                      <a:pPr algn="ctr">
                        <a:buNone/>
                      </a:pPr>
                      <a:r>
                        <a:rPr lang="x-none" altLang="zh-CN" sz="1600">
                          <a:solidFill>
                            <a:schemeClr val="tx1"/>
                          </a:solidFill>
                        </a:rPr>
                        <a:t>0.20</a:t>
                      </a:r>
                      <a:endParaRPr lang="x-none" altLang="zh-CN" sz="1600">
                        <a:solidFill>
                          <a:schemeClr val="tx1"/>
                        </a:solidFill>
                      </a:endParaRPr>
                    </a:p>
                  </a:txBody>
                  <a:tcPr/>
                </a:tc>
                <a:tc>
                  <a:txBody>
                    <a:bodyPr/>
                    <a:p>
                      <a:pPr algn="ctr">
                        <a:buNone/>
                      </a:pPr>
                      <a:r>
                        <a:rPr lang="en-US" altLang="zh-CN" sz="1600">
                          <a:solidFill>
                            <a:schemeClr val="tx1"/>
                          </a:solidFill>
                        </a:rPr>
                        <a:t>10.60</a:t>
                      </a:r>
                      <a:endParaRPr lang="en-US" altLang="zh-CN" sz="1600">
                        <a:solidFill>
                          <a:schemeClr val="tx1"/>
                        </a:solidFill>
                      </a:endParaRPr>
                    </a:p>
                  </a:txBody>
                  <a:tcPr/>
                </a:tc>
                <a:tc>
                  <a:txBody>
                    <a:bodyPr/>
                    <a:p>
                      <a:pPr algn="ctr">
                        <a:buNone/>
                      </a:pPr>
                      <a:r>
                        <a:rPr lang="en-US" altLang="zh-CN" sz="1600">
                          <a:solidFill>
                            <a:schemeClr val="tx1"/>
                          </a:solidFill>
                        </a:rPr>
                        <a:t>10.80</a:t>
                      </a:r>
                      <a:endParaRPr lang="en-US" altLang="zh-CN" sz="1600">
                        <a:solidFill>
                          <a:schemeClr val="tx1"/>
                        </a:solidFill>
                      </a:endParaRPr>
                    </a:p>
                  </a:txBody>
                  <a:tcPr/>
                </a:tc>
                <a:tc>
                  <a:txBody>
                    <a:bodyPr/>
                    <a:p>
                      <a:pPr algn="ctr">
                        <a:buNone/>
                      </a:pPr>
                      <a:r>
                        <a:rPr lang="en-US" altLang="zh-CN" sz="1600">
                          <a:solidFill>
                            <a:schemeClr val="tx1"/>
                          </a:solidFill>
                        </a:rPr>
                        <a:t>1.30</a:t>
                      </a:r>
                      <a:endParaRPr lang="en-US" altLang="zh-CN" sz="1600">
                        <a:solidFill>
                          <a:schemeClr val="tx1"/>
                        </a:solidFill>
                      </a:endParaRPr>
                    </a:p>
                  </a:txBody>
                  <a:tcPr/>
                </a:tc>
                <a:tc>
                  <a:txBody>
                    <a:bodyPr/>
                    <a:p>
                      <a:pPr algn="ctr">
                        <a:buNone/>
                      </a:pPr>
                      <a:r>
                        <a:rPr lang="en-US" altLang="zh-CN" sz="1600">
                          <a:solidFill>
                            <a:schemeClr val="tx1"/>
                          </a:solidFill>
                        </a:rPr>
                        <a:t>6.5</a:t>
                      </a:r>
                      <a:endParaRPr lang="en-US" altLang="zh-CN" sz="1600">
                        <a:solidFill>
                          <a:schemeClr val="tx1"/>
                        </a:solidFill>
                      </a:endParaRPr>
                    </a:p>
                  </a:txBody>
                  <a:tcPr/>
                </a:tc>
              </a:tr>
              <a:tr h="365760">
                <a:tc gridSpan="6">
                  <a:txBody>
                    <a:bodyPr/>
                    <a:p>
                      <a:pPr>
                        <a:buNone/>
                      </a:pPr>
                      <a:r>
                        <a:rPr lang="x-none" altLang="zh-CN">
                          <a:solidFill>
                            <a:schemeClr val="tx1"/>
                          </a:solidFill>
                        </a:rPr>
                        <a:t>平均周转时间 t=</a:t>
                      </a:r>
                      <a:r>
                        <a:rPr lang="en-US" altLang="x-none">
                          <a:solidFill>
                            <a:schemeClr val="tx1"/>
                          </a:solidFill>
                        </a:rPr>
                        <a:t>1.725</a:t>
                      </a:r>
                      <a:r>
                        <a:rPr lang="x-none" altLang="zh-CN">
                          <a:solidFill>
                            <a:schemeClr val="tx1"/>
                          </a:solidFill>
                        </a:rPr>
                        <a:t>                                                                  </a:t>
                      </a:r>
                      <a:endParaRPr lang="x-none" altLang="zh-CN">
                        <a:solidFill>
                          <a:schemeClr val="tx1"/>
                        </a:solidFill>
                      </a:endParaRPr>
                    </a:p>
                    <a:p>
                      <a:pPr>
                        <a:buNone/>
                      </a:pPr>
                      <a:r>
                        <a:rPr lang="x-none" altLang="zh-CN">
                          <a:solidFill>
                            <a:schemeClr val="tx1"/>
                          </a:solidFill>
                        </a:rPr>
                        <a:t>平均带权周转时间 w=</a:t>
                      </a:r>
                      <a:r>
                        <a:rPr lang="en-US" altLang="x-none">
                          <a:solidFill>
                            <a:schemeClr val="tx1"/>
                          </a:solidFill>
                        </a:rPr>
                        <a:t>6.875</a:t>
                      </a:r>
                      <a:endParaRPr lang="en-US" altLang="x-none">
                        <a:solidFill>
                          <a:schemeClr val="tx1"/>
                        </a:solidFill>
                      </a:endParaRPr>
                    </a:p>
                  </a:txBody>
                  <a:tcPr/>
                </a:tc>
                <a:tc hMerge="1">
                  <a:tcPr/>
                </a:tc>
                <a:tc hMerge="1">
                  <a:tcPr/>
                </a:tc>
                <a:tc hMerge="1">
                  <a:tcPr/>
                </a:tc>
                <a:tc hMerge="1">
                  <a:tcPr/>
                </a:tc>
                <a:tc hMerge="1">
                  <a:tcPr/>
                </a:tc>
                <a:tc>
                  <a:txBody>
                    <a:bodyPr/>
                    <a:p>
                      <a:pPr>
                        <a:buNone/>
                      </a:pPr>
                      <a:r>
                        <a:rPr lang="x-none" altLang="zh-CN" sz="1400">
                          <a:solidFill>
                            <a:schemeClr val="tx1"/>
                          </a:solidFill>
                          <a:sym typeface="+mn-ea"/>
                        </a:rPr>
                        <a:t>单位：小时</a:t>
                      </a:r>
                      <a:endParaRPr lang="x-none" altLang="zh-CN" sz="1800">
                        <a:solidFill>
                          <a:schemeClr val="tx1"/>
                        </a:solidFill>
                        <a:sym typeface="+mn-ea"/>
                      </a:endParaRPr>
                    </a:p>
                    <a:p>
                      <a:pPr>
                        <a:buNone/>
                      </a:pPr>
                      <a:endParaRPr lang="x-none" altLang="zh-CN">
                        <a:solidFill>
                          <a:schemeClr val="tx1"/>
                        </a:solidFill>
                      </a:endParaRPr>
                    </a:p>
                  </a:txBody>
                  <a:tcPr/>
                </a:tc>
              </a:tr>
            </a:tbl>
          </a:graphicData>
        </a:graphic>
      </p:graphicFrame>
      <p:sp>
        <p:nvSpPr>
          <p:cNvPr id="3" name="矩形 2"/>
          <p:cNvSpPr/>
          <p:nvPr/>
        </p:nvSpPr>
        <p:spPr>
          <a:xfrm>
            <a:off x="381000" y="5153025"/>
            <a:ext cx="8007985" cy="1291590"/>
          </a:xfrm>
          <a:prstGeom prst="rect">
            <a:avLst/>
          </a:prstGeom>
          <a:noFill/>
          <a:ln w="9525">
            <a:noFill/>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x-none" altLang="zh-CN" sz="2000" strike="noStrike" noProof="1">
                <a:solidFill>
                  <a:schemeClr val="tx1"/>
                </a:solidFill>
                <a:effectLst/>
                <a:latin typeface="Times New Roman" panose="02020603050405020304" charset="0"/>
                <a:ea typeface="宋体" panose="02010600030101010101" pitchFamily="2" charset="-122"/>
              </a:rPr>
              <a:t>特点：优先考虑等待时间较长的作业，不管作业的执行时间。算法容易实现，但是系统效率较低。这种算法对短作业不利，带权周转时间会很高。</a:t>
            </a:r>
            <a:endParaRPr lang="x-none" altLang="zh-CN" sz="2400" strike="noStrike" noProof="1">
              <a:solidFill>
                <a:schemeClr val="tx1"/>
              </a:solidFill>
              <a:effectLst/>
              <a:latin typeface="Times New Roman" panose="02020603050405020304" charset="0"/>
              <a:ea typeface="宋体" panose="02010600030101010101" pitchFamily="2"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124930" grpId="0" uiExpand="1" build="p"/>
      <p:bldP spid="124931"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4930" name="矩形 124929"/>
          <p:cNvSpPr/>
          <p:nvPr/>
        </p:nvSpPr>
        <p:spPr>
          <a:xfrm>
            <a:off x="248285" y="1192530"/>
            <a:ext cx="8708390" cy="1160780"/>
          </a:xfrm>
          <a:prstGeom prst="rect">
            <a:avLst/>
          </a:prstGeom>
          <a:noFill/>
          <a:ln w="9525">
            <a:noFill/>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x-none" altLang="zh-CN" sz="2400" strike="noStrike" noProof="1">
                <a:solidFill>
                  <a:schemeClr val="tx1"/>
                </a:solidFill>
                <a:latin typeface="Times New Roman" panose="02020603050405020304" charset="0"/>
                <a:ea typeface="宋体" panose="02010600030101010101" pitchFamily="2" charset="-122"/>
              </a:rPr>
              <a:t>2 短作业优先调度算法</a:t>
            </a:r>
            <a:endParaRPr lang="x-none" altLang="zh-CN" sz="24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30000"/>
              </a:lnSpc>
              <a:buNone/>
            </a:pPr>
            <a:r>
              <a:rPr lang="x-none" altLang="zh-CN" sz="2400" strike="noStrike" noProof="1">
                <a:solidFill>
                  <a:schemeClr val="tx1"/>
                </a:solidFill>
                <a:latin typeface="Times New Roman" panose="02020603050405020304" charset="0"/>
                <a:ea typeface="宋体" panose="02010600030101010101" pitchFamily="2" charset="-122"/>
              </a:rPr>
              <a:t>总是选取执行时间最短的作业执行。</a:t>
            </a:r>
            <a:endParaRPr lang="x-none" altLang="zh-CN" sz="2400" strike="noStrike" noProof="1">
              <a:solidFill>
                <a:schemeClr val="tx1"/>
              </a:solidFill>
              <a:effectLst/>
              <a:latin typeface="Times New Roman" panose="02020603050405020304" charset="0"/>
              <a:ea typeface="宋体" panose="02010600030101010101" pitchFamily="2" charset="-122"/>
              <a:cs typeface="+mn-ea"/>
            </a:endParaRPr>
          </a:p>
        </p:txBody>
      </p:sp>
      <p:sp>
        <p:nvSpPr>
          <p:cNvPr id="124931" name="矩形 124930"/>
          <p:cNvSpPr/>
          <p:nvPr/>
        </p:nvSpPr>
        <p:spPr>
          <a:xfrm>
            <a:off x="185738" y="553720"/>
            <a:ext cx="6475413" cy="607695"/>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buNone/>
            </a:pPr>
            <a:r>
              <a:rPr lang="x-none" altLang="en-US" sz="2800" b="1" strike="noStrike" noProof="1">
                <a:solidFill>
                  <a:srgbClr val="990000"/>
                </a:solidFill>
                <a:latin typeface="Times New Roman" panose="02020603050405020304" charset="0"/>
                <a:ea typeface="宋体" panose="02010600030101010101" pitchFamily="2" charset="-122"/>
                <a:cs typeface="+mn-ea"/>
              </a:rPr>
              <a:t>作业</a:t>
            </a:r>
            <a:r>
              <a:rPr lang="zh-CN" altLang="en-US" sz="2800" b="1" strike="noStrike" noProof="1">
                <a:solidFill>
                  <a:srgbClr val="990000"/>
                </a:solidFill>
                <a:latin typeface="Arial" panose="02080604020202020204" pitchFamily="34" charset="0"/>
                <a:ea typeface="宋体" panose="02010600030101010101" pitchFamily="2" charset="-122"/>
                <a:cs typeface="+mn-ea"/>
              </a:rPr>
              <a:t>调度</a:t>
            </a:r>
            <a:r>
              <a:rPr lang="x-none" altLang="zh-CN" sz="2800" b="1" strike="noStrike" noProof="1">
                <a:solidFill>
                  <a:srgbClr val="990000"/>
                </a:solidFill>
                <a:latin typeface="Arial" panose="02080604020202020204" pitchFamily="34" charset="0"/>
                <a:ea typeface="宋体" panose="02010600030101010101" pitchFamily="2" charset="-122"/>
                <a:cs typeface="+mn-ea"/>
              </a:rPr>
              <a:t>算法</a:t>
            </a:r>
            <a:endParaRPr lang="x-none" altLang="zh-CN" sz="2800" b="1" strike="noStrike" noProof="1">
              <a:solidFill>
                <a:srgbClr val="990000"/>
              </a:solidFill>
              <a:latin typeface="Arial" panose="02080604020202020204" pitchFamily="34" charset="0"/>
              <a:ea typeface="宋体" panose="02010600030101010101" pitchFamily="2" charset="-122"/>
              <a:cs typeface="+mn-ea"/>
            </a:endParaRPr>
          </a:p>
        </p:txBody>
      </p:sp>
      <p:sp>
        <p:nvSpPr>
          <p:cNvPr id="124932" name="矩形 124931"/>
          <p:cNvSpPr/>
          <p:nvPr/>
        </p:nvSpPr>
        <p:spPr>
          <a:xfrm>
            <a:off x="381000" y="42863"/>
            <a:ext cx="8393113" cy="423545"/>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x-none" sz="2400">
                <a:cs typeface="+mn-ea"/>
                <a:sym typeface="+mn-ea"/>
              </a:rPr>
              <a:t>处理机</a:t>
            </a:r>
            <a:r>
              <a:rPr lang="zh-CN" altLang="en-US" sz="2400">
                <a:cs typeface="+mn-ea"/>
                <a:sym typeface="+mn-ea"/>
              </a:rPr>
              <a:t>调度</a:t>
            </a:r>
            <a:endParaRPr lang="zh-CN" altLang="en-US" sz="2400" strike="noStrike" noProof="1">
              <a:ea typeface="宋体" panose="02010600030101010101" pitchFamily="2" charset="-122"/>
            </a:endParaRPr>
          </a:p>
        </p:txBody>
      </p:sp>
      <p:sp>
        <p:nvSpPr>
          <p:cNvPr id="139268" name="文本框 124932"/>
          <p:cNvSpPr txBox="1"/>
          <p:nvPr/>
        </p:nvSpPr>
        <p:spPr>
          <a:xfrm>
            <a:off x="8493125" y="6510338"/>
            <a:ext cx="463550"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b="0">
                <a:solidFill>
                  <a:schemeClr val="tx2"/>
                </a:solidFill>
                <a:latin typeface="Times New Roman" panose="02020603050405020304" charset="0"/>
                <a:ea typeface="宋体" panose="02010600030101010101" pitchFamily="2" charset="-122"/>
              </a:rPr>
              <a:t>99</a:t>
            </a:r>
            <a:endParaRPr lang="en-US" altLang="zh-CN" b="0">
              <a:solidFill>
                <a:schemeClr val="tx2"/>
              </a:solidFill>
              <a:latin typeface="Times New Roman" panose="02020603050405020304" charset="0"/>
              <a:ea typeface="宋体" panose="02010600030101010101" pitchFamily="2" charset="-122"/>
            </a:endParaRPr>
          </a:p>
        </p:txBody>
      </p:sp>
      <p:graphicFrame>
        <p:nvGraphicFramePr>
          <p:cNvPr id="2" name="表格 1"/>
          <p:cNvGraphicFramePr/>
          <p:nvPr/>
        </p:nvGraphicFramePr>
        <p:xfrm>
          <a:off x="377825" y="2544445"/>
          <a:ext cx="8396606" cy="2625725"/>
        </p:xfrm>
        <a:graphic>
          <a:graphicData uri="http://schemas.openxmlformats.org/drawingml/2006/table">
            <a:tbl>
              <a:tblPr firstRow="1" bandRow="1">
                <a:tableStyleId>{5C22544A-7EE6-4342-B048-85BDC9FD1C3A}</a:tableStyleId>
              </a:tblPr>
              <a:tblGrid>
                <a:gridCol w="789940"/>
                <a:gridCol w="1332865"/>
                <a:gridCol w="1175385"/>
                <a:gridCol w="1115696"/>
                <a:gridCol w="1116330"/>
                <a:gridCol w="1190625"/>
                <a:gridCol w="1675765"/>
              </a:tblGrid>
              <a:tr h="309245">
                <a:tc>
                  <a:txBody>
                    <a:bodyPr/>
                    <a:p>
                      <a:pPr algn="ctr">
                        <a:buNone/>
                      </a:pPr>
                      <a:r>
                        <a:rPr lang="x-none" altLang="zh-CN" sz="1400">
                          <a:solidFill>
                            <a:schemeClr val="tx1"/>
                          </a:solidFill>
                        </a:rPr>
                        <a:t>作业</a:t>
                      </a:r>
                      <a:endParaRPr lang="x-none" altLang="zh-CN" sz="1400">
                        <a:solidFill>
                          <a:schemeClr val="tx1"/>
                        </a:solidFill>
                      </a:endParaRPr>
                    </a:p>
                  </a:txBody>
                  <a:tcPr/>
                </a:tc>
                <a:tc>
                  <a:txBody>
                    <a:bodyPr/>
                    <a:p>
                      <a:pPr algn="ctr">
                        <a:buNone/>
                      </a:pPr>
                      <a:r>
                        <a:rPr lang="x-none" altLang="zh-CN" sz="1400">
                          <a:solidFill>
                            <a:schemeClr val="tx1"/>
                          </a:solidFill>
                        </a:rPr>
                        <a:t>进入系统时间</a:t>
                      </a:r>
                      <a:endParaRPr lang="x-none" altLang="zh-CN" sz="1400">
                        <a:solidFill>
                          <a:schemeClr val="tx1"/>
                        </a:solidFill>
                      </a:endParaRPr>
                    </a:p>
                  </a:txBody>
                  <a:tcPr/>
                </a:tc>
                <a:tc>
                  <a:txBody>
                    <a:bodyPr/>
                    <a:p>
                      <a:pPr algn="ctr">
                        <a:buNone/>
                      </a:pPr>
                      <a:r>
                        <a:rPr lang="x-none" altLang="zh-CN" sz="1400">
                          <a:solidFill>
                            <a:schemeClr val="tx1"/>
                          </a:solidFill>
                        </a:rPr>
                        <a:t>执行时间</a:t>
                      </a:r>
                      <a:endParaRPr lang="x-none" altLang="zh-CN" sz="1400">
                        <a:solidFill>
                          <a:schemeClr val="tx1"/>
                        </a:solidFill>
                      </a:endParaRPr>
                    </a:p>
                  </a:txBody>
                  <a:tcPr/>
                </a:tc>
                <a:tc>
                  <a:txBody>
                    <a:bodyPr/>
                    <a:p>
                      <a:pPr algn="ctr">
                        <a:buNone/>
                      </a:pPr>
                      <a:r>
                        <a:rPr lang="x-none" altLang="zh-CN" sz="1400">
                          <a:solidFill>
                            <a:schemeClr val="tx1"/>
                          </a:solidFill>
                        </a:rPr>
                        <a:t>开始时间</a:t>
                      </a:r>
                      <a:endParaRPr lang="x-none" altLang="zh-CN" sz="1400">
                        <a:solidFill>
                          <a:schemeClr val="tx1"/>
                        </a:solidFill>
                      </a:endParaRPr>
                    </a:p>
                  </a:txBody>
                  <a:tcPr/>
                </a:tc>
                <a:tc>
                  <a:txBody>
                    <a:bodyPr/>
                    <a:p>
                      <a:pPr algn="ctr">
                        <a:buNone/>
                      </a:pPr>
                      <a:r>
                        <a:rPr lang="x-none" altLang="zh-CN" sz="1400">
                          <a:solidFill>
                            <a:schemeClr val="tx1"/>
                          </a:solidFill>
                        </a:rPr>
                        <a:t>完成时间</a:t>
                      </a:r>
                      <a:endParaRPr lang="x-none" altLang="zh-CN" sz="1400">
                        <a:solidFill>
                          <a:schemeClr val="tx1"/>
                        </a:solidFill>
                      </a:endParaRPr>
                    </a:p>
                  </a:txBody>
                  <a:tcPr/>
                </a:tc>
                <a:tc>
                  <a:txBody>
                    <a:bodyPr/>
                    <a:p>
                      <a:pPr algn="ctr">
                        <a:buNone/>
                      </a:pPr>
                      <a:r>
                        <a:rPr lang="x-none" altLang="zh-CN" sz="1400">
                          <a:solidFill>
                            <a:schemeClr val="tx1"/>
                          </a:solidFill>
                        </a:rPr>
                        <a:t>周转时间</a:t>
                      </a:r>
                      <a:endParaRPr lang="x-none" altLang="zh-CN" sz="1400">
                        <a:solidFill>
                          <a:schemeClr val="tx1"/>
                        </a:solidFill>
                      </a:endParaRPr>
                    </a:p>
                  </a:txBody>
                  <a:tcPr/>
                </a:tc>
                <a:tc>
                  <a:txBody>
                    <a:bodyPr/>
                    <a:p>
                      <a:pPr algn="ctr">
                        <a:buNone/>
                      </a:pPr>
                      <a:r>
                        <a:rPr lang="x-none" altLang="zh-CN" sz="1400">
                          <a:solidFill>
                            <a:schemeClr val="tx1"/>
                          </a:solidFill>
                        </a:rPr>
                        <a:t>带权周转时间</a:t>
                      </a:r>
                      <a:endParaRPr lang="x-none" altLang="zh-CN" sz="1400">
                        <a:solidFill>
                          <a:schemeClr val="tx1"/>
                        </a:solidFill>
                      </a:endParaRPr>
                    </a:p>
                  </a:txBody>
                  <a:tcPr/>
                </a:tc>
              </a:tr>
              <a:tr h="365760">
                <a:tc>
                  <a:txBody>
                    <a:bodyPr/>
                    <a:p>
                      <a:pPr algn="ctr">
                        <a:buNone/>
                      </a:pPr>
                      <a:r>
                        <a:rPr lang="x-none" altLang="zh-CN" sz="1600">
                          <a:solidFill>
                            <a:schemeClr val="tx1"/>
                          </a:solidFill>
                        </a:rPr>
                        <a:t>1</a:t>
                      </a:r>
                      <a:endParaRPr lang="x-none" altLang="zh-CN" sz="1600">
                        <a:solidFill>
                          <a:schemeClr val="tx1"/>
                        </a:solidFill>
                      </a:endParaRPr>
                    </a:p>
                  </a:txBody>
                  <a:tcPr/>
                </a:tc>
                <a:tc>
                  <a:txBody>
                    <a:bodyPr/>
                    <a:p>
                      <a:pPr algn="ctr">
                        <a:buNone/>
                      </a:pPr>
                      <a:r>
                        <a:rPr lang="x-none" altLang="zh-CN" sz="1600">
                          <a:solidFill>
                            <a:schemeClr val="tx1"/>
                          </a:solidFill>
                        </a:rPr>
                        <a:t>8.00</a:t>
                      </a:r>
                      <a:endParaRPr lang="x-none" altLang="zh-CN" sz="1600">
                        <a:solidFill>
                          <a:schemeClr val="tx1"/>
                        </a:solidFill>
                      </a:endParaRPr>
                    </a:p>
                  </a:txBody>
                  <a:tcPr/>
                </a:tc>
                <a:tc>
                  <a:txBody>
                    <a:bodyPr/>
                    <a:p>
                      <a:pPr algn="ctr">
                        <a:buNone/>
                      </a:pPr>
                      <a:r>
                        <a:rPr lang="x-none" altLang="zh-CN" sz="1600">
                          <a:solidFill>
                            <a:schemeClr val="tx1"/>
                          </a:solidFill>
                        </a:rPr>
                        <a:t>2.00</a:t>
                      </a:r>
                      <a:endParaRPr lang="x-none" altLang="zh-CN" sz="1600">
                        <a:solidFill>
                          <a:schemeClr val="tx1"/>
                        </a:solidFill>
                      </a:endParaRPr>
                    </a:p>
                  </a:txBody>
                  <a:tcPr/>
                </a:tc>
                <a:tc>
                  <a:txBody>
                    <a:bodyPr/>
                    <a:p>
                      <a:pPr algn="ctr">
                        <a:buNone/>
                      </a:pPr>
                      <a:r>
                        <a:rPr lang="en-US" altLang="zh-CN" sz="1600">
                          <a:solidFill>
                            <a:schemeClr val="tx1"/>
                          </a:solidFill>
                        </a:rPr>
                        <a:t>8.00</a:t>
                      </a:r>
                      <a:endParaRPr lang="en-US" altLang="zh-CN" sz="1600">
                        <a:solidFill>
                          <a:schemeClr val="tx1"/>
                        </a:solidFill>
                      </a:endParaRPr>
                    </a:p>
                  </a:txBody>
                  <a:tcPr/>
                </a:tc>
                <a:tc>
                  <a:txBody>
                    <a:bodyPr/>
                    <a:p>
                      <a:pPr algn="ctr">
                        <a:buNone/>
                      </a:pPr>
                      <a:r>
                        <a:rPr lang="en-US" altLang="zh-CN" sz="1600">
                          <a:solidFill>
                            <a:schemeClr val="tx1"/>
                          </a:solidFill>
                        </a:rPr>
                        <a:t>10.00</a:t>
                      </a:r>
                      <a:endParaRPr lang="en-US" altLang="zh-CN" sz="1600">
                        <a:solidFill>
                          <a:schemeClr val="tx1"/>
                        </a:solidFill>
                      </a:endParaRPr>
                    </a:p>
                  </a:txBody>
                  <a:tcPr/>
                </a:tc>
                <a:tc>
                  <a:txBody>
                    <a:bodyPr/>
                    <a:p>
                      <a:pPr algn="ctr">
                        <a:buNone/>
                      </a:pPr>
                      <a:r>
                        <a:rPr lang="en-US" altLang="zh-CN" sz="1600">
                          <a:solidFill>
                            <a:schemeClr val="tx1"/>
                          </a:solidFill>
                        </a:rPr>
                        <a:t>2.00</a:t>
                      </a:r>
                      <a:endParaRPr lang="en-US" altLang="zh-CN" sz="1600">
                        <a:solidFill>
                          <a:schemeClr val="tx1"/>
                        </a:solidFill>
                      </a:endParaRPr>
                    </a:p>
                  </a:txBody>
                  <a:tcPr/>
                </a:tc>
                <a:tc>
                  <a:txBody>
                    <a:bodyPr/>
                    <a:p>
                      <a:pPr algn="ctr">
                        <a:buNone/>
                      </a:pPr>
                      <a:r>
                        <a:rPr lang="en-US" altLang="zh-CN" sz="1600">
                          <a:solidFill>
                            <a:schemeClr val="tx1"/>
                          </a:solidFill>
                        </a:rPr>
                        <a:t>1</a:t>
                      </a:r>
                      <a:endParaRPr lang="en-US" altLang="zh-CN" sz="1600">
                        <a:solidFill>
                          <a:schemeClr val="tx1"/>
                        </a:solidFill>
                      </a:endParaRPr>
                    </a:p>
                  </a:txBody>
                  <a:tcPr/>
                </a:tc>
              </a:tr>
              <a:tr h="365760">
                <a:tc>
                  <a:txBody>
                    <a:bodyPr/>
                    <a:p>
                      <a:pPr algn="ctr">
                        <a:buNone/>
                      </a:pPr>
                      <a:r>
                        <a:rPr lang="x-none" altLang="zh-CN" sz="1600">
                          <a:solidFill>
                            <a:schemeClr val="tx1"/>
                          </a:solidFill>
                        </a:rPr>
                        <a:t>2</a:t>
                      </a:r>
                      <a:endParaRPr lang="x-none" altLang="zh-CN" sz="1600">
                        <a:solidFill>
                          <a:schemeClr val="tx1"/>
                        </a:solidFill>
                      </a:endParaRPr>
                    </a:p>
                  </a:txBody>
                  <a:tcPr/>
                </a:tc>
                <a:tc>
                  <a:txBody>
                    <a:bodyPr/>
                    <a:p>
                      <a:pPr algn="ctr">
                        <a:buNone/>
                      </a:pPr>
                      <a:r>
                        <a:rPr lang="x-none" altLang="zh-CN" sz="1600">
                          <a:solidFill>
                            <a:schemeClr val="tx1"/>
                          </a:solidFill>
                        </a:rPr>
                        <a:t>8.50</a:t>
                      </a:r>
                      <a:endParaRPr lang="x-none" altLang="zh-CN" sz="1600">
                        <a:solidFill>
                          <a:schemeClr val="tx1"/>
                        </a:solidFill>
                      </a:endParaRPr>
                    </a:p>
                  </a:txBody>
                  <a:tcPr/>
                </a:tc>
                <a:tc>
                  <a:txBody>
                    <a:bodyPr/>
                    <a:p>
                      <a:pPr algn="ctr">
                        <a:buNone/>
                      </a:pPr>
                      <a:r>
                        <a:rPr lang="x-none" altLang="zh-CN" sz="1600">
                          <a:solidFill>
                            <a:schemeClr val="tx1"/>
                          </a:solidFill>
                        </a:rPr>
                        <a:t>0.50</a:t>
                      </a:r>
                      <a:endParaRPr lang="x-none" altLang="zh-CN" sz="1600">
                        <a:solidFill>
                          <a:schemeClr val="tx1"/>
                        </a:solidFill>
                      </a:endParaRPr>
                    </a:p>
                  </a:txBody>
                  <a:tcPr/>
                </a:tc>
                <a:tc>
                  <a:txBody>
                    <a:bodyPr/>
                    <a:p>
                      <a:pPr algn="ctr">
                        <a:buNone/>
                      </a:pPr>
                      <a:r>
                        <a:rPr lang="en-US" altLang="zh-CN" sz="1600">
                          <a:solidFill>
                            <a:schemeClr val="tx1"/>
                          </a:solidFill>
                        </a:rPr>
                        <a:t>10.30</a:t>
                      </a:r>
                      <a:endParaRPr lang="en-US" altLang="zh-CN" sz="1600">
                        <a:solidFill>
                          <a:schemeClr val="tx1"/>
                        </a:solidFill>
                      </a:endParaRPr>
                    </a:p>
                  </a:txBody>
                  <a:tcPr/>
                </a:tc>
                <a:tc>
                  <a:txBody>
                    <a:bodyPr/>
                    <a:p>
                      <a:pPr algn="ctr">
                        <a:buNone/>
                      </a:pPr>
                      <a:r>
                        <a:rPr lang="en-US" altLang="zh-CN" sz="1600">
                          <a:solidFill>
                            <a:schemeClr val="tx1"/>
                          </a:solidFill>
                        </a:rPr>
                        <a:t>10.80</a:t>
                      </a:r>
                      <a:endParaRPr lang="en-US" altLang="zh-CN" sz="1600">
                        <a:solidFill>
                          <a:schemeClr val="tx1"/>
                        </a:solidFill>
                      </a:endParaRPr>
                    </a:p>
                  </a:txBody>
                  <a:tcPr/>
                </a:tc>
                <a:tc>
                  <a:txBody>
                    <a:bodyPr/>
                    <a:p>
                      <a:pPr algn="ctr">
                        <a:buNone/>
                      </a:pPr>
                      <a:r>
                        <a:rPr lang="en-US" altLang="zh-CN" sz="1600">
                          <a:solidFill>
                            <a:schemeClr val="tx1"/>
                          </a:solidFill>
                        </a:rPr>
                        <a:t>2.30</a:t>
                      </a:r>
                      <a:endParaRPr lang="en-US" altLang="zh-CN" sz="1600">
                        <a:solidFill>
                          <a:schemeClr val="tx1"/>
                        </a:solidFill>
                      </a:endParaRPr>
                    </a:p>
                  </a:txBody>
                  <a:tcPr/>
                </a:tc>
                <a:tc>
                  <a:txBody>
                    <a:bodyPr/>
                    <a:p>
                      <a:pPr algn="ctr">
                        <a:buNone/>
                      </a:pPr>
                      <a:r>
                        <a:rPr lang="en-US" altLang="zh-CN" sz="1600">
                          <a:solidFill>
                            <a:schemeClr val="tx1"/>
                          </a:solidFill>
                        </a:rPr>
                        <a:t>4.6</a:t>
                      </a:r>
                      <a:endParaRPr lang="en-US" altLang="zh-CN" sz="1600">
                        <a:solidFill>
                          <a:schemeClr val="tx1"/>
                        </a:solidFill>
                      </a:endParaRPr>
                    </a:p>
                  </a:txBody>
                  <a:tcPr/>
                </a:tc>
              </a:tr>
              <a:tr h="365760">
                <a:tc>
                  <a:txBody>
                    <a:bodyPr/>
                    <a:p>
                      <a:pPr algn="ctr">
                        <a:buNone/>
                      </a:pPr>
                      <a:r>
                        <a:rPr lang="x-none" altLang="zh-CN" sz="1600">
                          <a:solidFill>
                            <a:schemeClr val="tx1"/>
                          </a:solidFill>
                        </a:rPr>
                        <a:t>3</a:t>
                      </a:r>
                      <a:endParaRPr lang="x-none" altLang="zh-CN" sz="1600">
                        <a:solidFill>
                          <a:schemeClr val="tx1"/>
                        </a:solidFill>
                      </a:endParaRPr>
                    </a:p>
                  </a:txBody>
                  <a:tcPr/>
                </a:tc>
                <a:tc>
                  <a:txBody>
                    <a:bodyPr/>
                    <a:p>
                      <a:pPr algn="ctr">
                        <a:buNone/>
                      </a:pPr>
                      <a:r>
                        <a:rPr lang="x-none" altLang="zh-CN" sz="1600">
                          <a:solidFill>
                            <a:schemeClr val="tx1"/>
                          </a:solidFill>
                        </a:rPr>
                        <a:t>9.00</a:t>
                      </a:r>
                      <a:endParaRPr lang="x-none" altLang="zh-CN" sz="1600">
                        <a:solidFill>
                          <a:schemeClr val="tx1"/>
                        </a:solidFill>
                      </a:endParaRPr>
                    </a:p>
                  </a:txBody>
                  <a:tcPr/>
                </a:tc>
                <a:tc>
                  <a:txBody>
                    <a:bodyPr/>
                    <a:p>
                      <a:pPr algn="ctr">
                        <a:buNone/>
                      </a:pPr>
                      <a:r>
                        <a:rPr lang="x-none" altLang="zh-CN" sz="1600">
                          <a:solidFill>
                            <a:schemeClr val="tx1"/>
                          </a:solidFill>
                        </a:rPr>
                        <a:t>0.10</a:t>
                      </a:r>
                      <a:endParaRPr lang="x-none" altLang="zh-CN" sz="1600">
                        <a:solidFill>
                          <a:schemeClr val="tx1"/>
                        </a:solidFill>
                      </a:endParaRPr>
                    </a:p>
                  </a:txBody>
                  <a:tcPr/>
                </a:tc>
                <a:tc>
                  <a:txBody>
                    <a:bodyPr/>
                    <a:p>
                      <a:pPr algn="ctr">
                        <a:buNone/>
                      </a:pPr>
                      <a:r>
                        <a:rPr lang="en-US" altLang="zh-CN" sz="1600">
                          <a:solidFill>
                            <a:schemeClr val="tx1"/>
                          </a:solidFill>
                        </a:rPr>
                        <a:t>10.00</a:t>
                      </a:r>
                      <a:endParaRPr lang="en-US" altLang="zh-CN" sz="1600">
                        <a:solidFill>
                          <a:schemeClr val="tx1"/>
                        </a:solidFill>
                      </a:endParaRPr>
                    </a:p>
                  </a:txBody>
                  <a:tcPr/>
                </a:tc>
                <a:tc>
                  <a:txBody>
                    <a:bodyPr/>
                    <a:p>
                      <a:pPr algn="ctr">
                        <a:buNone/>
                      </a:pPr>
                      <a:r>
                        <a:rPr lang="en-US" altLang="zh-CN" sz="1600">
                          <a:solidFill>
                            <a:schemeClr val="tx1"/>
                          </a:solidFill>
                        </a:rPr>
                        <a:t>10.10</a:t>
                      </a:r>
                      <a:endParaRPr lang="en-US" altLang="zh-CN" sz="1600">
                        <a:solidFill>
                          <a:schemeClr val="tx1"/>
                        </a:solidFill>
                      </a:endParaRPr>
                    </a:p>
                  </a:txBody>
                  <a:tcPr/>
                </a:tc>
                <a:tc>
                  <a:txBody>
                    <a:bodyPr/>
                    <a:p>
                      <a:pPr algn="ctr">
                        <a:buNone/>
                      </a:pPr>
                      <a:r>
                        <a:rPr lang="en-US" altLang="zh-CN" sz="1600">
                          <a:solidFill>
                            <a:schemeClr val="tx1"/>
                          </a:solidFill>
                        </a:rPr>
                        <a:t>1.10</a:t>
                      </a:r>
                      <a:endParaRPr lang="en-US" altLang="zh-CN" sz="1600">
                        <a:solidFill>
                          <a:schemeClr val="tx1"/>
                        </a:solidFill>
                      </a:endParaRPr>
                    </a:p>
                  </a:txBody>
                  <a:tcPr/>
                </a:tc>
                <a:tc>
                  <a:txBody>
                    <a:bodyPr/>
                    <a:p>
                      <a:pPr algn="ctr">
                        <a:buNone/>
                      </a:pPr>
                      <a:r>
                        <a:rPr lang="en-US" altLang="zh-CN" sz="1600">
                          <a:solidFill>
                            <a:schemeClr val="tx1"/>
                          </a:solidFill>
                        </a:rPr>
                        <a:t>11</a:t>
                      </a:r>
                      <a:endParaRPr lang="en-US" altLang="zh-CN" sz="1600">
                        <a:solidFill>
                          <a:schemeClr val="tx1"/>
                        </a:solidFill>
                      </a:endParaRPr>
                    </a:p>
                  </a:txBody>
                  <a:tcPr/>
                </a:tc>
              </a:tr>
              <a:tr h="365760">
                <a:tc>
                  <a:txBody>
                    <a:bodyPr/>
                    <a:p>
                      <a:pPr algn="ctr">
                        <a:buNone/>
                      </a:pPr>
                      <a:r>
                        <a:rPr lang="x-none" altLang="zh-CN" sz="1600">
                          <a:solidFill>
                            <a:schemeClr val="tx1"/>
                          </a:solidFill>
                        </a:rPr>
                        <a:t>4</a:t>
                      </a:r>
                      <a:endParaRPr lang="x-none" altLang="zh-CN" sz="1600">
                        <a:solidFill>
                          <a:schemeClr val="tx1"/>
                        </a:solidFill>
                      </a:endParaRPr>
                    </a:p>
                  </a:txBody>
                  <a:tcPr/>
                </a:tc>
                <a:tc>
                  <a:txBody>
                    <a:bodyPr/>
                    <a:p>
                      <a:pPr algn="ctr">
                        <a:buNone/>
                      </a:pPr>
                      <a:r>
                        <a:rPr lang="x-none" altLang="zh-CN" sz="1600">
                          <a:solidFill>
                            <a:schemeClr val="tx1"/>
                          </a:solidFill>
                        </a:rPr>
                        <a:t>9.50</a:t>
                      </a:r>
                      <a:endParaRPr lang="x-none" altLang="zh-CN" sz="1600">
                        <a:solidFill>
                          <a:schemeClr val="tx1"/>
                        </a:solidFill>
                      </a:endParaRPr>
                    </a:p>
                  </a:txBody>
                  <a:tcPr/>
                </a:tc>
                <a:tc>
                  <a:txBody>
                    <a:bodyPr/>
                    <a:p>
                      <a:pPr algn="ctr">
                        <a:buNone/>
                      </a:pPr>
                      <a:r>
                        <a:rPr lang="x-none" altLang="zh-CN" sz="1600">
                          <a:solidFill>
                            <a:schemeClr val="tx1"/>
                          </a:solidFill>
                        </a:rPr>
                        <a:t>0.20</a:t>
                      </a:r>
                      <a:endParaRPr lang="x-none" altLang="zh-CN" sz="1600">
                        <a:solidFill>
                          <a:schemeClr val="tx1"/>
                        </a:solidFill>
                      </a:endParaRPr>
                    </a:p>
                  </a:txBody>
                  <a:tcPr/>
                </a:tc>
                <a:tc>
                  <a:txBody>
                    <a:bodyPr/>
                    <a:p>
                      <a:pPr algn="ctr">
                        <a:buNone/>
                      </a:pPr>
                      <a:r>
                        <a:rPr lang="en-US" altLang="zh-CN" sz="1600">
                          <a:solidFill>
                            <a:schemeClr val="tx1"/>
                          </a:solidFill>
                        </a:rPr>
                        <a:t>10.10</a:t>
                      </a:r>
                      <a:endParaRPr lang="en-US" altLang="zh-CN" sz="1600">
                        <a:solidFill>
                          <a:schemeClr val="tx1"/>
                        </a:solidFill>
                      </a:endParaRPr>
                    </a:p>
                  </a:txBody>
                  <a:tcPr/>
                </a:tc>
                <a:tc>
                  <a:txBody>
                    <a:bodyPr/>
                    <a:p>
                      <a:pPr algn="ctr">
                        <a:buNone/>
                      </a:pPr>
                      <a:r>
                        <a:rPr lang="en-US" altLang="zh-CN" sz="1600">
                          <a:solidFill>
                            <a:schemeClr val="tx1"/>
                          </a:solidFill>
                        </a:rPr>
                        <a:t>10.30</a:t>
                      </a:r>
                      <a:endParaRPr lang="en-US" altLang="zh-CN" sz="1600">
                        <a:solidFill>
                          <a:schemeClr val="tx1"/>
                        </a:solidFill>
                      </a:endParaRPr>
                    </a:p>
                  </a:txBody>
                  <a:tcPr/>
                </a:tc>
                <a:tc>
                  <a:txBody>
                    <a:bodyPr/>
                    <a:p>
                      <a:pPr algn="ctr">
                        <a:buNone/>
                      </a:pPr>
                      <a:r>
                        <a:rPr lang="en-US" altLang="zh-CN" sz="1600">
                          <a:solidFill>
                            <a:schemeClr val="tx1"/>
                          </a:solidFill>
                        </a:rPr>
                        <a:t>0.80</a:t>
                      </a:r>
                      <a:endParaRPr lang="en-US" altLang="zh-CN" sz="1600">
                        <a:solidFill>
                          <a:schemeClr val="tx1"/>
                        </a:solidFill>
                      </a:endParaRPr>
                    </a:p>
                  </a:txBody>
                  <a:tcPr/>
                </a:tc>
                <a:tc>
                  <a:txBody>
                    <a:bodyPr/>
                    <a:p>
                      <a:pPr algn="ctr">
                        <a:buNone/>
                      </a:pPr>
                      <a:r>
                        <a:rPr lang="en-US" altLang="zh-CN" sz="1600">
                          <a:solidFill>
                            <a:schemeClr val="tx1"/>
                          </a:solidFill>
                        </a:rPr>
                        <a:t>4</a:t>
                      </a:r>
                      <a:endParaRPr lang="en-US" altLang="zh-CN" sz="1600">
                        <a:solidFill>
                          <a:schemeClr val="tx1"/>
                        </a:solidFill>
                      </a:endParaRPr>
                    </a:p>
                  </a:txBody>
                  <a:tcPr/>
                </a:tc>
              </a:tr>
              <a:tr h="365760">
                <a:tc gridSpan="6">
                  <a:txBody>
                    <a:bodyPr/>
                    <a:p>
                      <a:pPr>
                        <a:buNone/>
                      </a:pPr>
                      <a:r>
                        <a:rPr lang="x-none" altLang="zh-CN">
                          <a:solidFill>
                            <a:schemeClr val="tx1"/>
                          </a:solidFill>
                        </a:rPr>
                        <a:t>平均周转时间 t=</a:t>
                      </a:r>
                      <a:r>
                        <a:rPr lang="en-US" altLang="x-none">
                          <a:solidFill>
                            <a:schemeClr val="tx1"/>
                          </a:solidFill>
                        </a:rPr>
                        <a:t>1.55</a:t>
                      </a:r>
                      <a:r>
                        <a:rPr lang="x-none" altLang="zh-CN">
                          <a:solidFill>
                            <a:schemeClr val="tx1"/>
                          </a:solidFill>
                        </a:rPr>
                        <a:t>                                                                  </a:t>
                      </a:r>
                      <a:endParaRPr lang="x-none" altLang="zh-CN">
                        <a:solidFill>
                          <a:schemeClr val="tx1"/>
                        </a:solidFill>
                      </a:endParaRPr>
                    </a:p>
                    <a:p>
                      <a:pPr>
                        <a:buNone/>
                      </a:pPr>
                      <a:r>
                        <a:rPr lang="x-none" altLang="zh-CN">
                          <a:solidFill>
                            <a:schemeClr val="tx1"/>
                          </a:solidFill>
                        </a:rPr>
                        <a:t>平均带权周转时间 w=</a:t>
                      </a:r>
                      <a:r>
                        <a:rPr lang="en-US" altLang="x-none">
                          <a:solidFill>
                            <a:schemeClr val="tx1"/>
                          </a:solidFill>
                        </a:rPr>
                        <a:t>5.15</a:t>
                      </a:r>
                      <a:endParaRPr lang="en-US" altLang="x-none">
                        <a:solidFill>
                          <a:schemeClr val="tx1"/>
                        </a:solidFill>
                      </a:endParaRPr>
                    </a:p>
                  </a:txBody>
                  <a:tcPr/>
                </a:tc>
                <a:tc hMerge="1">
                  <a:tcPr/>
                </a:tc>
                <a:tc hMerge="1">
                  <a:tcPr/>
                </a:tc>
                <a:tc hMerge="1">
                  <a:tcPr/>
                </a:tc>
                <a:tc hMerge="1">
                  <a:tcPr/>
                </a:tc>
                <a:tc hMerge="1">
                  <a:tcPr/>
                </a:tc>
                <a:tc>
                  <a:txBody>
                    <a:bodyPr/>
                    <a:p>
                      <a:pPr>
                        <a:buNone/>
                      </a:pPr>
                      <a:r>
                        <a:rPr lang="x-none" altLang="zh-CN" sz="1400">
                          <a:solidFill>
                            <a:schemeClr val="tx1"/>
                          </a:solidFill>
                          <a:sym typeface="+mn-ea"/>
                        </a:rPr>
                        <a:t>单位：小时</a:t>
                      </a:r>
                      <a:endParaRPr lang="x-none" altLang="zh-CN" sz="1800">
                        <a:solidFill>
                          <a:schemeClr val="tx1"/>
                        </a:solidFill>
                        <a:sym typeface="+mn-ea"/>
                      </a:endParaRPr>
                    </a:p>
                    <a:p>
                      <a:pPr>
                        <a:buNone/>
                      </a:pPr>
                      <a:endParaRPr lang="x-none" altLang="zh-CN">
                        <a:solidFill>
                          <a:schemeClr val="tx1"/>
                        </a:solidFill>
                      </a:endParaRPr>
                    </a:p>
                  </a:txBody>
                  <a:tcPr/>
                </a:tc>
              </a:tr>
            </a:tbl>
          </a:graphicData>
        </a:graphic>
      </p:graphicFrame>
      <p:sp>
        <p:nvSpPr>
          <p:cNvPr id="3" name="矩形 2"/>
          <p:cNvSpPr/>
          <p:nvPr/>
        </p:nvSpPr>
        <p:spPr>
          <a:xfrm>
            <a:off x="381000" y="5153025"/>
            <a:ext cx="8007985" cy="1291590"/>
          </a:xfrm>
          <a:prstGeom prst="rect">
            <a:avLst/>
          </a:prstGeom>
          <a:noFill/>
          <a:ln w="9525">
            <a:noFill/>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x-none" altLang="zh-CN" sz="2000" strike="noStrike" noProof="1">
                <a:solidFill>
                  <a:schemeClr val="tx1"/>
                </a:solidFill>
                <a:effectLst/>
                <a:latin typeface="Times New Roman" panose="02020603050405020304" charset="0"/>
                <a:ea typeface="宋体" panose="02010600030101010101" pitchFamily="2" charset="-122"/>
              </a:rPr>
              <a:t>特点：优先算法容易实现，并且系统效率较低。缺点是只照顾短作业的利益，不考虑长作业。如果系统不断接受新的作业，有可能使长作业长时间等待而不能运行。</a:t>
            </a:r>
            <a:endParaRPr lang="x-none" altLang="zh-CN" sz="2400" strike="noStrike" noProof="1">
              <a:solidFill>
                <a:schemeClr val="tx1"/>
              </a:solidFill>
              <a:effectLst/>
              <a:latin typeface="Times New Roman" panose="02020603050405020304" charset="0"/>
              <a:ea typeface="宋体" panose="02010600030101010101" pitchFamily="2"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124930" grpId="0" uiExpand="1" build="p"/>
      <p:bldP spid="124931"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4930" name="矩形 124929"/>
          <p:cNvSpPr/>
          <p:nvPr/>
        </p:nvSpPr>
        <p:spPr>
          <a:xfrm>
            <a:off x="248285" y="1043940"/>
            <a:ext cx="8708390" cy="1955800"/>
          </a:xfrm>
          <a:prstGeom prst="rect">
            <a:avLst/>
          </a:prstGeom>
          <a:noFill/>
          <a:ln w="9525">
            <a:noFill/>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x-none" altLang="zh-CN" sz="2400" strike="noStrike" noProof="1">
                <a:solidFill>
                  <a:schemeClr val="tx1"/>
                </a:solidFill>
                <a:latin typeface="Times New Roman" panose="02020603050405020304" charset="0"/>
                <a:ea typeface="宋体" panose="02010600030101010101" pitchFamily="2" charset="-122"/>
              </a:rPr>
              <a:t>3 响应比高者优先调度算法</a:t>
            </a:r>
            <a:endParaRPr lang="x-none" altLang="zh-CN" sz="24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30000"/>
              </a:lnSpc>
              <a:buNone/>
            </a:pPr>
            <a:r>
              <a:rPr lang="x-none" altLang="zh-CN" sz="2000" strike="noStrike" noProof="1">
                <a:solidFill>
                  <a:schemeClr val="tx1"/>
                </a:solidFill>
                <a:effectLst/>
                <a:latin typeface="Times New Roman" panose="02020603050405020304" charset="0"/>
                <a:ea typeface="宋体" panose="02010600030101010101" pitchFamily="2" charset="-122"/>
              </a:rPr>
              <a:t>    响应比=响应时间/执行时间=1+等待时间/执行时间。</a:t>
            </a:r>
            <a:endParaRPr lang="x-none" altLang="zh-CN" sz="2000" strike="noStrike" noProof="1">
              <a:solidFill>
                <a:schemeClr val="tx1"/>
              </a:solidFill>
              <a:effectLst/>
              <a:latin typeface="Times New Roman" panose="02020603050405020304" charset="0"/>
              <a:ea typeface="宋体" panose="02010600030101010101" pitchFamily="2" charset="-122"/>
            </a:endParaRPr>
          </a:p>
          <a:p>
            <a:pPr marL="533400" lvl="0" indent="-533400" fontAlgn="base">
              <a:lnSpc>
                <a:spcPct val="130000"/>
              </a:lnSpc>
              <a:buNone/>
            </a:pPr>
            <a:r>
              <a:rPr lang="x-none" altLang="zh-CN" sz="2000" strike="noStrike" noProof="1">
                <a:solidFill>
                  <a:schemeClr val="tx1"/>
                </a:solidFill>
                <a:effectLst/>
                <a:latin typeface="Times New Roman" panose="02020603050405020304" charset="0"/>
                <a:ea typeface="宋体" panose="02010600030101010101" pitchFamily="2" charset="-122"/>
                <a:cs typeface="+mn-ea"/>
              </a:rPr>
              <a:t>在每一次要选择一个作业运行时，都实时动态计算所有作业的响应比，选择响应比高的作业运行。</a:t>
            </a:r>
            <a:endParaRPr lang="x-none" altLang="zh-CN" sz="2000" strike="noStrike" noProof="1">
              <a:solidFill>
                <a:schemeClr val="tx1"/>
              </a:solidFill>
              <a:effectLst/>
              <a:latin typeface="Times New Roman" panose="02020603050405020304" charset="0"/>
              <a:ea typeface="宋体" panose="02010600030101010101" pitchFamily="2" charset="-122"/>
              <a:cs typeface="+mn-ea"/>
            </a:endParaRPr>
          </a:p>
        </p:txBody>
      </p:sp>
      <p:sp>
        <p:nvSpPr>
          <p:cNvPr id="124931" name="矩形 124930"/>
          <p:cNvSpPr/>
          <p:nvPr/>
        </p:nvSpPr>
        <p:spPr>
          <a:xfrm>
            <a:off x="185738" y="553720"/>
            <a:ext cx="6475413" cy="607695"/>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buNone/>
            </a:pPr>
            <a:r>
              <a:rPr lang="x-none" altLang="en-US" sz="2800" b="1" strike="noStrike" noProof="1">
                <a:solidFill>
                  <a:srgbClr val="990000"/>
                </a:solidFill>
                <a:latin typeface="Times New Roman" panose="02020603050405020304" charset="0"/>
                <a:ea typeface="宋体" panose="02010600030101010101" pitchFamily="2" charset="-122"/>
                <a:cs typeface="+mn-ea"/>
              </a:rPr>
              <a:t>作业</a:t>
            </a:r>
            <a:r>
              <a:rPr lang="zh-CN" altLang="en-US" sz="2800" b="1" strike="noStrike" noProof="1">
                <a:solidFill>
                  <a:srgbClr val="990000"/>
                </a:solidFill>
                <a:latin typeface="Arial" panose="02080604020202020204" pitchFamily="34" charset="0"/>
                <a:ea typeface="宋体" panose="02010600030101010101" pitchFamily="2" charset="-122"/>
                <a:cs typeface="+mn-ea"/>
              </a:rPr>
              <a:t>调度</a:t>
            </a:r>
            <a:r>
              <a:rPr lang="x-none" altLang="zh-CN" sz="2800" b="1" strike="noStrike" noProof="1">
                <a:solidFill>
                  <a:srgbClr val="990000"/>
                </a:solidFill>
                <a:latin typeface="Arial" panose="02080604020202020204" pitchFamily="34" charset="0"/>
                <a:ea typeface="宋体" panose="02010600030101010101" pitchFamily="2" charset="-122"/>
                <a:cs typeface="+mn-ea"/>
              </a:rPr>
              <a:t>算法</a:t>
            </a:r>
            <a:endParaRPr lang="x-none" altLang="zh-CN" sz="2800" b="1" strike="noStrike" noProof="1">
              <a:solidFill>
                <a:srgbClr val="990000"/>
              </a:solidFill>
              <a:latin typeface="Arial" panose="02080604020202020204" pitchFamily="34" charset="0"/>
              <a:ea typeface="宋体" panose="02010600030101010101" pitchFamily="2" charset="-122"/>
              <a:cs typeface="+mn-ea"/>
            </a:endParaRPr>
          </a:p>
        </p:txBody>
      </p:sp>
      <p:sp>
        <p:nvSpPr>
          <p:cNvPr id="124932" name="矩形 124931"/>
          <p:cNvSpPr/>
          <p:nvPr/>
        </p:nvSpPr>
        <p:spPr>
          <a:xfrm>
            <a:off x="381000" y="42863"/>
            <a:ext cx="8393113" cy="423545"/>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x-none" sz="2400">
                <a:cs typeface="+mn-ea"/>
                <a:sym typeface="+mn-ea"/>
              </a:rPr>
              <a:t>处理机</a:t>
            </a:r>
            <a:r>
              <a:rPr lang="zh-CN" altLang="en-US" sz="2400">
                <a:cs typeface="+mn-ea"/>
                <a:sym typeface="+mn-ea"/>
              </a:rPr>
              <a:t>调度</a:t>
            </a:r>
            <a:endParaRPr lang="zh-CN" altLang="en-US" sz="2400" strike="noStrike" noProof="1">
              <a:ea typeface="宋体" panose="02010600030101010101" pitchFamily="2" charset="-122"/>
            </a:endParaRPr>
          </a:p>
        </p:txBody>
      </p:sp>
      <p:sp>
        <p:nvSpPr>
          <p:cNvPr id="139268" name="文本框 124932"/>
          <p:cNvSpPr txBox="1"/>
          <p:nvPr/>
        </p:nvSpPr>
        <p:spPr>
          <a:xfrm>
            <a:off x="8493125" y="6510338"/>
            <a:ext cx="463550"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b="0">
                <a:solidFill>
                  <a:schemeClr val="tx2"/>
                </a:solidFill>
                <a:latin typeface="Times New Roman" panose="02020603050405020304" charset="0"/>
                <a:ea typeface="宋体" panose="02010600030101010101" pitchFamily="2" charset="-122"/>
              </a:rPr>
              <a:t>99</a:t>
            </a:r>
            <a:endParaRPr lang="en-US" altLang="zh-CN" b="0">
              <a:solidFill>
                <a:schemeClr val="tx2"/>
              </a:solidFill>
              <a:latin typeface="Times New Roman" panose="02020603050405020304" charset="0"/>
              <a:ea typeface="宋体" panose="02010600030101010101" pitchFamily="2" charset="-122"/>
            </a:endParaRPr>
          </a:p>
        </p:txBody>
      </p:sp>
      <p:graphicFrame>
        <p:nvGraphicFramePr>
          <p:cNvPr id="2" name="表格 1"/>
          <p:cNvGraphicFramePr/>
          <p:nvPr/>
        </p:nvGraphicFramePr>
        <p:xfrm>
          <a:off x="377825" y="3155315"/>
          <a:ext cx="8396606" cy="2625725"/>
        </p:xfrm>
        <a:graphic>
          <a:graphicData uri="http://schemas.openxmlformats.org/drawingml/2006/table">
            <a:tbl>
              <a:tblPr firstRow="1" bandRow="1">
                <a:tableStyleId>{5C22544A-7EE6-4342-B048-85BDC9FD1C3A}</a:tableStyleId>
              </a:tblPr>
              <a:tblGrid>
                <a:gridCol w="789940"/>
                <a:gridCol w="1332865"/>
                <a:gridCol w="1175385"/>
                <a:gridCol w="1115696"/>
                <a:gridCol w="1116330"/>
                <a:gridCol w="1190625"/>
                <a:gridCol w="1675765"/>
              </a:tblGrid>
              <a:tr h="309245">
                <a:tc>
                  <a:txBody>
                    <a:bodyPr/>
                    <a:p>
                      <a:pPr algn="ctr">
                        <a:buNone/>
                      </a:pPr>
                      <a:r>
                        <a:rPr lang="x-none" altLang="zh-CN" sz="1400">
                          <a:solidFill>
                            <a:schemeClr val="tx1"/>
                          </a:solidFill>
                        </a:rPr>
                        <a:t>作业</a:t>
                      </a:r>
                      <a:endParaRPr lang="x-none" altLang="zh-CN" sz="1400">
                        <a:solidFill>
                          <a:schemeClr val="tx1"/>
                        </a:solidFill>
                      </a:endParaRPr>
                    </a:p>
                  </a:txBody>
                  <a:tcPr/>
                </a:tc>
                <a:tc>
                  <a:txBody>
                    <a:bodyPr/>
                    <a:p>
                      <a:pPr algn="ctr">
                        <a:buNone/>
                      </a:pPr>
                      <a:r>
                        <a:rPr lang="x-none" altLang="zh-CN" sz="1400">
                          <a:solidFill>
                            <a:schemeClr val="tx1"/>
                          </a:solidFill>
                        </a:rPr>
                        <a:t>进入系统时间</a:t>
                      </a:r>
                      <a:endParaRPr lang="x-none" altLang="zh-CN" sz="1400">
                        <a:solidFill>
                          <a:schemeClr val="tx1"/>
                        </a:solidFill>
                      </a:endParaRPr>
                    </a:p>
                  </a:txBody>
                  <a:tcPr/>
                </a:tc>
                <a:tc>
                  <a:txBody>
                    <a:bodyPr/>
                    <a:p>
                      <a:pPr algn="ctr">
                        <a:buNone/>
                      </a:pPr>
                      <a:r>
                        <a:rPr lang="x-none" altLang="zh-CN" sz="1400">
                          <a:solidFill>
                            <a:schemeClr val="tx1"/>
                          </a:solidFill>
                        </a:rPr>
                        <a:t>执行时间</a:t>
                      </a:r>
                      <a:endParaRPr lang="x-none" altLang="zh-CN" sz="1400">
                        <a:solidFill>
                          <a:schemeClr val="tx1"/>
                        </a:solidFill>
                      </a:endParaRPr>
                    </a:p>
                  </a:txBody>
                  <a:tcPr/>
                </a:tc>
                <a:tc>
                  <a:txBody>
                    <a:bodyPr/>
                    <a:p>
                      <a:pPr algn="ctr">
                        <a:buNone/>
                      </a:pPr>
                      <a:r>
                        <a:rPr lang="x-none" altLang="zh-CN" sz="1400">
                          <a:solidFill>
                            <a:schemeClr val="tx1"/>
                          </a:solidFill>
                        </a:rPr>
                        <a:t>开始时间</a:t>
                      </a:r>
                      <a:endParaRPr lang="x-none" altLang="zh-CN" sz="1400">
                        <a:solidFill>
                          <a:schemeClr val="tx1"/>
                        </a:solidFill>
                      </a:endParaRPr>
                    </a:p>
                  </a:txBody>
                  <a:tcPr/>
                </a:tc>
                <a:tc>
                  <a:txBody>
                    <a:bodyPr/>
                    <a:p>
                      <a:pPr algn="ctr">
                        <a:buNone/>
                      </a:pPr>
                      <a:r>
                        <a:rPr lang="x-none" altLang="zh-CN" sz="1400">
                          <a:solidFill>
                            <a:schemeClr val="tx1"/>
                          </a:solidFill>
                        </a:rPr>
                        <a:t>完成时间</a:t>
                      </a:r>
                      <a:endParaRPr lang="x-none" altLang="zh-CN" sz="1400">
                        <a:solidFill>
                          <a:schemeClr val="tx1"/>
                        </a:solidFill>
                      </a:endParaRPr>
                    </a:p>
                  </a:txBody>
                  <a:tcPr/>
                </a:tc>
                <a:tc>
                  <a:txBody>
                    <a:bodyPr/>
                    <a:p>
                      <a:pPr algn="ctr">
                        <a:buNone/>
                      </a:pPr>
                      <a:r>
                        <a:rPr lang="x-none" altLang="zh-CN" sz="1400">
                          <a:solidFill>
                            <a:schemeClr val="tx1"/>
                          </a:solidFill>
                        </a:rPr>
                        <a:t>周转时间</a:t>
                      </a:r>
                      <a:endParaRPr lang="x-none" altLang="zh-CN" sz="1400">
                        <a:solidFill>
                          <a:schemeClr val="tx1"/>
                        </a:solidFill>
                      </a:endParaRPr>
                    </a:p>
                  </a:txBody>
                  <a:tcPr/>
                </a:tc>
                <a:tc>
                  <a:txBody>
                    <a:bodyPr/>
                    <a:p>
                      <a:pPr algn="ctr">
                        <a:buNone/>
                      </a:pPr>
                      <a:r>
                        <a:rPr lang="x-none" altLang="zh-CN" sz="1400">
                          <a:solidFill>
                            <a:schemeClr val="tx1"/>
                          </a:solidFill>
                        </a:rPr>
                        <a:t>带权周转时间</a:t>
                      </a:r>
                      <a:endParaRPr lang="x-none" altLang="zh-CN" sz="1400">
                        <a:solidFill>
                          <a:schemeClr val="tx1"/>
                        </a:solidFill>
                      </a:endParaRPr>
                    </a:p>
                  </a:txBody>
                  <a:tcPr/>
                </a:tc>
              </a:tr>
              <a:tr h="365760">
                <a:tc>
                  <a:txBody>
                    <a:bodyPr/>
                    <a:p>
                      <a:pPr algn="ctr">
                        <a:buNone/>
                      </a:pPr>
                      <a:r>
                        <a:rPr lang="x-none" altLang="zh-CN" sz="1600">
                          <a:solidFill>
                            <a:schemeClr val="tx1"/>
                          </a:solidFill>
                        </a:rPr>
                        <a:t>1</a:t>
                      </a:r>
                      <a:endParaRPr lang="x-none" altLang="zh-CN" sz="1600">
                        <a:solidFill>
                          <a:schemeClr val="tx1"/>
                        </a:solidFill>
                      </a:endParaRPr>
                    </a:p>
                  </a:txBody>
                  <a:tcPr/>
                </a:tc>
                <a:tc>
                  <a:txBody>
                    <a:bodyPr/>
                    <a:p>
                      <a:pPr algn="ctr">
                        <a:buNone/>
                      </a:pPr>
                      <a:r>
                        <a:rPr lang="x-none" altLang="zh-CN" sz="1600">
                          <a:solidFill>
                            <a:schemeClr val="tx1"/>
                          </a:solidFill>
                        </a:rPr>
                        <a:t>8.00</a:t>
                      </a:r>
                      <a:endParaRPr lang="x-none" altLang="zh-CN" sz="1600">
                        <a:solidFill>
                          <a:schemeClr val="tx1"/>
                        </a:solidFill>
                      </a:endParaRPr>
                    </a:p>
                  </a:txBody>
                  <a:tcPr/>
                </a:tc>
                <a:tc>
                  <a:txBody>
                    <a:bodyPr/>
                    <a:p>
                      <a:pPr algn="ctr">
                        <a:buNone/>
                      </a:pPr>
                      <a:r>
                        <a:rPr lang="x-none" altLang="zh-CN" sz="1600">
                          <a:solidFill>
                            <a:schemeClr val="tx1"/>
                          </a:solidFill>
                        </a:rPr>
                        <a:t>2.00</a:t>
                      </a:r>
                      <a:endParaRPr lang="x-none" altLang="zh-CN" sz="1600">
                        <a:solidFill>
                          <a:schemeClr val="tx1"/>
                        </a:solidFill>
                      </a:endParaRPr>
                    </a:p>
                  </a:txBody>
                  <a:tcPr/>
                </a:tc>
                <a:tc>
                  <a:txBody>
                    <a:bodyPr/>
                    <a:p>
                      <a:pPr algn="ctr">
                        <a:buNone/>
                      </a:pPr>
                      <a:r>
                        <a:rPr lang="x-none" altLang="zh-CN" sz="1600">
                          <a:solidFill>
                            <a:schemeClr val="tx1"/>
                          </a:solidFill>
                        </a:rPr>
                        <a:t>8.00</a:t>
                      </a:r>
                      <a:endParaRPr lang="x-none" altLang="zh-CN" sz="1600">
                        <a:solidFill>
                          <a:schemeClr val="tx1"/>
                        </a:solidFill>
                      </a:endParaRPr>
                    </a:p>
                  </a:txBody>
                  <a:tcPr/>
                </a:tc>
                <a:tc>
                  <a:txBody>
                    <a:bodyPr/>
                    <a:p>
                      <a:pPr algn="ctr">
                        <a:buNone/>
                      </a:pPr>
                      <a:r>
                        <a:rPr lang="x-none" altLang="zh-CN" sz="1600">
                          <a:solidFill>
                            <a:schemeClr val="tx1"/>
                          </a:solidFill>
                        </a:rPr>
                        <a:t>10.00</a:t>
                      </a:r>
                      <a:endParaRPr lang="x-none" altLang="zh-CN" sz="1600">
                        <a:solidFill>
                          <a:schemeClr val="tx1"/>
                        </a:solidFill>
                      </a:endParaRPr>
                    </a:p>
                  </a:txBody>
                  <a:tcPr/>
                </a:tc>
                <a:tc>
                  <a:txBody>
                    <a:bodyPr/>
                    <a:p>
                      <a:pPr algn="ctr">
                        <a:buNone/>
                      </a:pPr>
                      <a:r>
                        <a:rPr lang="x-none" altLang="zh-CN" sz="1600">
                          <a:solidFill>
                            <a:schemeClr val="tx1"/>
                          </a:solidFill>
                        </a:rPr>
                        <a:t>2.00</a:t>
                      </a:r>
                      <a:endParaRPr lang="x-none" altLang="zh-CN" sz="1600">
                        <a:solidFill>
                          <a:schemeClr val="tx1"/>
                        </a:solidFill>
                      </a:endParaRPr>
                    </a:p>
                  </a:txBody>
                  <a:tcPr/>
                </a:tc>
                <a:tc>
                  <a:txBody>
                    <a:bodyPr/>
                    <a:p>
                      <a:pPr algn="ctr">
                        <a:buNone/>
                      </a:pPr>
                      <a:r>
                        <a:rPr lang="x-none" altLang="zh-CN" sz="1600">
                          <a:solidFill>
                            <a:schemeClr val="tx1"/>
                          </a:solidFill>
                        </a:rPr>
                        <a:t>1</a:t>
                      </a:r>
                      <a:endParaRPr lang="x-none" altLang="zh-CN" sz="1600">
                        <a:solidFill>
                          <a:schemeClr val="tx1"/>
                        </a:solidFill>
                      </a:endParaRPr>
                    </a:p>
                  </a:txBody>
                  <a:tcPr/>
                </a:tc>
              </a:tr>
              <a:tr h="365760">
                <a:tc>
                  <a:txBody>
                    <a:bodyPr/>
                    <a:p>
                      <a:pPr algn="ctr">
                        <a:buNone/>
                      </a:pPr>
                      <a:r>
                        <a:rPr lang="x-none" altLang="zh-CN" sz="1600">
                          <a:solidFill>
                            <a:schemeClr val="tx1"/>
                          </a:solidFill>
                        </a:rPr>
                        <a:t>2</a:t>
                      </a:r>
                      <a:endParaRPr lang="x-none" altLang="zh-CN" sz="1600">
                        <a:solidFill>
                          <a:schemeClr val="tx1"/>
                        </a:solidFill>
                      </a:endParaRPr>
                    </a:p>
                  </a:txBody>
                  <a:tcPr/>
                </a:tc>
                <a:tc>
                  <a:txBody>
                    <a:bodyPr/>
                    <a:p>
                      <a:pPr algn="ctr">
                        <a:buNone/>
                      </a:pPr>
                      <a:r>
                        <a:rPr lang="x-none" altLang="zh-CN" sz="1600">
                          <a:solidFill>
                            <a:schemeClr val="tx1"/>
                          </a:solidFill>
                        </a:rPr>
                        <a:t>8.50</a:t>
                      </a:r>
                      <a:endParaRPr lang="x-none" altLang="zh-CN" sz="1600">
                        <a:solidFill>
                          <a:schemeClr val="tx1"/>
                        </a:solidFill>
                      </a:endParaRPr>
                    </a:p>
                  </a:txBody>
                  <a:tcPr/>
                </a:tc>
                <a:tc>
                  <a:txBody>
                    <a:bodyPr/>
                    <a:p>
                      <a:pPr algn="ctr">
                        <a:buNone/>
                      </a:pPr>
                      <a:r>
                        <a:rPr lang="x-none" altLang="zh-CN" sz="1600">
                          <a:solidFill>
                            <a:schemeClr val="tx1"/>
                          </a:solidFill>
                        </a:rPr>
                        <a:t>0.50</a:t>
                      </a:r>
                      <a:endParaRPr lang="x-none" altLang="zh-CN" sz="1600">
                        <a:solidFill>
                          <a:schemeClr val="tx1"/>
                        </a:solidFill>
                      </a:endParaRPr>
                    </a:p>
                  </a:txBody>
                  <a:tcPr/>
                </a:tc>
                <a:tc>
                  <a:txBody>
                    <a:bodyPr/>
                    <a:p>
                      <a:pPr algn="ctr">
                        <a:buNone/>
                      </a:pPr>
                      <a:r>
                        <a:rPr lang="x-none" altLang="zh-CN" sz="1600">
                          <a:solidFill>
                            <a:schemeClr val="tx1"/>
                          </a:solidFill>
                        </a:rPr>
                        <a:t>10.10</a:t>
                      </a:r>
                      <a:endParaRPr lang="x-none" altLang="zh-CN" sz="1600">
                        <a:solidFill>
                          <a:schemeClr val="tx1"/>
                        </a:solidFill>
                      </a:endParaRPr>
                    </a:p>
                  </a:txBody>
                  <a:tcPr/>
                </a:tc>
                <a:tc>
                  <a:txBody>
                    <a:bodyPr/>
                    <a:p>
                      <a:pPr algn="ctr">
                        <a:buNone/>
                      </a:pPr>
                      <a:r>
                        <a:rPr lang="x-none" altLang="zh-CN" sz="1600">
                          <a:solidFill>
                            <a:schemeClr val="tx1"/>
                          </a:solidFill>
                        </a:rPr>
                        <a:t>10.60</a:t>
                      </a:r>
                      <a:endParaRPr lang="x-none" altLang="zh-CN" sz="1600">
                        <a:solidFill>
                          <a:schemeClr val="tx1"/>
                        </a:solidFill>
                      </a:endParaRPr>
                    </a:p>
                  </a:txBody>
                  <a:tcPr/>
                </a:tc>
                <a:tc>
                  <a:txBody>
                    <a:bodyPr/>
                    <a:p>
                      <a:pPr algn="ctr">
                        <a:buNone/>
                      </a:pPr>
                      <a:r>
                        <a:rPr lang="x-none" altLang="zh-CN" sz="1600">
                          <a:solidFill>
                            <a:schemeClr val="tx1"/>
                          </a:solidFill>
                        </a:rPr>
                        <a:t>2.10</a:t>
                      </a:r>
                      <a:endParaRPr lang="x-none" altLang="zh-CN" sz="1600">
                        <a:solidFill>
                          <a:schemeClr val="tx1"/>
                        </a:solidFill>
                      </a:endParaRPr>
                    </a:p>
                  </a:txBody>
                  <a:tcPr/>
                </a:tc>
                <a:tc>
                  <a:txBody>
                    <a:bodyPr/>
                    <a:p>
                      <a:pPr algn="ctr">
                        <a:buNone/>
                      </a:pPr>
                      <a:r>
                        <a:rPr lang="x-none" altLang="zh-CN" sz="1600">
                          <a:solidFill>
                            <a:schemeClr val="tx1"/>
                          </a:solidFill>
                        </a:rPr>
                        <a:t>4.2</a:t>
                      </a:r>
                      <a:endParaRPr lang="x-none" altLang="zh-CN" sz="1600">
                        <a:solidFill>
                          <a:schemeClr val="tx1"/>
                        </a:solidFill>
                      </a:endParaRPr>
                    </a:p>
                  </a:txBody>
                  <a:tcPr/>
                </a:tc>
              </a:tr>
              <a:tr h="365760">
                <a:tc>
                  <a:txBody>
                    <a:bodyPr/>
                    <a:p>
                      <a:pPr algn="ctr">
                        <a:buNone/>
                      </a:pPr>
                      <a:r>
                        <a:rPr lang="x-none" altLang="zh-CN" sz="1600">
                          <a:solidFill>
                            <a:schemeClr val="tx1"/>
                          </a:solidFill>
                        </a:rPr>
                        <a:t>3</a:t>
                      </a:r>
                      <a:endParaRPr lang="x-none" altLang="zh-CN" sz="1600">
                        <a:solidFill>
                          <a:schemeClr val="tx1"/>
                        </a:solidFill>
                      </a:endParaRPr>
                    </a:p>
                  </a:txBody>
                  <a:tcPr/>
                </a:tc>
                <a:tc>
                  <a:txBody>
                    <a:bodyPr/>
                    <a:p>
                      <a:pPr algn="ctr">
                        <a:buNone/>
                      </a:pPr>
                      <a:r>
                        <a:rPr lang="x-none" altLang="zh-CN" sz="1600">
                          <a:solidFill>
                            <a:schemeClr val="tx1"/>
                          </a:solidFill>
                        </a:rPr>
                        <a:t>9.00</a:t>
                      </a:r>
                      <a:endParaRPr lang="x-none" altLang="zh-CN" sz="1600">
                        <a:solidFill>
                          <a:schemeClr val="tx1"/>
                        </a:solidFill>
                      </a:endParaRPr>
                    </a:p>
                  </a:txBody>
                  <a:tcPr/>
                </a:tc>
                <a:tc>
                  <a:txBody>
                    <a:bodyPr/>
                    <a:p>
                      <a:pPr algn="ctr">
                        <a:buNone/>
                      </a:pPr>
                      <a:r>
                        <a:rPr lang="x-none" altLang="zh-CN" sz="1600">
                          <a:solidFill>
                            <a:schemeClr val="tx1"/>
                          </a:solidFill>
                        </a:rPr>
                        <a:t>0.10</a:t>
                      </a:r>
                      <a:endParaRPr lang="x-none" altLang="zh-CN" sz="1600">
                        <a:solidFill>
                          <a:schemeClr val="tx1"/>
                        </a:solidFill>
                      </a:endParaRPr>
                    </a:p>
                  </a:txBody>
                  <a:tcPr/>
                </a:tc>
                <a:tc>
                  <a:txBody>
                    <a:bodyPr/>
                    <a:p>
                      <a:pPr algn="ctr">
                        <a:buNone/>
                      </a:pPr>
                      <a:r>
                        <a:rPr lang="x-none" altLang="zh-CN" sz="1600">
                          <a:solidFill>
                            <a:schemeClr val="tx1"/>
                          </a:solidFill>
                        </a:rPr>
                        <a:t>10.00</a:t>
                      </a:r>
                      <a:endParaRPr lang="x-none" altLang="zh-CN" sz="1600">
                        <a:solidFill>
                          <a:schemeClr val="tx1"/>
                        </a:solidFill>
                      </a:endParaRPr>
                    </a:p>
                  </a:txBody>
                  <a:tcPr/>
                </a:tc>
                <a:tc>
                  <a:txBody>
                    <a:bodyPr/>
                    <a:p>
                      <a:pPr algn="ctr">
                        <a:buNone/>
                      </a:pPr>
                      <a:r>
                        <a:rPr lang="x-none" altLang="zh-CN" sz="1600">
                          <a:solidFill>
                            <a:schemeClr val="tx1"/>
                          </a:solidFill>
                        </a:rPr>
                        <a:t>10.10</a:t>
                      </a:r>
                      <a:endParaRPr lang="x-none" altLang="zh-CN" sz="1600">
                        <a:solidFill>
                          <a:schemeClr val="tx1"/>
                        </a:solidFill>
                      </a:endParaRPr>
                    </a:p>
                  </a:txBody>
                  <a:tcPr/>
                </a:tc>
                <a:tc>
                  <a:txBody>
                    <a:bodyPr/>
                    <a:p>
                      <a:pPr algn="ctr">
                        <a:buNone/>
                      </a:pPr>
                      <a:r>
                        <a:rPr lang="x-none" altLang="zh-CN" sz="1600">
                          <a:solidFill>
                            <a:schemeClr val="tx1"/>
                          </a:solidFill>
                        </a:rPr>
                        <a:t>1.10</a:t>
                      </a:r>
                      <a:endParaRPr lang="x-none" altLang="zh-CN" sz="1600">
                        <a:solidFill>
                          <a:schemeClr val="tx1"/>
                        </a:solidFill>
                      </a:endParaRPr>
                    </a:p>
                  </a:txBody>
                  <a:tcPr/>
                </a:tc>
                <a:tc>
                  <a:txBody>
                    <a:bodyPr/>
                    <a:p>
                      <a:pPr algn="ctr">
                        <a:buNone/>
                      </a:pPr>
                      <a:r>
                        <a:rPr lang="x-none" altLang="zh-CN" sz="1600">
                          <a:solidFill>
                            <a:schemeClr val="tx1"/>
                          </a:solidFill>
                        </a:rPr>
                        <a:t>11</a:t>
                      </a:r>
                      <a:endParaRPr lang="x-none" altLang="zh-CN" sz="1600">
                        <a:solidFill>
                          <a:schemeClr val="tx1"/>
                        </a:solidFill>
                      </a:endParaRPr>
                    </a:p>
                  </a:txBody>
                  <a:tcPr/>
                </a:tc>
              </a:tr>
              <a:tr h="365760">
                <a:tc>
                  <a:txBody>
                    <a:bodyPr/>
                    <a:p>
                      <a:pPr algn="ctr">
                        <a:buNone/>
                      </a:pPr>
                      <a:r>
                        <a:rPr lang="x-none" altLang="zh-CN" sz="1600">
                          <a:solidFill>
                            <a:schemeClr val="tx1"/>
                          </a:solidFill>
                        </a:rPr>
                        <a:t>4</a:t>
                      </a:r>
                      <a:endParaRPr lang="x-none" altLang="zh-CN" sz="1600">
                        <a:solidFill>
                          <a:schemeClr val="tx1"/>
                        </a:solidFill>
                      </a:endParaRPr>
                    </a:p>
                  </a:txBody>
                  <a:tcPr/>
                </a:tc>
                <a:tc>
                  <a:txBody>
                    <a:bodyPr/>
                    <a:p>
                      <a:pPr algn="ctr">
                        <a:buNone/>
                      </a:pPr>
                      <a:r>
                        <a:rPr lang="x-none" altLang="zh-CN" sz="1600">
                          <a:solidFill>
                            <a:schemeClr val="tx1"/>
                          </a:solidFill>
                        </a:rPr>
                        <a:t>9.50</a:t>
                      </a:r>
                      <a:endParaRPr lang="x-none" altLang="zh-CN" sz="1600">
                        <a:solidFill>
                          <a:schemeClr val="tx1"/>
                        </a:solidFill>
                      </a:endParaRPr>
                    </a:p>
                  </a:txBody>
                  <a:tcPr/>
                </a:tc>
                <a:tc>
                  <a:txBody>
                    <a:bodyPr/>
                    <a:p>
                      <a:pPr algn="ctr">
                        <a:buNone/>
                      </a:pPr>
                      <a:r>
                        <a:rPr lang="x-none" altLang="zh-CN" sz="1600">
                          <a:solidFill>
                            <a:schemeClr val="tx1"/>
                          </a:solidFill>
                        </a:rPr>
                        <a:t>0.20</a:t>
                      </a:r>
                      <a:endParaRPr lang="x-none" altLang="zh-CN" sz="1600">
                        <a:solidFill>
                          <a:schemeClr val="tx1"/>
                        </a:solidFill>
                      </a:endParaRPr>
                    </a:p>
                  </a:txBody>
                  <a:tcPr/>
                </a:tc>
                <a:tc>
                  <a:txBody>
                    <a:bodyPr/>
                    <a:p>
                      <a:pPr algn="ctr">
                        <a:buNone/>
                      </a:pPr>
                      <a:r>
                        <a:rPr lang="x-none" altLang="zh-CN" sz="1600">
                          <a:solidFill>
                            <a:schemeClr val="tx1"/>
                          </a:solidFill>
                        </a:rPr>
                        <a:t>10.60</a:t>
                      </a:r>
                      <a:endParaRPr lang="x-none" altLang="zh-CN" sz="1600">
                        <a:solidFill>
                          <a:schemeClr val="tx1"/>
                        </a:solidFill>
                      </a:endParaRPr>
                    </a:p>
                  </a:txBody>
                  <a:tcPr/>
                </a:tc>
                <a:tc>
                  <a:txBody>
                    <a:bodyPr/>
                    <a:p>
                      <a:pPr algn="ctr">
                        <a:buNone/>
                      </a:pPr>
                      <a:r>
                        <a:rPr lang="x-none" altLang="zh-CN" sz="1600">
                          <a:solidFill>
                            <a:schemeClr val="tx1"/>
                          </a:solidFill>
                        </a:rPr>
                        <a:t>10.80</a:t>
                      </a:r>
                      <a:endParaRPr lang="x-none" altLang="zh-CN" sz="1600">
                        <a:solidFill>
                          <a:schemeClr val="tx1"/>
                        </a:solidFill>
                      </a:endParaRPr>
                    </a:p>
                  </a:txBody>
                  <a:tcPr/>
                </a:tc>
                <a:tc>
                  <a:txBody>
                    <a:bodyPr/>
                    <a:p>
                      <a:pPr algn="ctr">
                        <a:buNone/>
                      </a:pPr>
                      <a:r>
                        <a:rPr lang="x-none" altLang="zh-CN" sz="1600">
                          <a:solidFill>
                            <a:schemeClr val="tx1"/>
                          </a:solidFill>
                        </a:rPr>
                        <a:t>1.30</a:t>
                      </a:r>
                      <a:endParaRPr lang="x-none" altLang="zh-CN" sz="1600">
                        <a:solidFill>
                          <a:schemeClr val="tx1"/>
                        </a:solidFill>
                      </a:endParaRPr>
                    </a:p>
                  </a:txBody>
                  <a:tcPr/>
                </a:tc>
                <a:tc>
                  <a:txBody>
                    <a:bodyPr/>
                    <a:p>
                      <a:pPr algn="ctr">
                        <a:buNone/>
                      </a:pPr>
                      <a:r>
                        <a:rPr lang="x-none" altLang="zh-CN" sz="1600">
                          <a:solidFill>
                            <a:schemeClr val="tx1"/>
                          </a:solidFill>
                        </a:rPr>
                        <a:t>6.5</a:t>
                      </a:r>
                      <a:endParaRPr lang="x-none" altLang="zh-CN" sz="1600">
                        <a:solidFill>
                          <a:schemeClr val="tx1"/>
                        </a:solidFill>
                      </a:endParaRPr>
                    </a:p>
                  </a:txBody>
                  <a:tcPr/>
                </a:tc>
              </a:tr>
              <a:tr h="365760">
                <a:tc gridSpan="6">
                  <a:txBody>
                    <a:bodyPr/>
                    <a:p>
                      <a:pPr>
                        <a:buNone/>
                      </a:pPr>
                      <a:r>
                        <a:rPr lang="x-none" altLang="zh-CN">
                          <a:solidFill>
                            <a:schemeClr val="tx1"/>
                          </a:solidFill>
                        </a:rPr>
                        <a:t>平均周转时间 t=1.625                                                                 </a:t>
                      </a:r>
                      <a:endParaRPr lang="x-none" altLang="zh-CN">
                        <a:solidFill>
                          <a:schemeClr val="tx1"/>
                        </a:solidFill>
                      </a:endParaRPr>
                    </a:p>
                    <a:p>
                      <a:pPr>
                        <a:buNone/>
                      </a:pPr>
                      <a:r>
                        <a:rPr lang="x-none" altLang="zh-CN">
                          <a:solidFill>
                            <a:schemeClr val="tx1"/>
                          </a:solidFill>
                        </a:rPr>
                        <a:t>平均带权周转时间 w=5.675</a:t>
                      </a:r>
                      <a:endParaRPr lang="x-none" altLang="zh-CN">
                        <a:solidFill>
                          <a:schemeClr val="tx1"/>
                        </a:solidFill>
                      </a:endParaRPr>
                    </a:p>
                  </a:txBody>
                  <a:tcPr/>
                </a:tc>
                <a:tc hMerge="1">
                  <a:tcPr/>
                </a:tc>
                <a:tc hMerge="1">
                  <a:tcPr/>
                </a:tc>
                <a:tc hMerge="1">
                  <a:tcPr/>
                </a:tc>
                <a:tc hMerge="1">
                  <a:tcPr/>
                </a:tc>
                <a:tc hMerge="1">
                  <a:tcPr/>
                </a:tc>
                <a:tc>
                  <a:txBody>
                    <a:bodyPr/>
                    <a:p>
                      <a:pPr>
                        <a:buNone/>
                      </a:pPr>
                      <a:r>
                        <a:rPr lang="x-none" altLang="zh-CN" sz="1400">
                          <a:solidFill>
                            <a:schemeClr val="tx1"/>
                          </a:solidFill>
                          <a:sym typeface="+mn-ea"/>
                        </a:rPr>
                        <a:t>单位：小时</a:t>
                      </a:r>
                      <a:endParaRPr lang="x-none" altLang="zh-CN" sz="1800">
                        <a:solidFill>
                          <a:schemeClr val="tx1"/>
                        </a:solidFill>
                        <a:sym typeface="+mn-ea"/>
                      </a:endParaRPr>
                    </a:p>
                    <a:p>
                      <a:pPr>
                        <a:buNone/>
                      </a:pPr>
                      <a:endParaRPr lang="x-none" altLang="zh-CN">
                        <a:solidFill>
                          <a:schemeClr val="tx1"/>
                        </a:solidFill>
                      </a:endParaRPr>
                    </a:p>
                  </a:txBody>
                  <a:tcPr/>
                </a:tc>
              </a:tr>
            </a:tbl>
          </a:graphicData>
        </a:graphic>
      </p:graphicFrame>
      <p:sp>
        <p:nvSpPr>
          <p:cNvPr id="3" name="矩形 2"/>
          <p:cNvSpPr/>
          <p:nvPr/>
        </p:nvSpPr>
        <p:spPr>
          <a:xfrm>
            <a:off x="381000" y="5598795"/>
            <a:ext cx="8007985" cy="891540"/>
          </a:xfrm>
          <a:prstGeom prst="rect">
            <a:avLst/>
          </a:prstGeom>
          <a:noFill/>
          <a:ln w="9525">
            <a:noFill/>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x-none" altLang="zh-CN" sz="2000" strike="noStrike" noProof="1">
                <a:solidFill>
                  <a:schemeClr val="tx1"/>
                </a:solidFill>
                <a:effectLst/>
                <a:latin typeface="Times New Roman" panose="02020603050405020304" charset="0"/>
                <a:ea typeface="宋体" panose="02010600030101010101" pitchFamily="2" charset="-122"/>
              </a:rPr>
              <a:t>特点：实现性能较差，但是即照顾了作业到来的先后，又考虑了作业的执行时间长短，是前面两种算法的较好的折中。</a:t>
            </a:r>
            <a:endParaRPr lang="x-none" altLang="zh-CN" sz="2400" strike="noStrike" noProof="1">
              <a:solidFill>
                <a:schemeClr val="tx1"/>
              </a:solidFill>
              <a:effectLst/>
              <a:latin typeface="Times New Roman" panose="02020603050405020304" charset="0"/>
              <a:ea typeface="宋体" panose="02010600030101010101" pitchFamily="2"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124930" grpId="0" uiExpand="1" build="p"/>
      <p:bldP spid="124931"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4930" name="矩形 124929"/>
          <p:cNvSpPr/>
          <p:nvPr/>
        </p:nvSpPr>
        <p:spPr>
          <a:xfrm>
            <a:off x="248285" y="936625"/>
            <a:ext cx="8708390" cy="5618480"/>
          </a:xfrm>
          <a:prstGeom prst="rect">
            <a:avLst/>
          </a:prstGeom>
          <a:noFill/>
          <a:ln w="9525">
            <a:noFill/>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x-none" altLang="zh-CN" sz="2400" strike="noStrike" noProof="1">
                <a:solidFill>
                  <a:schemeClr val="tx1"/>
                </a:solidFill>
                <a:latin typeface="Times New Roman" panose="02020603050405020304" charset="0"/>
                <a:ea typeface="宋体" panose="02010600030101010101" pitchFamily="2" charset="-122"/>
              </a:rPr>
              <a:t>4 优先调度算法</a:t>
            </a:r>
            <a:endParaRPr lang="x-none" altLang="zh-CN" sz="24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30000"/>
              </a:lnSpc>
              <a:buNone/>
            </a:pPr>
            <a:r>
              <a:rPr lang="x-none" altLang="zh-CN" sz="2000" strike="noStrike" noProof="1">
                <a:solidFill>
                  <a:schemeClr val="tx1"/>
                </a:solidFill>
                <a:effectLst/>
                <a:latin typeface="Times New Roman" panose="02020603050405020304" charset="0"/>
                <a:ea typeface="宋体" panose="02010600030101010101" pitchFamily="2" charset="-122"/>
              </a:rPr>
              <a:t>    综合考虑有关因素（作业缓急程度、作业大小、等待时间、资源使用等），并根据系统设计目标分析这些因素对调度性能的影响，然后自定义一种方法确定每个作业的优先级，调度时选择优先级高者先执行。</a:t>
            </a:r>
            <a:endParaRPr lang="x-none" altLang="zh-CN" sz="2000" strike="noStrike" noProof="1">
              <a:solidFill>
                <a:schemeClr val="tx1"/>
              </a:solidFill>
              <a:effectLst/>
              <a:latin typeface="Times New Roman" panose="02020603050405020304" charset="0"/>
              <a:ea typeface="宋体" panose="02010600030101010101" pitchFamily="2" charset="-122"/>
            </a:endParaRPr>
          </a:p>
          <a:p>
            <a:pPr marL="533400" lvl="0" indent="-533400" fontAlgn="base">
              <a:lnSpc>
                <a:spcPct val="130000"/>
              </a:lnSpc>
              <a:buNone/>
            </a:pPr>
            <a:endParaRPr lang="x-none" altLang="zh-CN" sz="2000" strike="noStrike" noProof="1">
              <a:solidFill>
                <a:schemeClr val="tx1"/>
              </a:solidFill>
              <a:effectLst/>
              <a:latin typeface="Times New Roman" panose="02020603050405020304" charset="0"/>
              <a:ea typeface="宋体" panose="02010600030101010101" pitchFamily="2" charset="-122"/>
              <a:cs typeface="+mn-ea"/>
            </a:endParaRPr>
          </a:p>
          <a:p>
            <a:pPr marL="533400" lvl="0" indent="-533400" fontAlgn="base">
              <a:lnSpc>
                <a:spcPct val="130000"/>
              </a:lnSpc>
              <a:buNone/>
            </a:pPr>
            <a:r>
              <a:rPr lang="x-none" altLang="zh-CN" sz="2000" strike="noStrike" noProof="1">
                <a:solidFill>
                  <a:schemeClr val="tx1"/>
                </a:solidFill>
                <a:effectLst/>
                <a:latin typeface="Times New Roman" panose="02020603050405020304" charset="0"/>
                <a:ea typeface="宋体" panose="02010600030101010101" pitchFamily="2" charset="-122"/>
                <a:cs typeface="+mn-ea"/>
              </a:rPr>
              <a:t>作业的优先级可以在作业进入系统时确定（静态优先级），也可以在每次需要选择作业时算出（动态优先级）</a:t>
            </a:r>
            <a:endParaRPr lang="x-none" altLang="zh-CN" sz="2000" strike="noStrike" noProof="1">
              <a:solidFill>
                <a:schemeClr val="tx1"/>
              </a:solidFill>
              <a:effectLst/>
              <a:latin typeface="Times New Roman" panose="02020603050405020304" charset="0"/>
              <a:ea typeface="宋体" panose="02010600030101010101" pitchFamily="2" charset="-122"/>
              <a:cs typeface="+mn-ea"/>
            </a:endParaRPr>
          </a:p>
          <a:p>
            <a:pPr marL="533400" lvl="0" indent="-533400" fontAlgn="base">
              <a:lnSpc>
                <a:spcPct val="130000"/>
              </a:lnSpc>
              <a:buNone/>
            </a:pPr>
            <a:endParaRPr lang="x-none" altLang="zh-CN" sz="2000" strike="noStrike" noProof="1">
              <a:solidFill>
                <a:schemeClr val="tx1"/>
              </a:solidFill>
              <a:effectLst/>
              <a:latin typeface="Times New Roman" panose="02020603050405020304" charset="0"/>
              <a:ea typeface="宋体" panose="02010600030101010101" pitchFamily="2" charset="-122"/>
              <a:cs typeface="+mn-ea"/>
            </a:endParaRPr>
          </a:p>
          <a:p>
            <a:pPr marL="533400" lvl="0" indent="-533400" fontAlgn="base">
              <a:lnSpc>
                <a:spcPct val="130000"/>
              </a:lnSpc>
              <a:buNone/>
            </a:pPr>
            <a:r>
              <a:rPr lang="x-none" altLang="zh-CN" sz="2000" strike="noStrike" noProof="1">
                <a:solidFill>
                  <a:schemeClr val="tx1"/>
                </a:solidFill>
                <a:effectLst/>
                <a:latin typeface="Times New Roman" panose="02020603050405020304" charset="0"/>
                <a:ea typeface="宋体" panose="02010600030101010101" pitchFamily="2" charset="-122"/>
                <a:cs typeface="+mn-ea"/>
              </a:rPr>
              <a:t>一个例子：比如调度目标是要优先考虑输出量较少、执行时间较短、等待时间较长的作业先运行，</a:t>
            </a:r>
            <a:endParaRPr lang="x-none" altLang="zh-CN" sz="2000" strike="noStrike" noProof="1">
              <a:solidFill>
                <a:schemeClr val="tx1"/>
              </a:solidFill>
              <a:effectLst/>
              <a:latin typeface="Times New Roman" panose="02020603050405020304" charset="0"/>
              <a:ea typeface="宋体" panose="02010600030101010101" pitchFamily="2" charset="-122"/>
              <a:cs typeface="+mn-ea"/>
            </a:endParaRPr>
          </a:p>
          <a:p>
            <a:pPr marL="533400" lvl="0" indent="-533400" fontAlgn="base">
              <a:lnSpc>
                <a:spcPct val="130000"/>
              </a:lnSpc>
              <a:buNone/>
            </a:pPr>
            <a:r>
              <a:rPr lang="x-none" altLang="zh-CN" sz="2000" strike="noStrike" noProof="1">
                <a:solidFill>
                  <a:schemeClr val="tx1"/>
                </a:solidFill>
                <a:effectLst/>
                <a:latin typeface="Times New Roman" panose="02020603050405020304" charset="0"/>
                <a:ea typeface="宋体" panose="02010600030101010101" pitchFamily="2" charset="-122"/>
                <a:cs typeface="+mn-ea"/>
              </a:rPr>
              <a:t>可以设计：优先级 = 等待时间</a:t>
            </a:r>
            <a:r>
              <a:rPr lang="x-none" altLang="zh-CN" sz="2000" strike="noStrike" baseline="30000" noProof="1">
                <a:solidFill>
                  <a:schemeClr val="tx1"/>
                </a:solidFill>
                <a:effectLst/>
                <a:latin typeface="Times New Roman" panose="02020603050405020304" charset="0"/>
                <a:ea typeface="宋体" panose="02010600030101010101" pitchFamily="2" charset="-122"/>
                <a:cs typeface="+mn-ea"/>
              </a:rPr>
              <a:t>2 </a:t>
            </a:r>
            <a:r>
              <a:rPr lang="x-none" altLang="zh-CN" sz="2000" strike="noStrike" noProof="1">
                <a:solidFill>
                  <a:schemeClr val="tx1"/>
                </a:solidFill>
                <a:effectLst/>
                <a:latin typeface="Times New Roman" panose="02020603050405020304" charset="0"/>
                <a:ea typeface="宋体" panose="02010600030101010101" pitchFamily="2" charset="-122"/>
                <a:cs typeface="+mn-ea"/>
              </a:rPr>
              <a:t>- 执行时间 - 16×输出量</a:t>
            </a:r>
            <a:endParaRPr lang="x-none" altLang="zh-CN" sz="2000" strike="noStrike" noProof="1">
              <a:solidFill>
                <a:schemeClr val="tx1"/>
              </a:solidFill>
              <a:effectLst/>
              <a:latin typeface="Times New Roman" panose="02020603050405020304" charset="0"/>
              <a:ea typeface="宋体" panose="02010600030101010101" pitchFamily="2" charset="-122"/>
              <a:cs typeface="+mn-ea"/>
            </a:endParaRPr>
          </a:p>
          <a:p>
            <a:pPr marL="533400" lvl="0" indent="-533400" fontAlgn="base">
              <a:lnSpc>
                <a:spcPct val="130000"/>
              </a:lnSpc>
              <a:buNone/>
            </a:pPr>
            <a:r>
              <a:rPr lang="x-none" altLang="zh-CN" sz="2000" strike="noStrike" noProof="1">
                <a:solidFill>
                  <a:schemeClr val="tx1"/>
                </a:solidFill>
                <a:effectLst/>
                <a:latin typeface="Times New Roman" panose="02020603050405020304" charset="0"/>
                <a:ea typeface="宋体" panose="02010600030101010101" pitchFamily="2" charset="-122"/>
                <a:cs typeface="+mn-ea"/>
              </a:rPr>
              <a:t>                优先级高者先运行</a:t>
            </a:r>
            <a:endParaRPr lang="x-none" altLang="zh-CN" sz="2000" strike="noStrike" noProof="1">
              <a:solidFill>
                <a:schemeClr val="tx1"/>
              </a:solidFill>
              <a:effectLst/>
              <a:latin typeface="Times New Roman" panose="02020603050405020304" charset="0"/>
              <a:ea typeface="宋体" panose="02010600030101010101" pitchFamily="2" charset="-122"/>
              <a:cs typeface="+mn-ea"/>
            </a:endParaRPr>
          </a:p>
        </p:txBody>
      </p:sp>
      <p:sp>
        <p:nvSpPr>
          <p:cNvPr id="124931" name="矩形 124930"/>
          <p:cNvSpPr/>
          <p:nvPr/>
        </p:nvSpPr>
        <p:spPr>
          <a:xfrm>
            <a:off x="185738" y="495935"/>
            <a:ext cx="6475413" cy="607695"/>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buNone/>
            </a:pPr>
            <a:r>
              <a:rPr lang="x-none" altLang="en-US" sz="2800" b="1" strike="noStrike" noProof="1">
                <a:solidFill>
                  <a:srgbClr val="990000"/>
                </a:solidFill>
                <a:latin typeface="Times New Roman" panose="02020603050405020304" charset="0"/>
                <a:ea typeface="宋体" panose="02010600030101010101" pitchFamily="2" charset="-122"/>
                <a:cs typeface="+mn-ea"/>
              </a:rPr>
              <a:t>作业</a:t>
            </a:r>
            <a:r>
              <a:rPr lang="zh-CN" altLang="en-US" sz="2800" b="1" strike="noStrike" noProof="1">
                <a:solidFill>
                  <a:srgbClr val="990000"/>
                </a:solidFill>
                <a:latin typeface="Arial" panose="02080604020202020204" pitchFamily="34" charset="0"/>
                <a:ea typeface="宋体" panose="02010600030101010101" pitchFamily="2" charset="-122"/>
                <a:cs typeface="+mn-ea"/>
              </a:rPr>
              <a:t>调度</a:t>
            </a:r>
            <a:r>
              <a:rPr lang="x-none" altLang="zh-CN" sz="2800" b="1" strike="noStrike" noProof="1">
                <a:solidFill>
                  <a:srgbClr val="990000"/>
                </a:solidFill>
                <a:latin typeface="Arial" panose="02080604020202020204" pitchFamily="34" charset="0"/>
                <a:ea typeface="宋体" panose="02010600030101010101" pitchFamily="2" charset="-122"/>
                <a:cs typeface="+mn-ea"/>
              </a:rPr>
              <a:t>算法</a:t>
            </a:r>
            <a:endParaRPr lang="x-none" altLang="zh-CN" sz="2800" b="1" strike="noStrike" noProof="1">
              <a:solidFill>
                <a:srgbClr val="990000"/>
              </a:solidFill>
              <a:latin typeface="Arial" panose="02080604020202020204" pitchFamily="34" charset="0"/>
              <a:ea typeface="宋体" panose="02010600030101010101" pitchFamily="2" charset="-122"/>
              <a:cs typeface="+mn-ea"/>
            </a:endParaRPr>
          </a:p>
        </p:txBody>
      </p:sp>
      <p:sp>
        <p:nvSpPr>
          <p:cNvPr id="124932" name="矩形 124931"/>
          <p:cNvSpPr/>
          <p:nvPr/>
        </p:nvSpPr>
        <p:spPr>
          <a:xfrm>
            <a:off x="381000" y="42863"/>
            <a:ext cx="8393113" cy="423545"/>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x-none" sz="2400">
                <a:cs typeface="+mn-ea"/>
                <a:sym typeface="+mn-ea"/>
              </a:rPr>
              <a:t>处理机</a:t>
            </a:r>
            <a:r>
              <a:rPr lang="zh-CN" altLang="en-US" sz="2400">
                <a:cs typeface="+mn-ea"/>
                <a:sym typeface="+mn-ea"/>
              </a:rPr>
              <a:t>调度</a:t>
            </a:r>
            <a:endParaRPr lang="zh-CN" altLang="en-US" sz="2400" strike="noStrike" noProof="1">
              <a:ea typeface="宋体" panose="02010600030101010101" pitchFamily="2" charset="-122"/>
            </a:endParaRPr>
          </a:p>
        </p:txBody>
      </p:sp>
      <p:sp>
        <p:nvSpPr>
          <p:cNvPr id="139268" name="文本框 124932"/>
          <p:cNvSpPr txBox="1"/>
          <p:nvPr/>
        </p:nvSpPr>
        <p:spPr>
          <a:xfrm>
            <a:off x="8493125" y="6510338"/>
            <a:ext cx="463550"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b="0">
                <a:solidFill>
                  <a:schemeClr val="tx2"/>
                </a:solidFill>
                <a:latin typeface="Times New Roman" panose="02020603050405020304" charset="0"/>
                <a:ea typeface="宋体" panose="02010600030101010101" pitchFamily="2" charset="-122"/>
              </a:rPr>
              <a:t>99</a:t>
            </a:r>
            <a:endParaRPr lang="en-US" altLang="zh-CN" b="0">
              <a:solidFill>
                <a:schemeClr val="tx2"/>
              </a:solidFill>
              <a:latin typeface="Times New Roman" panose="0202060305040502030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124930" grpId="0" uiExpand="1" build="p"/>
      <p:bldP spid="124931"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82" name="矩形 122881"/>
          <p:cNvSpPr/>
          <p:nvPr/>
        </p:nvSpPr>
        <p:spPr>
          <a:xfrm>
            <a:off x="266065" y="942340"/>
            <a:ext cx="8392795" cy="5659755"/>
          </a:xfrm>
          <a:prstGeom prst="rect">
            <a:avLst/>
          </a:prstGeom>
          <a:noFill/>
          <a:ln w="9525">
            <a:noFill/>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zh-CN" altLang="en-US" sz="2400" b="1" dirty="0">
                <a:solidFill>
                  <a:srgbClr val="990000"/>
                </a:solidFill>
                <a:latin typeface="Times New Roman" panose="02020603050405020304" charset="0"/>
                <a:cs typeface="+mn-ea"/>
                <a:sym typeface="+mn-ea"/>
              </a:rPr>
              <a:t>1.  </a:t>
            </a:r>
            <a:r>
              <a:rPr lang="zh-CN" altLang="en-US" sz="2400" b="1" dirty="0">
                <a:solidFill>
                  <a:srgbClr val="990000"/>
                </a:solidFill>
                <a:cs typeface="+mn-ea"/>
                <a:sym typeface="+mn-ea"/>
              </a:rPr>
              <a:t>调度</a:t>
            </a:r>
            <a:r>
              <a:rPr lang="en-US" altLang="x-none" sz="2400" b="1">
                <a:solidFill>
                  <a:srgbClr val="990000"/>
                </a:solidFill>
                <a:latin typeface="Times New Roman" panose="02020603050405020304" charset="0"/>
                <a:cs typeface="+mn-ea"/>
                <a:sym typeface="+mn-ea"/>
              </a:rPr>
              <a:t>∕</a:t>
            </a:r>
            <a:r>
              <a:rPr lang="zh-CN" altLang="en-US" sz="2400" b="1" dirty="0">
                <a:solidFill>
                  <a:srgbClr val="990000"/>
                </a:solidFill>
                <a:cs typeface="+mn-ea"/>
                <a:sym typeface="+mn-ea"/>
              </a:rPr>
              <a:t>分派结构</a:t>
            </a:r>
            <a:endParaRPr lang="zh-CN" altLang="en-US" sz="2400" b="1" strike="noStrike" noProof="1" dirty="0">
              <a:solidFill>
                <a:srgbClr val="990000"/>
              </a:solidFill>
              <a:latin typeface="Arial" panose="02080604020202020204" pitchFamily="34" charset="0"/>
              <a:ea typeface="宋体" panose="02010600030101010101" pitchFamily="2" charset="-122"/>
              <a:cs typeface="+mn-ea"/>
            </a:endParaRPr>
          </a:p>
          <a:p>
            <a:pPr marL="533400" lvl="0" indent="-533400" fontAlgn="base">
              <a:lnSpc>
                <a:spcPct val="130000"/>
              </a:lnSpc>
              <a:buNone/>
            </a:pPr>
            <a:r>
              <a:rPr lang="x-none" altLang="en-US" sz="2400" b="1" strike="noStrike" noProof="1">
                <a:solidFill>
                  <a:schemeClr val="tx1"/>
                </a:solidFill>
                <a:effectLst/>
                <a:latin typeface="Times New Roman" panose="02020603050405020304" charset="0"/>
                <a:ea typeface="宋体" panose="02010600030101010101" pitchFamily="2" charset="-122"/>
                <a:cs typeface="+mn-ea"/>
              </a:rPr>
              <a:t>	</a:t>
            </a:r>
            <a:r>
              <a:rPr lang="zh-CN" altLang="x-none" sz="2400" b="1" strike="noStrike" noProof="1">
                <a:solidFill>
                  <a:schemeClr val="tx1"/>
                </a:solidFill>
                <a:effectLst/>
                <a:latin typeface="Times New Roman" panose="02020603050405020304" charset="0"/>
                <a:ea typeface="宋体" panose="02010600030101010101" pitchFamily="2" charset="-122"/>
                <a:cs typeface="+mn-ea"/>
              </a:rPr>
              <a:t>系统中处于</a:t>
            </a:r>
            <a:r>
              <a:rPr lang="en-US" altLang="zh-CN" sz="2400" b="1" strike="noStrike" noProof="1">
                <a:solidFill>
                  <a:schemeClr val="tx1"/>
                </a:solidFill>
                <a:effectLst/>
                <a:latin typeface="Times New Roman" panose="02020603050405020304" charset="0"/>
                <a:ea typeface="宋体" panose="02010600030101010101" pitchFamily="2" charset="-122"/>
                <a:cs typeface="+mn-ea"/>
              </a:rPr>
              <a:t>就绪</a:t>
            </a:r>
            <a:r>
              <a:rPr lang="x-none" altLang="en-US" sz="2400" b="1" strike="noStrike" noProof="1">
                <a:solidFill>
                  <a:schemeClr val="tx1"/>
                </a:solidFill>
                <a:effectLst/>
                <a:latin typeface="Times New Roman" panose="02020603050405020304" charset="0"/>
                <a:ea typeface="宋体" panose="02010600030101010101" pitchFamily="2" charset="-122"/>
                <a:cs typeface="+mn-ea"/>
              </a:rPr>
              <a:t>状态的</a:t>
            </a:r>
            <a:r>
              <a:rPr lang="zh-CN" altLang="x-none" sz="2400" b="1" strike="noStrike" noProof="1">
                <a:solidFill>
                  <a:schemeClr val="tx1"/>
                </a:solidFill>
                <a:effectLst/>
                <a:latin typeface="Times New Roman" panose="02020603050405020304" charset="0"/>
                <a:ea typeface="宋体" panose="02010600030101010101" pitchFamily="2" charset="-122"/>
                <a:cs typeface="+mn-ea"/>
              </a:rPr>
              <a:t>多个</a:t>
            </a:r>
            <a:r>
              <a:rPr lang="en-US" altLang="zh-CN" sz="2400" b="1" strike="noStrike" noProof="1">
                <a:solidFill>
                  <a:schemeClr val="tx1"/>
                </a:solidFill>
                <a:effectLst/>
                <a:latin typeface="Times New Roman" panose="02020603050405020304" charset="0"/>
                <a:ea typeface="宋体" panose="02010600030101010101" pitchFamily="2" charset="-122"/>
                <a:cs typeface="+mn-ea"/>
              </a:rPr>
              <a:t>进程对处理机的竞争</a:t>
            </a:r>
            <a:r>
              <a:rPr lang="x-none" altLang="en-US" sz="2400" b="1" strike="noStrike" noProof="1">
                <a:solidFill>
                  <a:schemeClr val="tx1"/>
                </a:solidFill>
                <a:effectLst/>
                <a:latin typeface="Times New Roman" panose="02020603050405020304" charset="0"/>
                <a:ea typeface="宋体" panose="02010600030101010101" pitchFamily="2" charset="-122"/>
                <a:cs typeface="+mn-ea"/>
              </a:rPr>
              <a:t>是由</a:t>
            </a:r>
            <a:r>
              <a:rPr lang="x-none" altLang="en-US" sz="2400" b="1">
                <a:solidFill>
                  <a:schemeClr val="tx1"/>
                </a:solidFill>
                <a:effectLst/>
                <a:latin typeface="Times New Roman" panose="02020603050405020304" charset="0"/>
                <a:cs typeface="+mn-ea"/>
                <a:sym typeface="+mn-ea"/>
              </a:rPr>
              <a:t>进程调度程序来协调的。</a:t>
            </a:r>
            <a:endParaRPr lang="x-none" altLang="en-US" sz="2400" b="1" strike="noStrike" noProof="1">
              <a:solidFill>
                <a:schemeClr val="tx1"/>
              </a:solidFill>
              <a:effectLst/>
              <a:latin typeface="Times New Roman" panose="02020603050405020304" charset="0"/>
              <a:ea typeface="宋体" panose="02010600030101010101" pitchFamily="2" charset="-122"/>
              <a:cs typeface="+mn-ea"/>
              <a:sym typeface="+mn-ea"/>
            </a:endParaRPr>
          </a:p>
          <a:p>
            <a:pPr marL="533400" lvl="0" indent="-533400" fontAlgn="base">
              <a:lnSpc>
                <a:spcPct val="130000"/>
              </a:lnSpc>
              <a:buNone/>
            </a:pPr>
            <a:r>
              <a:rPr lang="x-none" altLang="en-US" sz="2400" b="1" strike="noStrike" noProof="1">
                <a:solidFill>
                  <a:schemeClr val="tx1"/>
                </a:solidFill>
                <a:effectLst/>
                <a:latin typeface="Times New Roman" panose="02020603050405020304" charset="0"/>
                <a:ea typeface="宋体" panose="02010600030101010101" pitchFamily="2" charset="-122"/>
                <a:cs typeface="+mn-ea"/>
              </a:rPr>
              <a:t>	进程调度的功能分为调度和分派两部分：</a:t>
            </a:r>
            <a:endParaRPr lang="x-none" altLang="en-US" sz="2800" b="1" strike="noStrike" noProof="1">
              <a:solidFill>
                <a:schemeClr val="tx1"/>
              </a:solidFill>
              <a:effectLst/>
              <a:latin typeface="Times New Roman" panose="02020603050405020304" charset="0"/>
              <a:ea typeface="宋体" panose="02010600030101010101" pitchFamily="2" charset="-122"/>
              <a:cs typeface="+mn-ea"/>
            </a:endParaRPr>
          </a:p>
          <a:p>
            <a:pPr marL="533400" lvl="0" indent="-533400" fontAlgn="base">
              <a:lnSpc>
                <a:spcPct val="130000"/>
              </a:lnSpc>
              <a:buNone/>
            </a:pPr>
            <a:r>
              <a:rPr lang="en-US" altLang="zh-CN" sz="2400" b="1" strike="noStrike" noProof="1">
                <a:solidFill>
                  <a:srgbClr val="A50021"/>
                </a:solidFill>
                <a:latin typeface="Times New Roman" panose="02020603050405020304" charset="0"/>
                <a:ea typeface="宋体" panose="02010600030101010101" pitchFamily="2" charset="-122"/>
                <a:cs typeface="+mn-ea"/>
              </a:rPr>
              <a:t>(1) </a:t>
            </a:r>
            <a:r>
              <a:rPr lang="zh-CN" altLang="en-US" sz="2400" b="1" strike="noStrike" noProof="1">
                <a:solidFill>
                  <a:srgbClr val="A50021"/>
                </a:solidFill>
                <a:latin typeface="Times New Roman" panose="02020603050405020304" charset="0"/>
                <a:ea typeface="宋体" panose="02010600030101010101" pitchFamily="2" charset="-122"/>
                <a:cs typeface="+mn-ea"/>
              </a:rPr>
              <a:t>调度</a:t>
            </a:r>
            <a:endParaRPr lang="zh-CN" altLang="en-US" sz="2800" b="1" strike="noStrike" noProof="1">
              <a:solidFill>
                <a:srgbClr val="A50021"/>
              </a:solidFill>
              <a:latin typeface="Times New Roman" panose="02020603050405020304" charset="0"/>
              <a:ea typeface="宋体" panose="02010600030101010101" pitchFamily="2" charset="-122"/>
            </a:endParaRPr>
          </a:p>
          <a:p>
            <a:pPr marL="533400" lvl="0" indent="-533400" fontAlgn="base">
              <a:lnSpc>
                <a:spcPct val="130000"/>
              </a:lnSpc>
              <a:buNone/>
            </a:pPr>
            <a:r>
              <a:rPr lang="en-US" altLang="zh-CN" sz="2400" strike="noStrike" noProof="1">
                <a:solidFill>
                  <a:schemeClr val="tx1"/>
                </a:solidFill>
                <a:latin typeface="Times New Roman" panose="02020603050405020304" charset="0"/>
                <a:ea typeface="宋体" panose="02010600030101010101" pitchFamily="2" charset="-122"/>
                <a:cs typeface="+mn-ea"/>
              </a:rPr>
              <a:t>	</a:t>
            </a:r>
            <a:r>
              <a:rPr lang="x-none" altLang="zh-CN" sz="2400" strike="noStrike" noProof="1">
                <a:solidFill>
                  <a:schemeClr val="tx1"/>
                </a:solidFill>
                <a:latin typeface="Times New Roman" panose="02020603050405020304" charset="0"/>
                <a:ea typeface="宋体" panose="02010600030101010101" pitchFamily="2" charset="-122"/>
                <a:cs typeface="+mn-ea"/>
              </a:rPr>
              <a:t>依照确定的策略将一批</a:t>
            </a:r>
            <a:r>
              <a:rPr lang="zh-CN" altLang="en-US" sz="2400" strike="noStrike" noProof="1">
                <a:solidFill>
                  <a:schemeClr val="tx1"/>
                </a:solidFill>
                <a:latin typeface="Times New Roman" panose="02020603050405020304" charset="0"/>
                <a:ea typeface="宋体" panose="02010600030101010101" pitchFamily="2" charset="-122"/>
                <a:cs typeface="+mn-ea"/>
              </a:rPr>
              <a:t>就绪状态的进程</a:t>
            </a:r>
            <a:r>
              <a:rPr lang="x-none" altLang="zh-CN" sz="2400" strike="noStrike" noProof="1">
                <a:solidFill>
                  <a:schemeClr val="tx1"/>
                </a:solidFill>
                <a:latin typeface="Times New Roman" panose="02020603050405020304" charset="0"/>
                <a:ea typeface="宋体" panose="02010600030101010101" pitchFamily="2" charset="-122"/>
                <a:cs typeface="+mn-ea"/>
              </a:rPr>
              <a:t>排序；</a:t>
            </a:r>
            <a:endParaRPr lang="zh-CN" altLang="en-US" sz="2400" strike="noStrike" noProof="1">
              <a:solidFill>
                <a:schemeClr val="tx1"/>
              </a:solidFill>
              <a:latin typeface="Times New Roman" panose="02020603050405020304" charset="0"/>
              <a:ea typeface="宋体" panose="02010600030101010101" pitchFamily="2" charset="-122"/>
              <a:cs typeface="+mn-ea"/>
            </a:endParaRPr>
          </a:p>
          <a:p>
            <a:pPr marL="533400" lvl="0" indent="-533400" fontAlgn="base">
              <a:lnSpc>
                <a:spcPct val="130000"/>
              </a:lnSpc>
              <a:buNone/>
            </a:pPr>
            <a:r>
              <a:rPr lang="x-none" altLang="zh-CN" sz="2400" strike="noStrike" noProof="1">
                <a:solidFill>
                  <a:schemeClr val="tx1"/>
                </a:solidFill>
                <a:latin typeface="Times New Roman" panose="02020603050405020304" charset="0"/>
                <a:ea typeface="宋体" panose="02010600030101010101" pitchFamily="2" charset="-122"/>
                <a:cs typeface="+mn-ea"/>
              </a:rPr>
              <a:t>	将一个就绪进程插入到就绪队列，并按一定的策略排序；</a:t>
            </a:r>
            <a:r>
              <a:rPr lang="zh-CN" altLang="en-US" sz="2400" strike="noStrike" noProof="1">
                <a:solidFill>
                  <a:schemeClr val="tx1"/>
                </a:solidFill>
                <a:latin typeface="Times New Roman" panose="02020603050405020304" charset="0"/>
                <a:ea typeface="宋体" panose="02010600030101010101" pitchFamily="2" charset="-122"/>
                <a:cs typeface="+mn-ea"/>
              </a:rPr>
              <a:t> </a:t>
            </a:r>
            <a:endParaRPr lang="zh-CN" altLang="en-US" sz="24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30000"/>
              </a:lnSpc>
              <a:buNone/>
            </a:pPr>
            <a:r>
              <a:rPr lang="en-US" altLang="zh-CN" sz="2400" b="1" strike="noStrike" noProof="1">
                <a:solidFill>
                  <a:srgbClr val="A50021"/>
                </a:solidFill>
                <a:latin typeface="Times New Roman" panose="02020603050405020304" charset="0"/>
                <a:ea typeface="宋体" panose="02010600030101010101" pitchFamily="2" charset="-122"/>
                <a:cs typeface="+mn-ea"/>
              </a:rPr>
              <a:t>(2) </a:t>
            </a:r>
            <a:r>
              <a:rPr lang="zh-CN" altLang="en-US" sz="2400" b="1" strike="noStrike" noProof="1">
                <a:solidFill>
                  <a:srgbClr val="A50021"/>
                </a:solidFill>
                <a:latin typeface="Times New Roman" panose="02020603050405020304" charset="0"/>
                <a:ea typeface="宋体" panose="02010600030101010101" pitchFamily="2" charset="-122"/>
                <a:cs typeface="+mn-ea"/>
              </a:rPr>
              <a:t>分派 </a:t>
            </a:r>
            <a:endParaRPr lang="zh-CN" altLang="en-US" sz="2800" b="1" strike="noStrike" noProof="1">
              <a:solidFill>
                <a:srgbClr val="A50021"/>
              </a:solidFill>
              <a:latin typeface="Times New Roman" panose="02020603050405020304" charset="0"/>
              <a:ea typeface="宋体" panose="02010600030101010101" pitchFamily="2" charset="-122"/>
            </a:endParaRPr>
          </a:p>
          <a:p>
            <a:pPr marL="533400" lvl="0" indent="-533400" fontAlgn="base">
              <a:lnSpc>
                <a:spcPct val="130000"/>
              </a:lnSpc>
              <a:buNone/>
            </a:pPr>
            <a:r>
              <a:rPr lang="zh-CN" altLang="en-US" sz="2400" strike="noStrike" noProof="1">
                <a:solidFill>
                  <a:schemeClr val="tx1"/>
                </a:solidFill>
                <a:latin typeface="Times New Roman" panose="02020603050405020304" charset="0"/>
                <a:ea typeface="宋体" panose="02010600030101010101" pitchFamily="2" charset="-122"/>
                <a:cs typeface="+mn-ea"/>
              </a:rPr>
              <a:t>     当</a:t>
            </a:r>
            <a:r>
              <a:rPr lang="x-none" altLang="zh-CN" sz="2400" strike="noStrike" noProof="1">
                <a:solidFill>
                  <a:schemeClr val="tx1"/>
                </a:solidFill>
                <a:latin typeface="Times New Roman" panose="02020603050405020304" charset="0"/>
                <a:ea typeface="宋体" panose="02010600030101010101" pitchFamily="2" charset="-122"/>
                <a:cs typeface="+mn-ea"/>
              </a:rPr>
              <a:t>调度时机来到时</a:t>
            </a:r>
            <a:r>
              <a:rPr lang="zh-CN" altLang="en-US" sz="2400" strike="noStrike" noProof="1">
                <a:solidFill>
                  <a:schemeClr val="tx1"/>
                </a:solidFill>
                <a:latin typeface="Times New Roman" panose="02020603050405020304" charset="0"/>
                <a:ea typeface="宋体" panose="02010600030101010101" pitchFamily="2" charset="-122"/>
                <a:cs typeface="+mn-ea"/>
              </a:rPr>
              <a:t>，移出就绪队列中第一个进程，</a:t>
            </a:r>
            <a:r>
              <a:rPr lang="x-none" altLang="zh-CN" sz="2400" strike="noStrike" noProof="1">
                <a:solidFill>
                  <a:schemeClr val="tx1"/>
                </a:solidFill>
                <a:latin typeface="Times New Roman" panose="02020603050405020304" charset="0"/>
                <a:ea typeface="宋体" panose="02010600030101010101" pitchFamily="2" charset="-122"/>
                <a:cs typeface="+mn-ea"/>
              </a:rPr>
              <a:t>建立它在处理机上的执行环境，使得</a:t>
            </a:r>
            <a:r>
              <a:rPr lang="zh-CN" altLang="en-US" sz="2400" strike="noStrike" noProof="1">
                <a:solidFill>
                  <a:schemeClr val="tx1"/>
                </a:solidFill>
                <a:latin typeface="Times New Roman" panose="02020603050405020304" charset="0"/>
                <a:ea typeface="宋体" panose="02010600030101010101" pitchFamily="2" charset="-122"/>
                <a:cs typeface="+mn-ea"/>
              </a:rPr>
              <a:t>它</a:t>
            </a:r>
            <a:r>
              <a:rPr lang="x-none" altLang="zh-CN" sz="2400" strike="noStrike" noProof="1">
                <a:solidFill>
                  <a:schemeClr val="tx1"/>
                </a:solidFill>
                <a:latin typeface="Times New Roman" panose="02020603050405020304" charset="0"/>
                <a:ea typeface="宋体" panose="02010600030101010101" pitchFamily="2" charset="-122"/>
                <a:cs typeface="+mn-ea"/>
              </a:rPr>
              <a:t>在</a:t>
            </a:r>
            <a:r>
              <a:rPr lang="zh-CN" altLang="en-US" sz="2400" strike="noStrike" noProof="1">
                <a:solidFill>
                  <a:schemeClr val="tx1"/>
                </a:solidFill>
                <a:latin typeface="Times New Roman" panose="02020603050405020304" charset="0"/>
                <a:ea typeface="宋体" panose="02010600030101010101" pitchFamily="2" charset="-122"/>
                <a:cs typeface="+mn-ea"/>
              </a:rPr>
              <a:t>处理机</a:t>
            </a:r>
            <a:r>
              <a:rPr lang="x-none" altLang="zh-CN" sz="2400" strike="noStrike" noProof="1">
                <a:solidFill>
                  <a:schemeClr val="tx1"/>
                </a:solidFill>
                <a:latin typeface="Times New Roman" panose="02020603050405020304" charset="0"/>
                <a:ea typeface="宋体" panose="02010600030101010101" pitchFamily="2" charset="-122"/>
                <a:cs typeface="+mn-ea"/>
              </a:rPr>
              <a:t>执行</a:t>
            </a:r>
            <a:r>
              <a:rPr lang="zh-CN" altLang="en-US" sz="2400" strike="noStrike" noProof="1">
                <a:solidFill>
                  <a:schemeClr val="tx1"/>
                </a:solidFill>
                <a:latin typeface="Times New Roman" panose="02020603050405020304" charset="0"/>
                <a:ea typeface="宋体" panose="02010600030101010101" pitchFamily="2" charset="-122"/>
                <a:cs typeface="+mn-ea"/>
              </a:rPr>
              <a:t>。           </a:t>
            </a:r>
            <a:endParaRPr lang="zh-CN" altLang="en-US" sz="2400" strike="noStrike" noProof="1">
              <a:solidFill>
                <a:schemeClr val="tx1"/>
              </a:solidFill>
              <a:latin typeface="Times New Roman" panose="02020603050405020304" charset="0"/>
              <a:ea typeface="宋体" panose="02010600030101010101" pitchFamily="2" charset="-122"/>
            </a:endParaRPr>
          </a:p>
        </p:txBody>
      </p:sp>
      <p:sp>
        <p:nvSpPr>
          <p:cNvPr id="122883" name="矩形 122882"/>
          <p:cNvSpPr/>
          <p:nvPr/>
        </p:nvSpPr>
        <p:spPr>
          <a:xfrm>
            <a:off x="157163" y="488315"/>
            <a:ext cx="6475413" cy="607695"/>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buNone/>
            </a:pPr>
            <a:r>
              <a:rPr lang="x-none" altLang="zh-CN" sz="2800" b="1" strike="noStrike" noProof="1" dirty="0">
                <a:solidFill>
                  <a:srgbClr val="990000"/>
                </a:solidFill>
                <a:latin typeface="Times New Roman" panose="02020603050405020304" charset="0"/>
                <a:ea typeface="宋体" panose="02010600030101010101" pitchFamily="2" charset="-122"/>
                <a:cs typeface="+mn-ea"/>
              </a:rPr>
              <a:t>进程</a:t>
            </a:r>
            <a:r>
              <a:rPr lang="zh-CN" altLang="en-US" sz="2800" b="1" strike="noStrike" noProof="1" dirty="0">
                <a:solidFill>
                  <a:srgbClr val="990000"/>
                </a:solidFill>
                <a:latin typeface="Arial" panose="02080604020202020204" pitchFamily="34" charset="0"/>
                <a:ea typeface="宋体" panose="02010600030101010101" pitchFamily="2" charset="-122"/>
                <a:cs typeface="+mn-ea"/>
              </a:rPr>
              <a:t>调度</a:t>
            </a:r>
            <a:endParaRPr lang="zh-CN" altLang="en-US" sz="2800" b="1" strike="noStrike" noProof="1" dirty="0">
              <a:solidFill>
                <a:srgbClr val="990000"/>
              </a:solidFill>
              <a:latin typeface="Arial" panose="02080604020202020204" pitchFamily="34" charset="0"/>
              <a:ea typeface="宋体" panose="02010600030101010101" pitchFamily="2" charset="-122"/>
              <a:cs typeface="+mn-ea"/>
            </a:endParaRPr>
          </a:p>
        </p:txBody>
      </p:sp>
      <p:sp>
        <p:nvSpPr>
          <p:cNvPr id="122884" name="矩形 122883"/>
          <p:cNvSpPr/>
          <p:nvPr/>
        </p:nvSpPr>
        <p:spPr>
          <a:xfrm>
            <a:off x="381000" y="42863"/>
            <a:ext cx="8393113" cy="423545"/>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x-none" sz="2400" strike="noStrike" noProof="1">
                <a:latin typeface="Arial" panose="02080604020202020204" pitchFamily="34" charset="0"/>
                <a:ea typeface="宋体" panose="02010600030101010101" pitchFamily="2" charset="-122"/>
                <a:cs typeface="+mn-ea"/>
              </a:rPr>
              <a:t>处理机</a:t>
            </a:r>
            <a:r>
              <a:rPr lang="zh-CN" altLang="en-US" sz="2400" strike="noStrike" noProof="1">
                <a:latin typeface="Arial" panose="02080604020202020204" pitchFamily="34" charset="0"/>
                <a:ea typeface="宋体" panose="02010600030101010101" pitchFamily="2" charset="-122"/>
                <a:cs typeface="+mn-ea"/>
              </a:rPr>
              <a:t>调度</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122882" grpId="0" build="p"/>
      <p:bldP spid="12288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3906" name="矩形 123905"/>
          <p:cNvSpPr/>
          <p:nvPr/>
        </p:nvSpPr>
        <p:spPr>
          <a:xfrm>
            <a:off x="676275" y="701675"/>
            <a:ext cx="8015288" cy="603250"/>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buNone/>
            </a:pPr>
            <a:r>
              <a:rPr lang="en-US" altLang="zh-CN" sz="2800" b="1" strike="noStrike" noProof="1">
                <a:solidFill>
                  <a:srgbClr val="A50021"/>
                </a:solidFill>
                <a:latin typeface="Times New Roman" panose="02020603050405020304" charset="0"/>
                <a:ea typeface="宋体" panose="02010600030101010101" pitchFamily="2" charset="-122"/>
                <a:cs typeface="+mn-ea"/>
              </a:rPr>
              <a:t>(3) </a:t>
            </a:r>
            <a:r>
              <a:rPr lang="zh-CN" altLang="en-US" sz="2800" b="1" strike="noStrike" noProof="1">
                <a:solidFill>
                  <a:srgbClr val="A50021"/>
                </a:solidFill>
                <a:latin typeface="Times New Roman" panose="02020603050405020304" charset="0"/>
                <a:ea typeface="宋体" panose="02010600030101010101" pitchFamily="2" charset="-122"/>
                <a:cs typeface="+mn-ea"/>
              </a:rPr>
              <a:t>调度</a:t>
            </a:r>
            <a:r>
              <a:rPr lang="x-none" altLang="zh-CN" sz="2800" b="1" strike="noStrike" noProof="1">
                <a:solidFill>
                  <a:srgbClr val="A50021"/>
                </a:solidFill>
                <a:latin typeface="Times New Roman" panose="02020603050405020304" charset="0"/>
                <a:ea typeface="宋体" panose="02010600030101010101" pitchFamily="2" charset="-122"/>
                <a:cs typeface="+mn-ea"/>
              </a:rPr>
              <a:t>/</a:t>
            </a:r>
            <a:r>
              <a:rPr lang="zh-CN" altLang="en-US" sz="2800" b="1" strike="noStrike" noProof="1">
                <a:solidFill>
                  <a:srgbClr val="A50021"/>
                </a:solidFill>
                <a:latin typeface="Times New Roman" panose="02020603050405020304" charset="0"/>
                <a:ea typeface="宋体" panose="02010600030101010101" pitchFamily="2" charset="-122"/>
                <a:cs typeface="+mn-ea"/>
              </a:rPr>
              <a:t>分派结构图</a:t>
            </a:r>
            <a:r>
              <a:rPr lang="zh-CN" altLang="en-US" sz="2000" strike="noStrike" noProof="1">
                <a:solidFill>
                  <a:schemeClr val="tx1"/>
                </a:solidFill>
                <a:latin typeface="Times New Roman" panose="02020603050405020304" charset="0"/>
                <a:ea typeface="宋体" panose="02010600030101010101" pitchFamily="2" charset="-122"/>
                <a:cs typeface="+mn-ea"/>
              </a:rPr>
              <a:t>         </a:t>
            </a:r>
            <a:endParaRPr lang="zh-CN" altLang="en-US" sz="2000" strike="noStrike" noProof="1">
              <a:solidFill>
                <a:schemeClr val="tx1"/>
              </a:solidFill>
              <a:latin typeface="Times New Roman" panose="02020603050405020304" charset="0"/>
              <a:ea typeface="宋体" panose="02010600030101010101" pitchFamily="2" charset="-122"/>
            </a:endParaRPr>
          </a:p>
        </p:txBody>
      </p:sp>
      <p:grpSp>
        <p:nvGrpSpPr>
          <p:cNvPr id="123907" name="组合 123906"/>
          <p:cNvGrpSpPr/>
          <p:nvPr/>
        </p:nvGrpSpPr>
        <p:grpSpPr>
          <a:xfrm>
            <a:off x="452438" y="1649413"/>
            <a:ext cx="7644563" cy="3983037"/>
            <a:chOff x="0" y="0"/>
            <a:chExt cx="4194" cy="2509"/>
          </a:xfrm>
        </p:grpSpPr>
        <p:sp>
          <p:nvSpPr>
            <p:cNvPr id="138243" name="矩形 123907"/>
            <p:cNvSpPr/>
            <p:nvPr/>
          </p:nvSpPr>
          <p:spPr>
            <a:xfrm>
              <a:off x="0" y="1008"/>
              <a:ext cx="624" cy="154"/>
            </a:xfrm>
            <a:prstGeom prst="rect">
              <a:avLst/>
            </a:prstGeom>
            <a:noFill/>
            <a:ln w="9525">
              <a:noFill/>
              <a:miter/>
            </a:ln>
          </p:spPr>
          <p:txBody>
            <a:bodyPr lIns="0" tIns="0" rIns="0" bIns="0" anchor="t">
              <a:spAutoFit/>
            </a:bodyPr>
            <a:p>
              <a:pPr lvl="0"/>
              <a:r>
                <a:rPr lang="en-US" altLang="zh-CN" sz="1600">
                  <a:solidFill>
                    <a:srgbClr val="000000"/>
                  </a:solidFill>
                  <a:latin typeface="Times New Roman" panose="02020603050405020304" charset="0"/>
                  <a:ea typeface="宋体" panose="02010600030101010101" pitchFamily="2" charset="-122"/>
                </a:rPr>
                <a:t>ready_q</a:t>
              </a:r>
              <a:endParaRPr lang="en-US" altLang="zh-CN" sz="1600">
                <a:solidFill>
                  <a:schemeClr val="tx1"/>
                </a:solidFill>
                <a:latin typeface="Times New Roman" panose="02020603050405020304" charset="0"/>
                <a:ea typeface="宋体" panose="02010600030101010101" pitchFamily="2" charset="-122"/>
              </a:endParaRPr>
            </a:p>
          </p:txBody>
        </p:sp>
        <p:sp>
          <p:nvSpPr>
            <p:cNvPr id="138244" name="矩形 123908"/>
            <p:cNvSpPr/>
            <p:nvPr/>
          </p:nvSpPr>
          <p:spPr>
            <a:xfrm>
              <a:off x="1263" y="0"/>
              <a:ext cx="2049" cy="599"/>
            </a:xfrm>
            <a:prstGeom prst="rect">
              <a:avLst/>
            </a:prstGeom>
            <a:noFill/>
            <a:ln w="19050" cap="flat" cmpd="sng">
              <a:solidFill>
                <a:srgbClr val="000000"/>
              </a:solidFill>
              <a:prstDash val="solid"/>
              <a:miter/>
              <a:headEnd type="none" w="med" len="med"/>
              <a:tailEnd type="none" w="med" len="med"/>
            </a:ln>
          </p:spPr>
          <p:txBody>
            <a:bodyPr anchor="t"/>
            <a:p>
              <a:pPr marL="914400" lvl="0" indent="-340995" algn="ctr">
                <a:lnSpc>
                  <a:spcPct val="120000"/>
                </a:lnSpc>
                <a:buClr>
                  <a:schemeClr val="tx2"/>
                </a:buClr>
                <a:buSzPct val="95000"/>
                <a:buFont typeface="Wingdings" panose="05000000000000000000" pitchFamily="2" charset="2"/>
                <a:buBlip>
                  <a:blip r:embed="rId1"/>
                </a:buBlip>
              </a:pPr>
              <a:endParaRPr lang="zh-CN" altLang="en-US" sz="3200" b="0" dirty="0">
                <a:latin typeface="Arial" panose="02080604020202020204" pitchFamily="34" charset="0"/>
                <a:ea typeface="宋体" panose="02010600030101010101" pitchFamily="2" charset="-122"/>
              </a:endParaRPr>
            </a:p>
          </p:txBody>
        </p:sp>
        <p:sp>
          <p:nvSpPr>
            <p:cNvPr id="138245" name="矩形 123909"/>
            <p:cNvSpPr/>
            <p:nvPr/>
          </p:nvSpPr>
          <p:spPr>
            <a:xfrm>
              <a:off x="1645" y="48"/>
              <a:ext cx="1154" cy="154"/>
            </a:xfrm>
            <a:prstGeom prst="rect">
              <a:avLst/>
            </a:prstGeom>
            <a:noFill/>
            <a:ln w="9525">
              <a:noFill/>
              <a:miter/>
            </a:ln>
          </p:spPr>
          <p:txBody>
            <a:bodyPr wrap="square" lIns="0" tIns="0" rIns="0" bIns="0" anchor="t">
              <a:spAutoFit/>
            </a:bodyPr>
            <a:p>
              <a:pPr lvl="0"/>
              <a:r>
                <a:rPr lang="zh-CN" altLang="en-US" sz="1600">
                  <a:solidFill>
                    <a:srgbClr val="000000"/>
                  </a:solidFill>
                  <a:latin typeface="Times New Roman" panose="02020603050405020304" charset="0"/>
                  <a:ea typeface="宋体" panose="02010600030101010101" pitchFamily="2" charset="-122"/>
                </a:rPr>
                <a:t>        </a:t>
              </a:r>
              <a:r>
                <a:rPr lang="en-US" altLang="zh-CN" sz="1600">
                  <a:solidFill>
                    <a:srgbClr val="000000"/>
                  </a:solidFill>
                  <a:latin typeface="Times New Roman" panose="02020603050405020304" charset="0"/>
                  <a:ea typeface="宋体" panose="02010600030101010101" pitchFamily="2" charset="-122"/>
                </a:rPr>
                <a:t>scheduler</a:t>
              </a:r>
              <a:endParaRPr lang="en-US" altLang="zh-CN" sz="1600">
                <a:solidFill>
                  <a:schemeClr val="tx1"/>
                </a:solidFill>
                <a:latin typeface="Times New Roman" panose="02020603050405020304" charset="0"/>
                <a:ea typeface="宋体" panose="02010600030101010101" pitchFamily="2" charset="-122"/>
              </a:endParaRPr>
            </a:p>
          </p:txBody>
        </p:sp>
        <p:sp>
          <p:nvSpPr>
            <p:cNvPr id="138246" name="矩形 123910"/>
            <p:cNvSpPr/>
            <p:nvPr/>
          </p:nvSpPr>
          <p:spPr>
            <a:xfrm>
              <a:off x="1303" y="336"/>
              <a:ext cx="2004" cy="155"/>
            </a:xfrm>
            <a:prstGeom prst="rect">
              <a:avLst/>
            </a:prstGeom>
            <a:noFill/>
            <a:ln w="9525">
              <a:noFill/>
              <a:miter/>
            </a:ln>
          </p:spPr>
          <p:txBody>
            <a:bodyPr wrap="square" lIns="0" tIns="0" rIns="0" bIns="0" anchor="t">
              <a:spAutoFit/>
            </a:bodyPr>
            <a:p>
              <a:pPr lvl="0"/>
              <a:r>
                <a:rPr lang="zh-CN" altLang="en-US" sz="1600">
                  <a:solidFill>
                    <a:srgbClr val="000000"/>
                  </a:solidFill>
                  <a:latin typeface="Times New Roman" panose="02020603050405020304" charset="0"/>
                  <a:ea typeface="宋体" panose="02010600030101010101" pitchFamily="2" charset="-122"/>
                </a:rPr>
                <a:t>    </a:t>
              </a:r>
              <a:r>
                <a:rPr lang="zh-CN" altLang="zh-CN" sz="1600">
                  <a:solidFill>
                    <a:srgbClr val="000000"/>
                  </a:solidFill>
                  <a:latin typeface="Times New Roman" panose="02020603050405020304" charset="0"/>
                  <a:ea typeface="宋体" panose="02010600030101010101" pitchFamily="2" charset="-122"/>
                </a:rPr>
                <a:t>susp</a:t>
              </a:r>
              <a:r>
                <a:rPr lang="en-US" altLang="zh-CN" sz="1600">
                  <a:solidFill>
                    <a:srgbClr val="000000"/>
                  </a:solidFill>
                  <a:latin typeface="Times New Roman" panose="02020603050405020304" charset="0"/>
                  <a:ea typeface="宋体" panose="02010600030101010101" pitchFamily="2" charset="-122"/>
                </a:rPr>
                <a:t>      wakeup        receive   </a:t>
              </a:r>
              <a:endParaRPr lang="en-US" altLang="zh-CN" sz="1600">
                <a:solidFill>
                  <a:schemeClr val="tx1"/>
                </a:solidFill>
                <a:latin typeface="Times New Roman" panose="02020603050405020304" charset="0"/>
                <a:ea typeface="宋体" panose="02010600030101010101" pitchFamily="2" charset="-122"/>
              </a:endParaRPr>
            </a:p>
          </p:txBody>
        </p:sp>
        <p:sp>
          <p:nvSpPr>
            <p:cNvPr id="138247" name="矩形 123911"/>
            <p:cNvSpPr/>
            <p:nvPr/>
          </p:nvSpPr>
          <p:spPr>
            <a:xfrm>
              <a:off x="2973" y="372"/>
              <a:ext cx="128" cy="155"/>
            </a:xfrm>
            <a:prstGeom prst="rect">
              <a:avLst/>
            </a:prstGeom>
            <a:noFill/>
            <a:ln w="9525">
              <a:noFill/>
              <a:miter/>
            </a:ln>
          </p:spPr>
          <p:txBody>
            <a:bodyPr wrap="square" lIns="0" tIns="0" rIns="0" bIns="0" anchor="t">
              <a:spAutoFit/>
            </a:bodyPr>
            <a:p>
              <a:pPr lvl="0"/>
              <a:r>
                <a:rPr lang="en-US" altLang="zh-CN" sz="1600">
                  <a:solidFill>
                    <a:srgbClr val="000000"/>
                  </a:solidFill>
                  <a:latin typeface="MT Extra" panose="05050102010205020202" pitchFamily="18" charset="2"/>
                  <a:ea typeface="宋体" panose="02010600030101010101" pitchFamily="2" charset="-122"/>
                </a:rPr>
                <a:t>...</a:t>
              </a:r>
              <a:endParaRPr lang="zh-CN" altLang="en-US" sz="1600">
                <a:solidFill>
                  <a:srgbClr val="000000"/>
                </a:solidFill>
                <a:latin typeface="MT Extra" panose="05050102010205020202" pitchFamily="18" charset="2"/>
                <a:ea typeface="宋体" panose="02010600030101010101" pitchFamily="2" charset="-122"/>
              </a:endParaRPr>
            </a:p>
          </p:txBody>
        </p:sp>
        <p:grpSp>
          <p:nvGrpSpPr>
            <p:cNvPr id="138248" name="组合 123912"/>
            <p:cNvGrpSpPr/>
            <p:nvPr/>
          </p:nvGrpSpPr>
          <p:grpSpPr>
            <a:xfrm>
              <a:off x="3504" y="960"/>
              <a:ext cx="368" cy="343"/>
              <a:chOff x="0" y="0"/>
              <a:chExt cx="368" cy="343"/>
            </a:xfrm>
          </p:grpSpPr>
          <p:sp>
            <p:nvSpPr>
              <p:cNvPr id="138249" name="椭圆 123913"/>
              <p:cNvSpPr/>
              <p:nvPr/>
            </p:nvSpPr>
            <p:spPr>
              <a:xfrm>
                <a:off x="0" y="0"/>
                <a:ext cx="368" cy="343"/>
              </a:xfrm>
              <a:prstGeom prst="ellipse">
                <a:avLst/>
              </a:prstGeom>
              <a:noFill/>
              <a:ln w="19050" cap="flat" cmpd="sng">
                <a:solidFill>
                  <a:srgbClr val="000000"/>
                </a:solidFill>
                <a:prstDash val="solid"/>
                <a:round/>
                <a:headEnd type="none" w="med" len="med"/>
                <a:tailEnd type="none" w="med" len="med"/>
              </a:ln>
            </p:spPr>
            <p:txBody>
              <a:bodyPr anchor="t"/>
              <a:p>
                <a:pPr lvl="0" algn="ctr"/>
                <a:endParaRPr lang="zh-CN" altLang="en-US" dirty="0">
                  <a:latin typeface="Arial" panose="02080604020202020204" pitchFamily="34" charset="0"/>
                  <a:ea typeface="宋体" panose="02010600030101010101" pitchFamily="2" charset="-122"/>
                </a:endParaRPr>
              </a:p>
            </p:txBody>
          </p:sp>
          <p:sp>
            <p:nvSpPr>
              <p:cNvPr id="138250" name="矩形 123914"/>
              <p:cNvSpPr/>
              <p:nvPr/>
            </p:nvSpPr>
            <p:spPr>
              <a:xfrm>
                <a:off x="0" y="0"/>
                <a:ext cx="259" cy="180"/>
              </a:xfrm>
              <a:prstGeom prst="rect">
                <a:avLst/>
              </a:prstGeom>
              <a:noFill/>
              <a:ln w="9525">
                <a:noFill/>
                <a:miter/>
              </a:ln>
            </p:spPr>
            <p:txBody>
              <a:bodyPr anchor="t"/>
              <a:p>
                <a:pPr lvl="0" algn="ctr"/>
                <a:endParaRPr lang="zh-CN" altLang="en-US" dirty="0">
                  <a:latin typeface="Arial" panose="02080604020202020204" pitchFamily="34" charset="0"/>
                  <a:ea typeface="宋体" panose="02010600030101010101" pitchFamily="2" charset="-122"/>
                </a:endParaRPr>
              </a:p>
            </p:txBody>
          </p:sp>
          <p:sp>
            <p:nvSpPr>
              <p:cNvPr id="138251" name="矩形 123915"/>
              <p:cNvSpPr/>
              <p:nvPr/>
            </p:nvSpPr>
            <p:spPr>
              <a:xfrm>
                <a:off x="57" y="55"/>
                <a:ext cx="311" cy="154"/>
              </a:xfrm>
              <a:prstGeom prst="rect">
                <a:avLst/>
              </a:prstGeom>
              <a:noFill/>
              <a:ln w="9525">
                <a:noFill/>
                <a:miter/>
              </a:ln>
            </p:spPr>
            <p:txBody>
              <a:bodyPr lIns="0" tIns="0" rIns="0" bIns="0" anchor="t">
                <a:spAutoFit/>
              </a:bodyPr>
              <a:p>
                <a:pPr lvl="0"/>
                <a:r>
                  <a:rPr lang="en-US" altLang="zh-CN" sz="1600">
                    <a:solidFill>
                      <a:srgbClr val="000000"/>
                    </a:solidFill>
                    <a:latin typeface="Times New Roman" panose="02020603050405020304" charset="0"/>
                    <a:ea typeface="宋体" panose="02010600030101010101" pitchFamily="2" charset="-122"/>
                  </a:rPr>
                  <a:t>pcb</a:t>
                </a:r>
                <a:r>
                  <a:rPr lang="en-US" altLang="zh-CN" sz="1600" baseline="-25000">
                    <a:solidFill>
                      <a:srgbClr val="000000"/>
                    </a:solidFill>
                    <a:latin typeface="Times New Roman" panose="02020603050405020304" charset="0"/>
                    <a:ea typeface="宋体" panose="02010600030101010101" pitchFamily="2" charset="-122"/>
                  </a:rPr>
                  <a:t>6</a:t>
                </a:r>
                <a:endParaRPr lang="en-US" altLang="zh-CN" sz="1600">
                  <a:solidFill>
                    <a:schemeClr val="tx1"/>
                  </a:solidFill>
                  <a:latin typeface="Times New Roman" panose="02020603050405020304" charset="0"/>
                  <a:ea typeface="宋体" panose="02010600030101010101" pitchFamily="2" charset="-122"/>
                </a:endParaRPr>
              </a:p>
            </p:txBody>
          </p:sp>
        </p:grpSp>
        <p:sp>
          <p:nvSpPr>
            <p:cNvPr id="138253" name="椭圆 123917"/>
            <p:cNvSpPr/>
            <p:nvPr/>
          </p:nvSpPr>
          <p:spPr>
            <a:xfrm>
              <a:off x="2800" y="960"/>
              <a:ext cx="368" cy="343"/>
            </a:xfrm>
            <a:prstGeom prst="ellipse">
              <a:avLst/>
            </a:prstGeom>
            <a:noFill/>
            <a:ln w="19050" cap="flat" cmpd="sng">
              <a:solidFill>
                <a:srgbClr val="000000"/>
              </a:solidFill>
              <a:prstDash val="solid"/>
              <a:round/>
              <a:headEnd type="none" w="med" len="med"/>
              <a:tailEnd type="none" w="med" len="med"/>
            </a:ln>
          </p:spPr>
          <p:txBody>
            <a:bodyPr anchor="t"/>
            <a:p>
              <a:pPr marL="914400" lvl="0" indent="-340995" algn="ctr">
                <a:lnSpc>
                  <a:spcPct val="120000"/>
                </a:lnSpc>
                <a:buClr>
                  <a:schemeClr val="tx2"/>
                </a:buClr>
                <a:buSzPct val="95000"/>
                <a:buFont typeface="Wingdings" panose="05000000000000000000" pitchFamily="2" charset="2"/>
                <a:buBlip>
                  <a:blip r:embed="rId1"/>
                </a:buBlip>
              </a:pPr>
              <a:endParaRPr lang="zh-CN" altLang="en-US" sz="3200" b="0" dirty="0">
                <a:latin typeface="Arial" panose="02080604020202020204" pitchFamily="34" charset="0"/>
                <a:ea typeface="宋体" panose="02010600030101010101" pitchFamily="2" charset="-122"/>
              </a:endParaRPr>
            </a:p>
          </p:txBody>
        </p:sp>
        <p:sp>
          <p:nvSpPr>
            <p:cNvPr id="138254" name="矩形 123918"/>
            <p:cNvSpPr/>
            <p:nvPr/>
          </p:nvSpPr>
          <p:spPr>
            <a:xfrm>
              <a:off x="2800" y="960"/>
              <a:ext cx="259" cy="180"/>
            </a:xfrm>
            <a:prstGeom prst="rect">
              <a:avLst/>
            </a:prstGeom>
            <a:noFill/>
            <a:ln w="9525">
              <a:noFill/>
              <a:miter/>
            </a:ln>
          </p:spPr>
          <p:txBody>
            <a:bodyPr anchor="t"/>
            <a:p>
              <a:pPr marL="914400" lvl="0" indent="-340995" algn="ctr">
                <a:lnSpc>
                  <a:spcPct val="120000"/>
                </a:lnSpc>
                <a:buClr>
                  <a:schemeClr val="tx2"/>
                </a:buClr>
                <a:buSzPct val="95000"/>
                <a:buFont typeface="Wingdings" panose="05000000000000000000" pitchFamily="2" charset="2"/>
                <a:buBlip>
                  <a:blip r:embed="rId1"/>
                </a:buBlip>
              </a:pPr>
              <a:endParaRPr lang="zh-CN" altLang="en-US" sz="3200" b="0" dirty="0">
                <a:latin typeface="Arial" panose="02080604020202020204" pitchFamily="34" charset="0"/>
                <a:ea typeface="宋体" panose="02010600030101010101" pitchFamily="2" charset="-122"/>
              </a:endParaRPr>
            </a:p>
          </p:txBody>
        </p:sp>
        <p:sp>
          <p:nvSpPr>
            <p:cNvPr id="138255" name="矩形 123919"/>
            <p:cNvSpPr/>
            <p:nvPr/>
          </p:nvSpPr>
          <p:spPr>
            <a:xfrm>
              <a:off x="2857" y="1015"/>
              <a:ext cx="311" cy="154"/>
            </a:xfrm>
            <a:prstGeom prst="rect">
              <a:avLst/>
            </a:prstGeom>
            <a:noFill/>
            <a:ln w="9525">
              <a:noFill/>
              <a:miter/>
            </a:ln>
          </p:spPr>
          <p:txBody>
            <a:bodyPr lIns="0" tIns="0" rIns="0" bIns="0" anchor="t">
              <a:spAutoFit/>
            </a:bodyPr>
            <a:p>
              <a:pPr lvl="0"/>
              <a:r>
                <a:rPr lang="en-US" altLang="zh-CN" sz="1600">
                  <a:solidFill>
                    <a:srgbClr val="000000"/>
                  </a:solidFill>
                  <a:latin typeface="Times New Roman" panose="02020603050405020304" charset="0"/>
                  <a:ea typeface="宋体" panose="02010600030101010101" pitchFamily="2" charset="-122"/>
                </a:rPr>
                <a:t>pcb</a:t>
              </a:r>
              <a:r>
                <a:rPr lang="en-US" altLang="zh-CN" sz="1600" baseline="-25000">
                  <a:solidFill>
                    <a:srgbClr val="000000"/>
                  </a:solidFill>
                  <a:latin typeface="Times New Roman" panose="02020603050405020304" charset="0"/>
                  <a:ea typeface="宋体" panose="02010600030101010101" pitchFamily="2" charset="-122"/>
                </a:rPr>
                <a:t>4</a:t>
              </a:r>
              <a:endParaRPr lang="en-US" altLang="zh-CN" sz="1600">
                <a:solidFill>
                  <a:schemeClr val="tx1"/>
                </a:solidFill>
                <a:latin typeface="Times New Roman" panose="02020603050405020304" charset="0"/>
                <a:ea typeface="宋体" panose="02010600030101010101" pitchFamily="2" charset="-122"/>
              </a:endParaRPr>
            </a:p>
          </p:txBody>
        </p:sp>
        <p:sp>
          <p:nvSpPr>
            <p:cNvPr id="138256" name="椭圆 123920"/>
            <p:cNvSpPr/>
            <p:nvPr/>
          </p:nvSpPr>
          <p:spPr>
            <a:xfrm>
              <a:off x="2064" y="960"/>
              <a:ext cx="368" cy="343"/>
            </a:xfrm>
            <a:prstGeom prst="ellipse">
              <a:avLst/>
            </a:prstGeom>
            <a:noFill/>
            <a:ln w="19050" cap="flat" cmpd="sng">
              <a:solidFill>
                <a:srgbClr val="000000"/>
              </a:solidFill>
              <a:prstDash val="solid"/>
              <a:round/>
              <a:headEnd type="none" w="med" len="med"/>
              <a:tailEnd type="none" w="med" len="med"/>
            </a:ln>
          </p:spPr>
          <p:txBody>
            <a:bodyPr anchor="t"/>
            <a:p>
              <a:pPr marL="914400" lvl="0" indent="-340995" algn="ctr">
                <a:lnSpc>
                  <a:spcPct val="120000"/>
                </a:lnSpc>
                <a:buClr>
                  <a:schemeClr val="tx2"/>
                </a:buClr>
                <a:buSzPct val="95000"/>
                <a:buFont typeface="Wingdings" panose="05000000000000000000" pitchFamily="2" charset="2"/>
                <a:buBlip>
                  <a:blip r:embed="rId1"/>
                </a:buBlip>
              </a:pPr>
              <a:endParaRPr lang="zh-CN" altLang="en-US" sz="3200" b="0" dirty="0">
                <a:latin typeface="Arial" panose="02080604020202020204" pitchFamily="34" charset="0"/>
                <a:ea typeface="宋体" panose="02010600030101010101" pitchFamily="2" charset="-122"/>
              </a:endParaRPr>
            </a:p>
          </p:txBody>
        </p:sp>
        <p:sp>
          <p:nvSpPr>
            <p:cNvPr id="138257" name="矩形 123921"/>
            <p:cNvSpPr/>
            <p:nvPr/>
          </p:nvSpPr>
          <p:spPr>
            <a:xfrm>
              <a:off x="2064" y="960"/>
              <a:ext cx="259" cy="180"/>
            </a:xfrm>
            <a:prstGeom prst="rect">
              <a:avLst/>
            </a:prstGeom>
            <a:noFill/>
            <a:ln w="9525">
              <a:noFill/>
              <a:miter/>
            </a:ln>
          </p:spPr>
          <p:txBody>
            <a:bodyPr anchor="t"/>
            <a:p>
              <a:pPr marL="914400" lvl="0" indent="-340995" algn="ctr">
                <a:lnSpc>
                  <a:spcPct val="120000"/>
                </a:lnSpc>
                <a:buClr>
                  <a:schemeClr val="tx2"/>
                </a:buClr>
                <a:buSzPct val="95000"/>
                <a:buFont typeface="Wingdings" panose="05000000000000000000" pitchFamily="2" charset="2"/>
                <a:buBlip>
                  <a:blip r:embed="rId1"/>
                </a:buBlip>
              </a:pPr>
              <a:endParaRPr lang="zh-CN" altLang="en-US" sz="3200" b="0" dirty="0">
                <a:latin typeface="Arial" panose="02080604020202020204" pitchFamily="34" charset="0"/>
                <a:ea typeface="宋体" panose="02010600030101010101" pitchFamily="2" charset="-122"/>
              </a:endParaRPr>
            </a:p>
          </p:txBody>
        </p:sp>
        <p:sp>
          <p:nvSpPr>
            <p:cNvPr id="138258" name="矩形 123922"/>
            <p:cNvSpPr/>
            <p:nvPr/>
          </p:nvSpPr>
          <p:spPr>
            <a:xfrm>
              <a:off x="2121" y="1015"/>
              <a:ext cx="311" cy="154"/>
            </a:xfrm>
            <a:prstGeom prst="rect">
              <a:avLst/>
            </a:prstGeom>
            <a:noFill/>
            <a:ln w="9525">
              <a:noFill/>
              <a:miter/>
            </a:ln>
          </p:spPr>
          <p:txBody>
            <a:bodyPr lIns="0" tIns="0" rIns="0" bIns="0" anchor="t">
              <a:spAutoFit/>
            </a:bodyPr>
            <a:p>
              <a:pPr lvl="0"/>
              <a:r>
                <a:rPr lang="en-US" altLang="zh-CN" sz="1600">
                  <a:solidFill>
                    <a:srgbClr val="000000"/>
                  </a:solidFill>
                  <a:latin typeface="Times New Roman" panose="02020603050405020304" charset="0"/>
                  <a:ea typeface="宋体" panose="02010600030101010101" pitchFamily="2" charset="-122"/>
                </a:rPr>
                <a:t>pcb</a:t>
              </a:r>
              <a:r>
                <a:rPr lang="en-US" altLang="zh-CN" sz="1600" baseline="-25000">
                  <a:solidFill>
                    <a:srgbClr val="000000"/>
                  </a:solidFill>
                  <a:latin typeface="Times New Roman" panose="02020603050405020304" charset="0"/>
                  <a:ea typeface="宋体" panose="02010600030101010101" pitchFamily="2" charset="-122"/>
                </a:rPr>
                <a:t>3</a:t>
              </a:r>
              <a:endParaRPr lang="en-US" altLang="zh-CN" sz="1600">
                <a:solidFill>
                  <a:schemeClr val="tx1"/>
                </a:solidFill>
                <a:latin typeface="Times New Roman" panose="02020603050405020304" charset="0"/>
                <a:ea typeface="宋体" panose="02010600030101010101" pitchFamily="2" charset="-122"/>
              </a:endParaRPr>
            </a:p>
          </p:txBody>
        </p:sp>
        <p:sp>
          <p:nvSpPr>
            <p:cNvPr id="138259" name="椭圆 123923"/>
            <p:cNvSpPr/>
            <p:nvPr/>
          </p:nvSpPr>
          <p:spPr>
            <a:xfrm>
              <a:off x="1344" y="960"/>
              <a:ext cx="368" cy="343"/>
            </a:xfrm>
            <a:prstGeom prst="ellipse">
              <a:avLst/>
            </a:prstGeom>
            <a:noFill/>
            <a:ln w="19050" cap="flat" cmpd="sng">
              <a:solidFill>
                <a:srgbClr val="000000"/>
              </a:solidFill>
              <a:prstDash val="solid"/>
              <a:round/>
              <a:headEnd type="none" w="med" len="med"/>
              <a:tailEnd type="none" w="med" len="med"/>
            </a:ln>
          </p:spPr>
          <p:txBody>
            <a:bodyPr anchor="t"/>
            <a:p>
              <a:pPr marL="914400" lvl="0" indent="-340995" algn="ctr">
                <a:lnSpc>
                  <a:spcPct val="120000"/>
                </a:lnSpc>
                <a:buClr>
                  <a:schemeClr val="tx2"/>
                </a:buClr>
                <a:buSzPct val="95000"/>
                <a:buFont typeface="Wingdings" panose="05000000000000000000" pitchFamily="2" charset="2"/>
                <a:buBlip>
                  <a:blip r:embed="rId1"/>
                </a:buBlip>
              </a:pPr>
              <a:endParaRPr lang="zh-CN" altLang="en-US" sz="3200" b="0" dirty="0">
                <a:latin typeface="Arial" panose="02080604020202020204" pitchFamily="34" charset="0"/>
                <a:ea typeface="宋体" panose="02010600030101010101" pitchFamily="2" charset="-122"/>
              </a:endParaRPr>
            </a:p>
          </p:txBody>
        </p:sp>
        <p:sp>
          <p:nvSpPr>
            <p:cNvPr id="138260" name="矩形 123924"/>
            <p:cNvSpPr/>
            <p:nvPr/>
          </p:nvSpPr>
          <p:spPr>
            <a:xfrm>
              <a:off x="1344" y="960"/>
              <a:ext cx="259" cy="180"/>
            </a:xfrm>
            <a:prstGeom prst="rect">
              <a:avLst/>
            </a:prstGeom>
            <a:noFill/>
            <a:ln w="9525">
              <a:noFill/>
              <a:miter/>
            </a:ln>
          </p:spPr>
          <p:txBody>
            <a:bodyPr anchor="t"/>
            <a:p>
              <a:pPr marL="914400" lvl="0" indent="-340995" algn="ctr">
                <a:lnSpc>
                  <a:spcPct val="120000"/>
                </a:lnSpc>
                <a:buClr>
                  <a:schemeClr val="tx2"/>
                </a:buClr>
                <a:buSzPct val="95000"/>
                <a:buFont typeface="Wingdings" panose="05000000000000000000" pitchFamily="2" charset="2"/>
                <a:buBlip>
                  <a:blip r:embed="rId1"/>
                </a:buBlip>
              </a:pPr>
              <a:endParaRPr lang="zh-CN" altLang="en-US" sz="3200" b="0" dirty="0">
                <a:latin typeface="Arial" panose="02080604020202020204" pitchFamily="34" charset="0"/>
                <a:ea typeface="宋体" panose="02010600030101010101" pitchFamily="2" charset="-122"/>
              </a:endParaRPr>
            </a:p>
          </p:txBody>
        </p:sp>
        <p:sp>
          <p:nvSpPr>
            <p:cNvPr id="138261" name="矩形 123925"/>
            <p:cNvSpPr/>
            <p:nvPr/>
          </p:nvSpPr>
          <p:spPr>
            <a:xfrm>
              <a:off x="1401" y="1015"/>
              <a:ext cx="311" cy="154"/>
            </a:xfrm>
            <a:prstGeom prst="rect">
              <a:avLst/>
            </a:prstGeom>
            <a:noFill/>
            <a:ln w="9525">
              <a:noFill/>
              <a:miter/>
            </a:ln>
          </p:spPr>
          <p:txBody>
            <a:bodyPr lIns="0" tIns="0" rIns="0" bIns="0" anchor="t">
              <a:spAutoFit/>
            </a:bodyPr>
            <a:p>
              <a:pPr lvl="0"/>
              <a:r>
                <a:rPr lang="en-US" altLang="zh-CN" sz="1600">
                  <a:solidFill>
                    <a:srgbClr val="000000"/>
                  </a:solidFill>
                  <a:latin typeface="Times New Roman" panose="02020603050405020304" charset="0"/>
                  <a:ea typeface="宋体" panose="02010600030101010101" pitchFamily="2" charset="-122"/>
                </a:rPr>
                <a:t>pcb</a:t>
              </a:r>
              <a:r>
                <a:rPr lang="en-US" altLang="zh-CN" sz="1600" baseline="-25000">
                  <a:solidFill>
                    <a:srgbClr val="000000"/>
                  </a:solidFill>
                  <a:latin typeface="Times New Roman" panose="02020603050405020304" charset="0"/>
                  <a:ea typeface="宋体" panose="02010600030101010101" pitchFamily="2" charset="-122"/>
                </a:rPr>
                <a:t>2</a:t>
              </a:r>
              <a:endParaRPr lang="en-US" altLang="zh-CN" sz="1600">
                <a:solidFill>
                  <a:schemeClr val="tx1"/>
                </a:solidFill>
                <a:latin typeface="Times New Roman" panose="02020603050405020304" charset="0"/>
                <a:ea typeface="宋体" panose="02010600030101010101" pitchFamily="2" charset="-122"/>
              </a:endParaRPr>
            </a:p>
          </p:txBody>
        </p:sp>
        <p:sp>
          <p:nvSpPr>
            <p:cNvPr id="138262" name="椭圆 123926"/>
            <p:cNvSpPr/>
            <p:nvPr/>
          </p:nvSpPr>
          <p:spPr>
            <a:xfrm>
              <a:off x="624" y="960"/>
              <a:ext cx="368" cy="343"/>
            </a:xfrm>
            <a:prstGeom prst="ellipse">
              <a:avLst/>
            </a:prstGeom>
            <a:noFill/>
            <a:ln w="19050" cap="flat" cmpd="sng">
              <a:solidFill>
                <a:srgbClr val="000000"/>
              </a:solidFill>
              <a:prstDash val="solid"/>
              <a:round/>
              <a:headEnd type="none" w="med" len="med"/>
              <a:tailEnd type="none" w="med" len="med"/>
            </a:ln>
          </p:spPr>
          <p:txBody>
            <a:bodyPr anchor="t"/>
            <a:p>
              <a:pPr marL="914400" lvl="0" indent="-340995" algn="ctr">
                <a:lnSpc>
                  <a:spcPct val="120000"/>
                </a:lnSpc>
                <a:buClr>
                  <a:schemeClr val="tx2"/>
                </a:buClr>
                <a:buSzPct val="95000"/>
                <a:buFont typeface="Wingdings" panose="05000000000000000000" pitchFamily="2" charset="2"/>
                <a:buBlip>
                  <a:blip r:embed="rId1"/>
                </a:buBlip>
              </a:pPr>
              <a:endParaRPr lang="zh-CN" altLang="en-US" sz="3200" b="0" dirty="0">
                <a:latin typeface="Arial" panose="02080604020202020204" pitchFamily="34" charset="0"/>
                <a:ea typeface="宋体" panose="02010600030101010101" pitchFamily="2" charset="-122"/>
              </a:endParaRPr>
            </a:p>
          </p:txBody>
        </p:sp>
        <p:sp>
          <p:nvSpPr>
            <p:cNvPr id="138263" name="矩形 123927"/>
            <p:cNvSpPr/>
            <p:nvPr/>
          </p:nvSpPr>
          <p:spPr>
            <a:xfrm>
              <a:off x="624" y="960"/>
              <a:ext cx="259" cy="180"/>
            </a:xfrm>
            <a:prstGeom prst="rect">
              <a:avLst/>
            </a:prstGeom>
            <a:noFill/>
            <a:ln w="9525">
              <a:noFill/>
              <a:miter/>
            </a:ln>
          </p:spPr>
          <p:txBody>
            <a:bodyPr anchor="t"/>
            <a:p>
              <a:pPr marL="914400" lvl="0" indent="-340995" algn="ctr">
                <a:lnSpc>
                  <a:spcPct val="120000"/>
                </a:lnSpc>
                <a:buClr>
                  <a:schemeClr val="tx2"/>
                </a:buClr>
                <a:buSzPct val="95000"/>
                <a:buFont typeface="Wingdings" panose="05000000000000000000" pitchFamily="2" charset="2"/>
                <a:buBlip>
                  <a:blip r:embed="rId1"/>
                </a:buBlip>
              </a:pPr>
              <a:endParaRPr lang="zh-CN" altLang="en-US" sz="3200" b="0" dirty="0">
                <a:latin typeface="Arial" panose="02080604020202020204" pitchFamily="34" charset="0"/>
                <a:ea typeface="宋体" panose="02010600030101010101" pitchFamily="2" charset="-122"/>
              </a:endParaRPr>
            </a:p>
          </p:txBody>
        </p:sp>
        <p:sp>
          <p:nvSpPr>
            <p:cNvPr id="138264" name="矩形 123928"/>
            <p:cNvSpPr/>
            <p:nvPr/>
          </p:nvSpPr>
          <p:spPr>
            <a:xfrm>
              <a:off x="681" y="1015"/>
              <a:ext cx="311" cy="154"/>
            </a:xfrm>
            <a:prstGeom prst="rect">
              <a:avLst/>
            </a:prstGeom>
            <a:noFill/>
            <a:ln w="9525">
              <a:noFill/>
              <a:miter/>
            </a:ln>
          </p:spPr>
          <p:txBody>
            <a:bodyPr lIns="0" tIns="0" rIns="0" bIns="0" anchor="t">
              <a:spAutoFit/>
            </a:bodyPr>
            <a:p>
              <a:pPr lvl="0"/>
              <a:r>
                <a:rPr lang="en-US" altLang="zh-CN" sz="1600">
                  <a:solidFill>
                    <a:srgbClr val="000000"/>
                  </a:solidFill>
                  <a:latin typeface="Times New Roman" panose="02020603050405020304" charset="0"/>
                  <a:ea typeface="宋体" panose="02010600030101010101" pitchFamily="2" charset="-122"/>
                </a:rPr>
                <a:t>pcb</a:t>
              </a:r>
              <a:r>
                <a:rPr lang="en-US" altLang="zh-CN" sz="1600" baseline="-25000">
                  <a:solidFill>
                    <a:srgbClr val="000000"/>
                  </a:solidFill>
                  <a:latin typeface="Times New Roman" panose="02020603050405020304" charset="0"/>
                  <a:ea typeface="宋体" panose="02010600030101010101" pitchFamily="2" charset="-122"/>
                </a:rPr>
                <a:t>1</a:t>
              </a:r>
              <a:endParaRPr lang="en-US" altLang="zh-CN" sz="1600">
                <a:solidFill>
                  <a:schemeClr val="tx1"/>
                </a:solidFill>
                <a:latin typeface="Times New Roman" panose="02020603050405020304" charset="0"/>
                <a:ea typeface="宋体" panose="02010600030101010101" pitchFamily="2" charset="-122"/>
              </a:endParaRPr>
            </a:p>
          </p:txBody>
        </p:sp>
        <p:sp>
          <p:nvSpPr>
            <p:cNvPr id="138265" name="直接连接符 123929"/>
            <p:cNvSpPr/>
            <p:nvPr/>
          </p:nvSpPr>
          <p:spPr>
            <a:xfrm>
              <a:off x="1248" y="288"/>
              <a:ext cx="2064" cy="0"/>
            </a:xfrm>
            <a:prstGeom prst="line">
              <a:avLst/>
            </a:prstGeom>
            <a:ln w="19050" cap="flat" cmpd="sng">
              <a:solidFill>
                <a:schemeClr val="tx1"/>
              </a:solidFill>
              <a:prstDash val="solid"/>
              <a:round/>
              <a:headEnd type="none" w="med" len="med"/>
              <a:tailEnd type="none" w="med" len="med"/>
            </a:ln>
          </p:spPr>
          <p:txBody>
            <a:bodyPr anchor="t"/>
            <a:p>
              <a:pPr lvl="0"/>
              <a:endParaRPr lang="zh-CN" altLang="en-US">
                <a:latin typeface="Arial" panose="02080604020202020204" pitchFamily="34" charset="0"/>
                <a:ea typeface="宋体" panose="02010600030101010101" pitchFamily="2" charset="-122"/>
              </a:endParaRPr>
            </a:p>
          </p:txBody>
        </p:sp>
        <p:sp>
          <p:nvSpPr>
            <p:cNvPr id="138266" name="直接连接符 123930"/>
            <p:cNvSpPr/>
            <p:nvPr/>
          </p:nvSpPr>
          <p:spPr>
            <a:xfrm>
              <a:off x="2256" y="288"/>
              <a:ext cx="0" cy="336"/>
            </a:xfrm>
            <a:prstGeom prst="line">
              <a:avLst/>
            </a:prstGeom>
            <a:ln w="9525" cap="flat" cmpd="sng">
              <a:solidFill>
                <a:schemeClr val="tx1"/>
              </a:solidFill>
              <a:prstDash val="solid"/>
              <a:round/>
              <a:headEnd type="none" w="med" len="med"/>
              <a:tailEnd type="none" w="med" len="med"/>
            </a:ln>
          </p:spPr>
          <p:txBody>
            <a:bodyPr anchor="t"/>
            <a:p>
              <a:pPr lvl="0"/>
              <a:endParaRPr lang="zh-CN" altLang="en-US">
                <a:latin typeface="Arial" panose="02080604020202020204" pitchFamily="34" charset="0"/>
                <a:ea typeface="宋体" panose="02010600030101010101" pitchFamily="2" charset="-122"/>
              </a:endParaRPr>
            </a:p>
          </p:txBody>
        </p:sp>
        <p:sp>
          <p:nvSpPr>
            <p:cNvPr id="138267" name="直接连接符 123931"/>
            <p:cNvSpPr/>
            <p:nvPr/>
          </p:nvSpPr>
          <p:spPr>
            <a:xfrm>
              <a:off x="2832" y="288"/>
              <a:ext cx="0" cy="309"/>
            </a:xfrm>
            <a:prstGeom prst="line">
              <a:avLst/>
            </a:prstGeom>
            <a:ln w="9525" cap="flat" cmpd="sng">
              <a:solidFill>
                <a:schemeClr val="tx1"/>
              </a:solidFill>
              <a:prstDash val="solid"/>
              <a:round/>
              <a:headEnd type="none" w="med" len="med"/>
              <a:tailEnd type="none" w="med" len="med"/>
            </a:ln>
          </p:spPr>
          <p:txBody>
            <a:bodyPr anchor="t"/>
            <a:p>
              <a:pPr lvl="0"/>
              <a:endParaRPr lang="zh-CN" altLang="en-US">
                <a:latin typeface="Arial" panose="02080604020202020204" pitchFamily="34" charset="0"/>
                <a:ea typeface="宋体" panose="02010600030101010101" pitchFamily="2" charset="-122"/>
              </a:endParaRPr>
            </a:p>
          </p:txBody>
        </p:sp>
        <p:sp>
          <p:nvSpPr>
            <p:cNvPr id="138268" name="直接连接符 123932"/>
            <p:cNvSpPr/>
            <p:nvPr/>
          </p:nvSpPr>
          <p:spPr>
            <a:xfrm>
              <a:off x="2256" y="576"/>
              <a:ext cx="0" cy="384"/>
            </a:xfrm>
            <a:prstGeom prst="line">
              <a:avLst/>
            </a:prstGeom>
            <a:ln w="19050" cap="flat" cmpd="sng">
              <a:solidFill>
                <a:schemeClr val="tx1"/>
              </a:solidFill>
              <a:prstDash val="solid"/>
              <a:round/>
              <a:headEnd type="none" w="med" len="med"/>
              <a:tailEnd type="triangle" w="sm" len="med"/>
            </a:ln>
          </p:spPr>
          <p:txBody>
            <a:bodyPr anchor="t"/>
            <a:p>
              <a:pPr lvl="0"/>
              <a:endParaRPr lang="zh-CN" altLang="en-US">
                <a:latin typeface="Arial" panose="02080604020202020204" pitchFamily="34" charset="0"/>
                <a:ea typeface="宋体" panose="02010600030101010101" pitchFamily="2" charset="-122"/>
              </a:endParaRPr>
            </a:p>
          </p:txBody>
        </p:sp>
        <p:sp>
          <p:nvSpPr>
            <p:cNvPr id="138269" name="直接连接符 123933"/>
            <p:cNvSpPr/>
            <p:nvPr/>
          </p:nvSpPr>
          <p:spPr>
            <a:xfrm>
              <a:off x="2256" y="1296"/>
              <a:ext cx="0" cy="384"/>
            </a:xfrm>
            <a:prstGeom prst="line">
              <a:avLst/>
            </a:prstGeom>
            <a:ln w="19050" cap="flat" cmpd="sng">
              <a:solidFill>
                <a:schemeClr val="tx1"/>
              </a:solidFill>
              <a:prstDash val="solid"/>
              <a:round/>
              <a:headEnd type="none" w="med" len="med"/>
              <a:tailEnd type="triangle" w="sm" len="med"/>
            </a:ln>
          </p:spPr>
          <p:txBody>
            <a:bodyPr anchor="t"/>
            <a:p>
              <a:pPr lvl="0"/>
              <a:endParaRPr lang="zh-CN" altLang="en-US">
                <a:latin typeface="Arial" panose="02080604020202020204" pitchFamily="34" charset="0"/>
                <a:ea typeface="宋体" panose="02010600030101010101" pitchFamily="2" charset="-122"/>
              </a:endParaRPr>
            </a:p>
          </p:txBody>
        </p:sp>
        <p:sp>
          <p:nvSpPr>
            <p:cNvPr id="138270" name="文本框 123934"/>
            <p:cNvSpPr txBox="1"/>
            <p:nvPr/>
          </p:nvSpPr>
          <p:spPr>
            <a:xfrm>
              <a:off x="1632" y="1680"/>
              <a:ext cx="1248" cy="211"/>
            </a:xfrm>
            <a:prstGeom prst="rect">
              <a:avLst/>
            </a:prstGeom>
            <a:noFill/>
            <a:ln w="19050" cap="flat" cmpd="sng">
              <a:solidFill>
                <a:schemeClr val="tx1"/>
              </a:solidFill>
              <a:prstDash val="solid"/>
              <a:miter/>
              <a:headEnd type="none" w="med" len="med"/>
              <a:tailEnd type="none" w="med" len="med"/>
            </a:ln>
          </p:spPr>
          <p:txBody>
            <a:bodyPr anchor="t">
              <a:spAutoFit/>
            </a:bodyPr>
            <a:p>
              <a:pPr lvl="0">
                <a:spcBef>
                  <a:spcPct val="50000"/>
                </a:spcBef>
              </a:pPr>
              <a:r>
                <a:rPr lang="zh-CN" altLang="en-US" sz="1600">
                  <a:solidFill>
                    <a:srgbClr val="000000"/>
                  </a:solidFill>
                  <a:latin typeface="Times New Roman" panose="02020603050405020304" charset="0"/>
                  <a:ea typeface="宋体" panose="02010600030101010101" pitchFamily="2" charset="-122"/>
                </a:rPr>
                <a:t>      </a:t>
              </a:r>
              <a:r>
                <a:rPr lang="en-US" altLang="zh-CN" sz="1600">
                  <a:solidFill>
                    <a:srgbClr val="000000"/>
                  </a:solidFill>
                  <a:latin typeface="Times New Roman" panose="02020603050405020304" charset="0"/>
                  <a:ea typeface="宋体" panose="02010600030101010101" pitchFamily="2" charset="-122"/>
                </a:rPr>
                <a:t>dispatcher</a:t>
              </a:r>
              <a:endParaRPr lang="en-US" altLang="zh-CN" sz="1600">
                <a:solidFill>
                  <a:srgbClr val="000000"/>
                </a:solidFill>
                <a:latin typeface="Times New Roman" panose="02020603050405020304" charset="0"/>
                <a:ea typeface="宋体" panose="02010600030101010101" pitchFamily="2" charset="-122"/>
              </a:endParaRPr>
            </a:p>
          </p:txBody>
        </p:sp>
        <p:sp>
          <p:nvSpPr>
            <p:cNvPr id="138271" name="文本框 123935"/>
            <p:cNvSpPr txBox="1"/>
            <p:nvPr/>
          </p:nvSpPr>
          <p:spPr>
            <a:xfrm>
              <a:off x="1797" y="2298"/>
              <a:ext cx="912" cy="211"/>
            </a:xfrm>
            <a:prstGeom prst="rect">
              <a:avLst/>
            </a:prstGeom>
            <a:noFill/>
            <a:ln w="19050" cap="flat" cmpd="sng">
              <a:solidFill>
                <a:schemeClr val="tx1"/>
              </a:solidFill>
              <a:prstDash val="solid"/>
              <a:miter/>
              <a:headEnd type="none" w="med" len="med"/>
              <a:tailEnd type="none" w="med" len="med"/>
            </a:ln>
          </p:spPr>
          <p:txBody>
            <a:bodyPr anchor="t">
              <a:spAutoFit/>
            </a:bodyPr>
            <a:p>
              <a:pPr lvl="0">
                <a:spcBef>
                  <a:spcPct val="50000"/>
                </a:spcBef>
              </a:pPr>
              <a:r>
                <a:rPr lang="zh-CN" altLang="en-US" sz="1600">
                  <a:solidFill>
                    <a:srgbClr val="000000"/>
                  </a:solidFill>
                  <a:latin typeface="Times New Roman" panose="02020603050405020304" charset="0"/>
                  <a:ea typeface="宋体" panose="02010600030101010101" pitchFamily="2" charset="-122"/>
                </a:rPr>
                <a:t>       </a:t>
              </a:r>
              <a:r>
                <a:rPr lang="en-US" altLang="zh-CN" sz="1600">
                  <a:solidFill>
                    <a:srgbClr val="000000"/>
                  </a:solidFill>
                  <a:latin typeface="Times New Roman" panose="02020603050405020304" charset="0"/>
                  <a:ea typeface="宋体" panose="02010600030101010101" pitchFamily="2" charset="-122"/>
                </a:rPr>
                <a:t>CPU</a:t>
              </a:r>
              <a:endParaRPr lang="en-US" altLang="zh-CN" sz="1600">
                <a:solidFill>
                  <a:srgbClr val="000000"/>
                </a:solidFill>
                <a:latin typeface="Times New Roman" panose="02020603050405020304" charset="0"/>
                <a:ea typeface="宋体" panose="02010600030101010101" pitchFamily="2" charset="-122"/>
              </a:endParaRPr>
            </a:p>
          </p:txBody>
        </p:sp>
        <p:sp>
          <p:nvSpPr>
            <p:cNvPr id="138272" name="直接连接符 123936"/>
            <p:cNvSpPr/>
            <p:nvPr/>
          </p:nvSpPr>
          <p:spPr>
            <a:xfrm>
              <a:off x="2256" y="1914"/>
              <a:ext cx="0" cy="384"/>
            </a:xfrm>
            <a:prstGeom prst="line">
              <a:avLst/>
            </a:prstGeom>
            <a:ln w="19050" cap="flat" cmpd="sng">
              <a:solidFill>
                <a:schemeClr val="tx1"/>
              </a:solidFill>
              <a:prstDash val="solid"/>
              <a:round/>
              <a:headEnd type="none" w="med" len="med"/>
              <a:tailEnd type="triangle" w="sm" len="med"/>
            </a:ln>
          </p:spPr>
          <p:txBody>
            <a:bodyPr anchor="t"/>
            <a:p>
              <a:pPr lvl="0"/>
              <a:endParaRPr lang="zh-CN" altLang="en-US">
                <a:latin typeface="Arial" panose="02080604020202020204" pitchFamily="34" charset="0"/>
                <a:ea typeface="宋体" panose="02010600030101010101" pitchFamily="2" charset="-122"/>
              </a:endParaRPr>
            </a:p>
          </p:txBody>
        </p:sp>
        <p:sp>
          <p:nvSpPr>
            <p:cNvPr id="138273" name="直接连接符 123937"/>
            <p:cNvSpPr/>
            <p:nvPr/>
          </p:nvSpPr>
          <p:spPr>
            <a:xfrm>
              <a:off x="990" y="1120"/>
              <a:ext cx="338" cy="0"/>
            </a:xfrm>
            <a:prstGeom prst="line">
              <a:avLst/>
            </a:prstGeom>
            <a:ln w="19050" cap="flat" cmpd="sng">
              <a:solidFill>
                <a:schemeClr val="tx1"/>
              </a:solidFill>
              <a:prstDash val="solid"/>
              <a:round/>
              <a:headEnd type="none" w="med" len="med"/>
              <a:tailEnd type="triangle" w="sm" len="med"/>
            </a:ln>
          </p:spPr>
          <p:txBody>
            <a:bodyPr anchor="t"/>
            <a:p>
              <a:pPr lvl="0"/>
              <a:endParaRPr lang="zh-CN" altLang="en-US">
                <a:latin typeface="Arial" panose="02080604020202020204" pitchFamily="34" charset="0"/>
                <a:ea typeface="宋体" panose="02010600030101010101" pitchFamily="2" charset="-122"/>
              </a:endParaRPr>
            </a:p>
          </p:txBody>
        </p:sp>
        <p:sp>
          <p:nvSpPr>
            <p:cNvPr id="138274" name="直接连接符 123938"/>
            <p:cNvSpPr/>
            <p:nvPr/>
          </p:nvSpPr>
          <p:spPr>
            <a:xfrm>
              <a:off x="1711" y="1130"/>
              <a:ext cx="338" cy="0"/>
            </a:xfrm>
            <a:prstGeom prst="line">
              <a:avLst/>
            </a:prstGeom>
            <a:ln w="19050" cap="flat" cmpd="sng">
              <a:solidFill>
                <a:schemeClr val="tx1"/>
              </a:solidFill>
              <a:prstDash val="solid"/>
              <a:round/>
              <a:headEnd type="none" w="med" len="med"/>
              <a:tailEnd type="triangle" w="sm" len="med"/>
            </a:ln>
          </p:spPr>
          <p:txBody>
            <a:bodyPr anchor="t"/>
            <a:p>
              <a:pPr lvl="0"/>
              <a:endParaRPr lang="zh-CN" altLang="en-US">
                <a:latin typeface="Arial" panose="02080604020202020204" pitchFamily="34" charset="0"/>
                <a:ea typeface="宋体" panose="02010600030101010101" pitchFamily="2" charset="-122"/>
              </a:endParaRPr>
            </a:p>
          </p:txBody>
        </p:sp>
        <p:sp>
          <p:nvSpPr>
            <p:cNvPr id="138275" name="直接连接符 123939"/>
            <p:cNvSpPr/>
            <p:nvPr/>
          </p:nvSpPr>
          <p:spPr>
            <a:xfrm>
              <a:off x="2441" y="1131"/>
              <a:ext cx="338" cy="0"/>
            </a:xfrm>
            <a:prstGeom prst="line">
              <a:avLst/>
            </a:prstGeom>
            <a:ln w="19050" cap="flat" cmpd="sng">
              <a:solidFill>
                <a:schemeClr val="tx1"/>
              </a:solidFill>
              <a:prstDash val="solid"/>
              <a:round/>
              <a:headEnd type="none" w="med" len="med"/>
              <a:tailEnd type="triangle" w="sm" len="med"/>
            </a:ln>
          </p:spPr>
          <p:txBody>
            <a:bodyPr anchor="t"/>
            <a:p>
              <a:pPr lvl="0"/>
              <a:endParaRPr lang="zh-CN" altLang="en-US">
                <a:latin typeface="Arial" panose="02080604020202020204" pitchFamily="34" charset="0"/>
                <a:ea typeface="宋体" panose="02010600030101010101" pitchFamily="2" charset="-122"/>
              </a:endParaRPr>
            </a:p>
          </p:txBody>
        </p:sp>
        <p:sp>
          <p:nvSpPr>
            <p:cNvPr id="138276" name="直接连接符 123940"/>
            <p:cNvSpPr/>
            <p:nvPr/>
          </p:nvSpPr>
          <p:spPr>
            <a:xfrm>
              <a:off x="3153" y="1132"/>
              <a:ext cx="338" cy="0"/>
            </a:xfrm>
            <a:prstGeom prst="line">
              <a:avLst/>
            </a:prstGeom>
            <a:ln w="19050" cap="flat" cmpd="sng">
              <a:solidFill>
                <a:schemeClr val="tx1"/>
              </a:solidFill>
              <a:prstDash val="solid"/>
              <a:round/>
              <a:headEnd type="none" w="med" len="med"/>
              <a:tailEnd type="triangle" w="sm" len="med"/>
            </a:ln>
          </p:spPr>
          <p:txBody>
            <a:bodyPr anchor="t"/>
            <a:p>
              <a:pPr lvl="0"/>
              <a:endParaRPr lang="zh-CN" altLang="en-US">
                <a:latin typeface="Arial" panose="02080604020202020204" pitchFamily="34" charset="0"/>
                <a:ea typeface="宋体" panose="02010600030101010101" pitchFamily="2" charset="-122"/>
              </a:endParaRPr>
            </a:p>
          </p:txBody>
        </p:sp>
        <p:sp>
          <p:nvSpPr>
            <p:cNvPr id="138277" name="直接连接符 123941"/>
            <p:cNvSpPr/>
            <p:nvPr/>
          </p:nvSpPr>
          <p:spPr>
            <a:xfrm>
              <a:off x="3856" y="1124"/>
              <a:ext cx="338" cy="0"/>
            </a:xfrm>
            <a:prstGeom prst="line">
              <a:avLst/>
            </a:prstGeom>
            <a:ln w="19050" cap="flat" cmpd="sng">
              <a:solidFill>
                <a:schemeClr val="tx1"/>
              </a:solidFill>
              <a:prstDash val="solid"/>
              <a:round/>
              <a:headEnd type="none" w="med" len="med"/>
              <a:tailEnd type="triangle" w="sm" len="med"/>
            </a:ln>
          </p:spPr>
          <p:txBody>
            <a:bodyPr anchor="t"/>
            <a:p>
              <a:pPr lvl="0"/>
              <a:endParaRPr lang="zh-CN" altLang="en-US">
                <a:latin typeface="Arial" panose="02080604020202020204" pitchFamily="34" charset="0"/>
                <a:ea typeface="宋体" panose="02010600030101010101" pitchFamily="2" charset="-122"/>
              </a:endParaRPr>
            </a:p>
          </p:txBody>
        </p:sp>
        <p:sp>
          <p:nvSpPr>
            <p:cNvPr id="138278" name="直接连接符 123942"/>
            <p:cNvSpPr/>
            <p:nvPr/>
          </p:nvSpPr>
          <p:spPr>
            <a:xfrm>
              <a:off x="1699" y="289"/>
              <a:ext cx="0" cy="309"/>
            </a:xfrm>
            <a:prstGeom prst="line">
              <a:avLst/>
            </a:prstGeom>
            <a:ln w="9525" cap="flat" cmpd="sng">
              <a:solidFill>
                <a:schemeClr val="tx1"/>
              </a:solidFill>
              <a:prstDash val="solid"/>
              <a:round/>
              <a:headEnd type="none" w="med" len="med"/>
              <a:tailEnd type="none" w="med" len="med"/>
            </a:ln>
          </p:spPr>
          <p:txBody>
            <a:bodyPr anchor="t"/>
            <a:p>
              <a:pPr lvl="0"/>
              <a:endParaRPr lang="zh-CN" altLang="en-US">
                <a:latin typeface="Arial" panose="02080604020202020204" pitchFamily="34" charset="0"/>
                <a:ea typeface="宋体" panose="02010600030101010101" pitchFamily="2" charset="-122"/>
              </a:endParaRPr>
            </a:p>
          </p:txBody>
        </p:sp>
      </p:grpSp>
      <p:sp>
        <p:nvSpPr>
          <p:cNvPr id="123944" name="矩形 123943"/>
          <p:cNvSpPr/>
          <p:nvPr/>
        </p:nvSpPr>
        <p:spPr>
          <a:xfrm>
            <a:off x="381000" y="42863"/>
            <a:ext cx="8393113" cy="423545"/>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x-none" sz="2400">
                <a:cs typeface="+mn-ea"/>
                <a:sym typeface="+mn-ea"/>
              </a:rPr>
              <a:t>处理机</a:t>
            </a:r>
            <a:r>
              <a:rPr lang="zh-CN" altLang="en-US" sz="2400">
                <a:cs typeface="+mn-ea"/>
                <a:sym typeface="+mn-ea"/>
              </a:rPr>
              <a:t>调度</a:t>
            </a:r>
            <a:endParaRPr lang="zh-CN" altLang="en-US" sz="2400" strike="noStrike" noProof="1">
              <a:ea typeface="宋体" panose="02010600030101010101" pitchFamily="2" charset="-122"/>
            </a:endParaRPr>
          </a:p>
        </p:txBody>
      </p:sp>
      <p:sp>
        <p:nvSpPr>
          <p:cNvPr id="138280" name="文本框 123944"/>
          <p:cNvSpPr txBox="1"/>
          <p:nvPr/>
        </p:nvSpPr>
        <p:spPr>
          <a:xfrm>
            <a:off x="8493125" y="6510338"/>
            <a:ext cx="463550"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b="0">
                <a:solidFill>
                  <a:schemeClr val="tx2"/>
                </a:solidFill>
                <a:latin typeface="Times New Roman" panose="02020603050405020304" charset="0"/>
                <a:ea typeface="宋体" panose="02010600030101010101" pitchFamily="2" charset="-122"/>
              </a:rPr>
              <a:t>98</a:t>
            </a:r>
            <a:endParaRPr lang="en-US" altLang="zh-CN" b="0">
              <a:solidFill>
                <a:schemeClr val="tx2"/>
              </a:solidFill>
              <a:latin typeface="Times New Roman" panose="02020603050405020304" charset="0"/>
              <a:ea typeface="宋体" panose="02010600030101010101" pitchFamily="2" charset="-122"/>
            </a:endParaRPr>
          </a:p>
        </p:txBody>
      </p:sp>
      <p:sp>
        <p:nvSpPr>
          <p:cNvPr id="123946" name="文本框 123945"/>
          <p:cNvSpPr txBox="1"/>
          <p:nvPr/>
        </p:nvSpPr>
        <p:spPr>
          <a:xfrm>
            <a:off x="3413125" y="5829300"/>
            <a:ext cx="2311400" cy="385763"/>
          </a:xfrm>
          <a:prstGeom prst="rect">
            <a:avLst/>
          </a:prstGeom>
          <a:noFill/>
          <a:ln w="9525">
            <a:noFill/>
            <a:miter/>
          </a:ln>
        </p:spPr>
        <p:txBody>
          <a:bodyPr anchor="t">
            <a:spAutoFit/>
          </a:bodyPr>
          <a:p>
            <a:pPr lvl="0" algn="just">
              <a:lnSpc>
                <a:spcPct val="120000"/>
              </a:lnSpc>
              <a:buClr>
                <a:schemeClr val="tx2"/>
              </a:buClr>
              <a:buSzPct val="95000"/>
              <a:buFont typeface="Wingdings" panose="05000000000000000000" pitchFamily="2" charset="2"/>
              <a:buNone/>
            </a:pPr>
            <a:r>
              <a:rPr lang="zh-CN" altLang="en-US" sz="1600" b="0">
                <a:solidFill>
                  <a:schemeClr val="tx1"/>
                </a:solidFill>
                <a:latin typeface="Times New Roman" panose="02020603050405020304" charset="0"/>
                <a:ea typeface="宋体" panose="02010600030101010101" pitchFamily="2" charset="-122"/>
              </a:rPr>
              <a:t>调度</a:t>
            </a:r>
            <a:r>
              <a:rPr lang="en-US" altLang="zh-CN" sz="1600" b="0">
                <a:solidFill>
                  <a:schemeClr val="tx1"/>
                </a:solidFill>
                <a:latin typeface="宋体" panose="02010600030101010101" pitchFamily="2" charset="-122"/>
                <a:ea typeface="宋体" panose="02010600030101010101" pitchFamily="2" charset="-122"/>
              </a:rPr>
              <a:t>/</a:t>
            </a:r>
            <a:r>
              <a:rPr lang="zh-CN" altLang="en-US" sz="1600" b="0">
                <a:solidFill>
                  <a:schemeClr val="tx1"/>
                </a:solidFill>
                <a:latin typeface="宋体" panose="02010600030101010101" pitchFamily="2" charset="-122"/>
                <a:ea typeface="宋体" panose="02010600030101010101" pitchFamily="2" charset="-122"/>
              </a:rPr>
              <a:t>分派结构</a:t>
            </a:r>
            <a:r>
              <a:rPr lang="zh-CN" altLang="en-US" sz="1600" b="0">
                <a:solidFill>
                  <a:schemeClr val="tx1"/>
                </a:solidFill>
                <a:latin typeface="Times New Roman" panose="02020603050405020304" charset="0"/>
                <a:ea typeface="宋体" panose="02010600030101010101" pitchFamily="2" charset="-122"/>
              </a:rPr>
              <a:t>示意图</a:t>
            </a:r>
            <a:endParaRPr lang="zh-CN" altLang="en-US" sz="1600" b="0">
              <a:solidFill>
                <a:schemeClr val="tx1"/>
              </a:solidFill>
              <a:latin typeface="Times New Roman" panose="0202060305040502030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123906" grpId="0" build="p"/>
      <p:bldP spid="12394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4930" name="矩形 124929"/>
          <p:cNvSpPr/>
          <p:nvPr/>
        </p:nvSpPr>
        <p:spPr>
          <a:xfrm>
            <a:off x="676275" y="1316038"/>
            <a:ext cx="7748588" cy="4387850"/>
          </a:xfrm>
          <a:prstGeom prst="rect">
            <a:avLst/>
          </a:prstGeom>
          <a:noFill/>
          <a:ln w="9525">
            <a:noFill/>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en-US" altLang="zh-CN" sz="2800" b="1" strike="noStrike" noProof="1">
                <a:solidFill>
                  <a:srgbClr val="A50021"/>
                </a:solidFill>
                <a:latin typeface="Times New Roman" panose="02020603050405020304" charset="0"/>
                <a:ea typeface="宋体" panose="02010600030101010101" pitchFamily="2" charset="-122"/>
                <a:cs typeface="+mn-ea"/>
              </a:rPr>
              <a:t>(1) </a:t>
            </a:r>
            <a:r>
              <a:rPr lang="zh-CN" altLang="en-US" sz="2800" b="1" strike="noStrike" noProof="1">
                <a:solidFill>
                  <a:srgbClr val="A50021"/>
                </a:solidFill>
                <a:latin typeface="Times New Roman" panose="02020603050405020304" charset="0"/>
                <a:ea typeface="宋体" panose="02010600030101010101" pitchFamily="2" charset="-122"/>
                <a:cs typeface="+mn-ea"/>
              </a:rPr>
              <a:t>记录进程的状态变化</a:t>
            </a:r>
            <a:endParaRPr lang="zh-CN" altLang="en-US" sz="24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30000"/>
              </a:lnSpc>
              <a:buNone/>
            </a:pPr>
            <a:r>
              <a:rPr lang="en-US" altLang="zh-CN" sz="2800" b="1" strike="noStrike" noProof="1">
                <a:solidFill>
                  <a:srgbClr val="A50021"/>
                </a:solidFill>
                <a:latin typeface="Times New Roman" panose="02020603050405020304" charset="0"/>
                <a:ea typeface="宋体" panose="02010600030101010101" pitchFamily="2" charset="-122"/>
                <a:cs typeface="+mn-ea"/>
              </a:rPr>
              <a:t>(2) </a:t>
            </a:r>
            <a:r>
              <a:rPr lang="zh-CN" altLang="en-US" sz="2800" b="1" strike="noStrike" noProof="1">
                <a:solidFill>
                  <a:srgbClr val="A50021"/>
                </a:solidFill>
                <a:latin typeface="Times New Roman" panose="02020603050405020304" charset="0"/>
                <a:ea typeface="宋体" panose="02010600030101010101" pitchFamily="2" charset="-122"/>
                <a:cs typeface="+mn-ea"/>
              </a:rPr>
              <a:t>决定调度策略</a:t>
            </a:r>
            <a:endParaRPr lang="zh-CN" altLang="en-US" sz="2800" b="1" strike="noStrike" noProof="1">
              <a:solidFill>
                <a:srgbClr val="A50021"/>
              </a:solidFill>
              <a:latin typeface="Times New Roman" panose="02020603050405020304" charset="0"/>
              <a:ea typeface="宋体" panose="02010600030101010101" pitchFamily="2" charset="-122"/>
            </a:endParaRPr>
          </a:p>
          <a:p>
            <a:pPr marL="533400" lvl="0" indent="-533400" fontAlgn="base">
              <a:lnSpc>
                <a:spcPct val="130000"/>
              </a:lnSpc>
              <a:buNone/>
            </a:pPr>
            <a:r>
              <a:rPr lang="zh-CN" altLang="en-US" sz="2400" b="1" strike="noStrike" noProof="1">
                <a:solidFill>
                  <a:srgbClr val="000099"/>
                </a:solidFill>
                <a:latin typeface="Times New Roman" panose="02020603050405020304" charset="0"/>
                <a:ea typeface="宋体" panose="02010600030101010101" pitchFamily="2" charset="-122"/>
                <a:cs typeface="+mn-ea"/>
              </a:rPr>
              <a:t>① 优先</a:t>
            </a:r>
            <a:r>
              <a:rPr lang="x-none" altLang="zh-CN" sz="2400" b="1" strike="noStrike" noProof="1">
                <a:solidFill>
                  <a:srgbClr val="000099"/>
                </a:solidFill>
                <a:latin typeface="Times New Roman" panose="02020603050405020304" charset="0"/>
                <a:ea typeface="宋体" panose="02010600030101010101" pitchFamily="2" charset="-122"/>
                <a:cs typeface="+mn-ea"/>
              </a:rPr>
              <a:t>级</a:t>
            </a:r>
            <a:r>
              <a:rPr lang="zh-CN" altLang="en-US" sz="2400" b="1" strike="noStrike" noProof="1">
                <a:solidFill>
                  <a:srgbClr val="000099"/>
                </a:solidFill>
                <a:latin typeface="Times New Roman" panose="02020603050405020304" charset="0"/>
                <a:ea typeface="宋体" panose="02010600030101010101" pitchFamily="2" charset="-122"/>
                <a:cs typeface="+mn-ea"/>
              </a:rPr>
              <a:t>调度</a:t>
            </a:r>
            <a:r>
              <a:rPr lang="zh-CN" altLang="en-US" sz="2400" b="1" strike="noStrike" noProof="1">
                <a:latin typeface="Arial" panose="02080604020202020204" pitchFamily="34" charset="0"/>
                <a:ea typeface="宋体" panose="02010600030101010101" pitchFamily="2" charset="-122"/>
                <a:cs typeface="+mn-ea"/>
              </a:rPr>
              <a:t> </a:t>
            </a:r>
            <a:endParaRPr lang="zh-CN" altLang="en-US" sz="2400" b="1" strike="noStrike" noProof="1">
              <a:ea typeface="宋体" panose="02010600030101010101" pitchFamily="2" charset="-122"/>
            </a:endParaRPr>
          </a:p>
          <a:p>
            <a:pPr marL="533400" lvl="0" indent="-533400" fontAlgn="base">
              <a:lnSpc>
                <a:spcPct val="130000"/>
              </a:lnSpc>
              <a:buNone/>
            </a:pPr>
            <a:r>
              <a:rPr lang="zh-CN" altLang="en-US" sz="2400" b="1" strike="noStrike" noProof="1">
                <a:latin typeface="Arial" panose="02080604020202020204" pitchFamily="34" charset="0"/>
                <a:ea typeface="宋体" panose="02010600030101010101" pitchFamily="2" charset="-122"/>
                <a:cs typeface="+mn-ea"/>
              </a:rPr>
              <a:t>     </a:t>
            </a:r>
            <a:r>
              <a:rPr lang="zh-CN" altLang="en-US" sz="2400" strike="noStrike" noProof="1">
                <a:solidFill>
                  <a:schemeClr val="tx1"/>
                </a:solidFill>
                <a:latin typeface="Times New Roman" panose="02020603050405020304" charset="0"/>
                <a:ea typeface="宋体" panose="02010600030101010101" pitchFamily="2" charset="-122"/>
                <a:cs typeface="+mn-ea"/>
              </a:rPr>
              <a:t>就绪队列按进程优先级高低排序</a:t>
            </a:r>
            <a:endParaRPr lang="zh-CN" altLang="en-US" sz="24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30000"/>
              </a:lnSpc>
              <a:buNone/>
            </a:pPr>
            <a:r>
              <a:rPr lang="zh-CN" altLang="en-US" sz="2400" b="1" strike="noStrike" noProof="1">
                <a:solidFill>
                  <a:srgbClr val="000099"/>
                </a:solidFill>
                <a:latin typeface="Times New Roman" panose="02020603050405020304" charset="0"/>
                <a:ea typeface="宋体" panose="02010600030101010101" pitchFamily="2" charset="-122"/>
                <a:cs typeface="+mn-ea"/>
              </a:rPr>
              <a:t>② 先来先服务 </a:t>
            </a:r>
            <a:endParaRPr lang="zh-CN" altLang="en-US" sz="2400" b="1" strike="noStrike" noProof="1">
              <a:solidFill>
                <a:srgbClr val="000099"/>
              </a:solidFill>
              <a:latin typeface="Times New Roman" panose="02020603050405020304" charset="0"/>
              <a:ea typeface="宋体" panose="02010600030101010101" pitchFamily="2" charset="-122"/>
            </a:endParaRPr>
          </a:p>
          <a:p>
            <a:pPr marL="533400" lvl="0" indent="-533400" fontAlgn="base">
              <a:lnSpc>
                <a:spcPct val="130000"/>
              </a:lnSpc>
              <a:buNone/>
            </a:pPr>
            <a:r>
              <a:rPr lang="zh-CN" altLang="en-US" sz="2400" strike="noStrike" noProof="1">
                <a:solidFill>
                  <a:schemeClr val="tx1"/>
                </a:solidFill>
                <a:latin typeface="Times New Roman" panose="02020603050405020304" charset="0"/>
                <a:ea typeface="宋体" panose="02010600030101010101" pitchFamily="2" charset="-122"/>
                <a:cs typeface="+mn-ea"/>
              </a:rPr>
              <a:t>     就绪队列按进程到</a:t>
            </a:r>
            <a:r>
              <a:rPr lang="zh-CN" altLang="en-US" sz="2400">
                <a:solidFill>
                  <a:schemeClr val="tx1"/>
                </a:solidFill>
                <a:latin typeface="Times New Roman" panose="02020603050405020304" charset="0"/>
                <a:cs typeface="+mn-ea"/>
                <a:sym typeface="+mn-ea"/>
              </a:rPr>
              <a:t>来</a:t>
            </a:r>
            <a:r>
              <a:rPr lang="zh-CN" altLang="en-US" sz="2400" strike="noStrike" noProof="1">
                <a:solidFill>
                  <a:schemeClr val="tx1"/>
                </a:solidFill>
                <a:latin typeface="Times New Roman" panose="02020603050405020304" charset="0"/>
                <a:ea typeface="宋体" panose="02010600030101010101" pitchFamily="2" charset="-122"/>
                <a:cs typeface="+mn-ea"/>
              </a:rPr>
              <a:t>的先后次序排序</a:t>
            </a:r>
            <a:endParaRPr lang="zh-CN" altLang="en-US" sz="24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30000"/>
              </a:lnSpc>
              <a:buNone/>
            </a:pPr>
            <a:r>
              <a:rPr lang="en-US" altLang="zh-CN" sz="2800" b="1" strike="noStrike" noProof="1">
                <a:solidFill>
                  <a:srgbClr val="A50021"/>
                </a:solidFill>
                <a:latin typeface="Times New Roman" panose="02020603050405020304" charset="0"/>
                <a:ea typeface="宋体" panose="02010600030101010101" pitchFamily="2" charset="-122"/>
                <a:cs typeface="+mn-ea"/>
              </a:rPr>
              <a:t>(3) </a:t>
            </a:r>
            <a:r>
              <a:rPr lang="zh-CN" altLang="en-US" sz="2800" b="1" strike="noStrike" noProof="1">
                <a:solidFill>
                  <a:srgbClr val="A50021"/>
                </a:solidFill>
                <a:latin typeface="Times New Roman" panose="02020603050405020304" charset="0"/>
                <a:ea typeface="宋体" panose="02010600030101010101" pitchFamily="2" charset="-122"/>
                <a:cs typeface="+mn-ea"/>
              </a:rPr>
              <a:t>实施处理机的分配和回收</a:t>
            </a:r>
            <a:endParaRPr lang="zh-CN" altLang="en-US" sz="2800" b="1" strike="noStrike" noProof="1">
              <a:solidFill>
                <a:srgbClr val="A50021"/>
              </a:solidFill>
              <a:latin typeface="Times New Roman" panose="02020603050405020304" charset="0"/>
              <a:ea typeface="宋体" panose="02010600030101010101" pitchFamily="2" charset="-122"/>
            </a:endParaRPr>
          </a:p>
        </p:txBody>
      </p:sp>
      <p:sp>
        <p:nvSpPr>
          <p:cNvPr id="124931" name="矩形 124930"/>
          <p:cNvSpPr/>
          <p:nvPr/>
        </p:nvSpPr>
        <p:spPr>
          <a:xfrm>
            <a:off x="185738" y="644525"/>
            <a:ext cx="6475413" cy="676275"/>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buNone/>
            </a:pPr>
            <a:r>
              <a:rPr lang="en-US" altLang="zh-CN" b="1" strike="noStrike" noProof="1">
                <a:solidFill>
                  <a:srgbClr val="990000"/>
                </a:solidFill>
                <a:latin typeface="Times New Roman" panose="02020603050405020304" charset="0"/>
                <a:ea typeface="宋体" panose="02010600030101010101" pitchFamily="2" charset="-122"/>
                <a:cs typeface="+mn-ea"/>
              </a:rPr>
              <a:t>2.  </a:t>
            </a:r>
            <a:r>
              <a:rPr lang="zh-CN" altLang="en-US" b="1" strike="noStrike" noProof="1">
                <a:solidFill>
                  <a:srgbClr val="990000"/>
                </a:solidFill>
                <a:latin typeface="Times New Roman" panose="02020603050405020304" charset="0"/>
                <a:ea typeface="宋体" panose="02010600030101010101" pitchFamily="2" charset="-122"/>
                <a:cs typeface="+mn-ea"/>
              </a:rPr>
              <a:t>进程</a:t>
            </a:r>
            <a:r>
              <a:rPr lang="zh-CN" altLang="en-US" b="1" strike="noStrike" noProof="1">
                <a:solidFill>
                  <a:srgbClr val="990000"/>
                </a:solidFill>
                <a:latin typeface="Arial" panose="02080604020202020204" pitchFamily="34" charset="0"/>
                <a:ea typeface="宋体" panose="02010600030101010101" pitchFamily="2" charset="-122"/>
                <a:cs typeface="+mn-ea"/>
              </a:rPr>
              <a:t>调度的功能</a:t>
            </a:r>
            <a:endParaRPr lang="zh-CN" altLang="en-US" b="1" strike="noStrike" noProof="1">
              <a:solidFill>
                <a:srgbClr val="990000"/>
              </a:solidFill>
              <a:ea typeface="宋体" panose="02010600030101010101" pitchFamily="2" charset="-122"/>
            </a:endParaRPr>
          </a:p>
        </p:txBody>
      </p:sp>
      <p:sp>
        <p:nvSpPr>
          <p:cNvPr id="124932" name="矩形 124931"/>
          <p:cNvSpPr/>
          <p:nvPr/>
        </p:nvSpPr>
        <p:spPr>
          <a:xfrm>
            <a:off x="381000" y="42863"/>
            <a:ext cx="8393113" cy="423545"/>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x-none" sz="2400">
                <a:cs typeface="+mn-ea"/>
                <a:sym typeface="+mn-ea"/>
              </a:rPr>
              <a:t>处理机</a:t>
            </a:r>
            <a:r>
              <a:rPr lang="zh-CN" altLang="en-US" sz="2400">
                <a:cs typeface="+mn-ea"/>
                <a:sym typeface="+mn-ea"/>
              </a:rPr>
              <a:t>调度</a:t>
            </a:r>
            <a:endParaRPr lang="zh-CN" altLang="en-US" sz="2400" strike="noStrike" noProof="1">
              <a:ea typeface="宋体" panose="02010600030101010101" pitchFamily="2" charset="-122"/>
            </a:endParaRPr>
          </a:p>
        </p:txBody>
      </p:sp>
      <p:sp>
        <p:nvSpPr>
          <p:cNvPr id="139268" name="文本框 124932"/>
          <p:cNvSpPr txBox="1"/>
          <p:nvPr/>
        </p:nvSpPr>
        <p:spPr>
          <a:xfrm>
            <a:off x="8493125" y="6510338"/>
            <a:ext cx="463550"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b="0">
                <a:solidFill>
                  <a:schemeClr val="tx2"/>
                </a:solidFill>
                <a:latin typeface="Times New Roman" panose="02020603050405020304" charset="0"/>
                <a:ea typeface="宋体" panose="02010600030101010101" pitchFamily="2" charset="-122"/>
              </a:rPr>
              <a:t>99</a:t>
            </a:r>
            <a:endParaRPr lang="en-US" altLang="zh-CN" b="0">
              <a:solidFill>
                <a:schemeClr val="tx2"/>
              </a:solidFill>
              <a:latin typeface="Times New Roman" panose="0202060305040502030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124930" grpId="0" uiExpand="1" build="p"/>
      <p:bldP spid="124931"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0289" name="矩形 25601"/>
          <p:cNvSpPr/>
          <p:nvPr/>
        </p:nvSpPr>
        <p:spPr>
          <a:xfrm>
            <a:off x="347980" y="1304925"/>
            <a:ext cx="8474075" cy="4615815"/>
          </a:xfrm>
          <a:prstGeom prst="rect">
            <a:avLst/>
          </a:prstGeom>
          <a:noFill/>
          <a:ln w="9525">
            <a:noFill/>
            <a:miter/>
          </a:ln>
        </p:spPr>
        <p:txBody>
          <a:bodyPr wrap="square" anchor="t">
            <a:spAutoFit/>
          </a:bodyPr>
          <a:p>
            <a:pPr lvl="0">
              <a:spcBef>
                <a:spcPct val="50000"/>
              </a:spcBef>
            </a:pPr>
            <a:r>
              <a:rPr lang="x-none" altLang="zh-CN" sz="2800">
                <a:solidFill>
                  <a:schemeClr val="tx1"/>
                </a:solidFill>
                <a:latin typeface="仿宋_GB2312" panose="02010609030101010101" pitchFamily="49" charset="-122"/>
                <a:ea typeface="仿宋_GB2312" panose="02010609030101010101" pitchFamily="49" charset="-122"/>
              </a:rPr>
              <a:t>下列</a:t>
            </a:r>
            <a:r>
              <a:rPr lang="zh-CN" altLang="en-US" sz="2800">
                <a:solidFill>
                  <a:schemeClr val="tx1"/>
                </a:solidFill>
                <a:latin typeface="仿宋_GB2312" panose="02010609030101010101" pitchFamily="49" charset="-122"/>
                <a:ea typeface="仿宋_GB2312" panose="02010609030101010101" pitchFamily="49" charset="-122"/>
              </a:rPr>
              <a:t>种情况都会发生</a:t>
            </a:r>
            <a:r>
              <a:rPr lang="en-US" altLang="zh-CN" sz="2800">
                <a:solidFill>
                  <a:schemeClr val="tx1"/>
                </a:solidFill>
                <a:latin typeface="仿宋_GB2312" panose="02010609030101010101" pitchFamily="49" charset="-122"/>
                <a:ea typeface="仿宋_GB2312" panose="02010609030101010101" pitchFamily="49" charset="-122"/>
              </a:rPr>
              <a:t>CPU</a:t>
            </a:r>
            <a:r>
              <a:rPr lang="zh-CN" altLang="en-US" sz="2800">
                <a:solidFill>
                  <a:schemeClr val="tx1"/>
                </a:solidFill>
                <a:latin typeface="仿宋_GB2312" panose="02010609030101010101" pitchFamily="49" charset="-122"/>
                <a:ea typeface="仿宋_GB2312" panose="02010609030101010101" pitchFamily="49" charset="-122"/>
              </a:rPr>
              <a:t>调度</a:t>
            </a:r>
            <a:r>
              <a:rPr lang="en-US" altLang="zh-CN" sz="2800">
                <a:solidFill>
                  <a:schemeClr val="tx1"/>
                </a:solidFill>
                <a:latin typeface="仿宋_GB2312" panose="02010609030101010101" pitchFamily="49" charset="-122"/>
                <a:ea typeface="仿宋_GB2312" panose="02010609030101010101" pitchFamily="49" charset="-122"/>
              </a:rPr>
              <a:t>:</a:t>
            </a:r>
            <a:endParaRPr lang="en-US" altLang="zh-CN" sz="2800">
              <a:solidFill>
                <a:schemeClr val="tx1"/>
              </a:solidFill>
              <a:latin typeface="仿宋_GB2312" panose="02010609030101010101" pitchFamily="49" charset="-122"/>
              <a:ea typeface="仿宋_GB2312" panose="02010609030101010101" pitchFamily="49" charset="-122"/>
            </a:endParaRPr>
          </a:p>
          <a:p>
            <a:pPr lvl="0">
              <a:spcBef>
                <a:spcPct val="50000"/>
              </a:spcBef>
              <a:buChar char="•"/>
            </a:pPr>
            <a:r>
              <a:rPr lang="zh-CN" altLang="en-US" sz="2800">
                <a:solidFill>
                  <a:schemeClr val="tx1"/>
                </a:solidFill>
                <a:latin typeface="仿宋_GB2312" panose="02010609030101010101" pitchFamily="49" charset="-122"/>
                <a:ea typeface="仿宋_GB2312" panose="02010609030101010101" pitchFamily="49" charset="-122"/>
              </a:rPr>
              <a:t>当一个进程执行系统调用</a:t>
            </a:r>
            <a:r>
              <a:rPr lang="x-none" altLang="zh-CN" sz="2800">
                <a:solidFill>
                  <a:schemeClr val="tx1"/>
                </a:solidFill>
                <a:latin typeface="仿宋_GB2312" panose="02010609030101010101" pitchFamily="49" charset="-122"/>
                <a:ea typeface="仿宋_GB2312" panose="02010609030101010101" pitchFamily="49" charset="-122"/>
              </a:rPr>
              <a:t>后</a:t>
            </a:r>
            <a:r>
              <a:rPr lang="zh-CN" altLang="en-US" sz="2800">
                <a:solidFill>
                  <a:schemeClr val="tx1"/>
                </a:solidFill>
                <a:latin typeface="仿宋_GB2312" panose="02010609030101010101" pitchFamily="49" charset="-122"/>
                <a:ea typeface="仿宋_GB2312" panose="02010609030101010101" pitchFamily="49" charset="-122"/>
              </a:rPr>
              <a:t>，使得该进程从运行态切换成等待态时</a:t>
            </a:r>
            <a:r>
              <a:rPr lang="en-US" altLang="zh-CN" sz="2800">
                <a:solidFill>
                  <a:schemeClr val="tx1"/>
                </a:solidFill>
                <a:latin typeface="仿宋_GB2312" panose="02010609030101010101" pitchFamily="49" charset="-122"/>
                <a:ea typeface="仿宋_GB2312" panose="02010609030101010101" pitchFamily="49" charset="-122"/>
              </a:rPr>
              <a:t>;</a:t>
            </a:r>
            <a:r>
              <a:rPr lang="x-none" altLang="en-US" sz="2800">
                <a:solidFill>
                  <a:schemeClr val="tx1"/>
                </a:solidFill>
                <a:latin typeface="仿宋_GB2312" panose="02010609030101010101" pitchFamily="49" charset="-122"/>
                <a:ea typeface="仿宋_GB2312" panose="02010609030101010101" pitchFamily="49" charset="-122"/>
              </a:rPr>
              <a:t>（</a:t>
            </a:r>
            <a:r>
              <a:rPr lang="zh-CN" altLang="x-none" sz="2800">
                <a:solidFill>
                  <a:schemeClr val="tx1"/>
                </a:solidFill>
                <a:latin typeface="仿宋_GB2312" panose="02010609030101010101" pitchFamily="49" charset="-122"/>
                <a:ea typeface="仿宋_GB2312" panose="02010609030101010101" pitchFamily="49" charset="-122"/>
              </a:rPr>
              <a:t>等待，延时</a:t>
            </a:r>
            <a:r>
              <a:rPr lang="x-none" altLang="en-US" sz="2800">
                <a:solidFill>
                  <a:schemeClr val="tx1"/>
                </a:solidFill>
                <a:latin typeface="仿宋_GB2312" panose="02010609030101010101" pitchFamily="49" charset="-122"/>
                <a:ea typeface="仿宋_GB2312" panose="02010609030101010101" pitchFamily="49" charset="-122"/>
              </a:rPr>
              <a:t>）</a:t>
            </a:r>
            <a:endParaRPr lang="x-none" altLang="en-US" sz="2800">
              <a:solidFill>
                <a:schemeClr val="tx1"/>
              </a:solidFill>
              <a:latin typeface="仿宋_GB2312" panose="02010609030101010101" pitchFamily="49" charset="-122"/>
              <a:ea typeface="仿宋_GB2312" panose="02010609030101010101" pitchFamily="49" charset="-122"/>
            </a:endParaRPr>
          </a:p>
          <a:p>
            <a:pPr lvl="0">
              <a:spcBef>
                <a:spcPct val="50000"/>
              </a:spcBef>
              <a:buChar char="•"/>
            </a:pPr>
            <a:r>
              <a:rPr lang="zh-CN" altLang="en-US" sz="2800">
                <a:solidFill>
                  <a:schemeClr val="tx1"/>
                </a:solidFill>
                <a:latin typeface="仿宋_GB2312" panose="02010609030101010101" pitchFamily="49" charset="-122"/>
                <a:ea typeface="仿宋_GB2312" panose="02010609030101010101" pitchFamily="49" charset="-122"/>
              </a:rPr>
              <a:t>当一个进程从运行态切换成就绪态时</a:t>
            </a:r>
            <a:r>
              <a:rPr lang="en-US" altLang="zh-CN" sz="2800">
                <a:solidFill>
                  <a:schemeClr val="tx1"/>
                </a:solidFill>
                <a:latin typeface="仿宋_GB2312" panose="02010609030101010101" pitchFamily="49" charset="-122"/>
                <a:ea typeface="仿宋_GB2312" panose="02010609030101010101" pitchFamily="49" charset="-122"/>
              </a:rPr>
              <a:t>;</a:t>
            </a:r>
            <a:r>
              <a:rPr lang="x-none" altLang="en-US" sz="2800">
                <a:solidFill>
                  <a:schemeClr val="tx1"/>
                </a:solidFill>
                <a:latin typeface="仿宋_GB2312" panose="02010609030101010101" pitchFamily="49" charset="-122"/>
                <a:ea typeface="仿宋_GB2312" panose="02010609030101010101" pitchFamily="49" charset="-122"/>
              </a:rPr>
              <a:t>（时间片到）</a:t>
            </a:r>
            <a:endParaRPr lang="x-none" altLang="en-US" sz="2800">
              <a:solidFill>
                <a:schemeClr val="tx1"/>
              </a:solidFill>
              <a:latin typeface="仿宋_GB2312" panose="02010609030101010101" pitchFamily="49" charset="-122"/>
              <a:ea typeface="仿宋_GB2312" panose="02010609030101010101" pitchFamily="49" charset="-122"/>
            </a:endParaRPr>
          </a:p>
          <a:p>
            <a:pPr lvl="0">
              <a:spcBef>
                <a:spcPct val="50000"/>
              </a:spcBef>
              <a:buChar char="•"/>
            </a:pPr>
            <a:r>
              <a:rPr lang="x-none" altLang="zh-CN" sz="2800">
                <a:solidFill>
                  <a:schemeClr val="tx1"/>
                </a:solidFill>
                <a:latin typeface="仿宋_GB2312" panose="02010609030101010101" pitchFamily="49" charset="-122"/>
                <a:ea typeface="仿宋_GB2312" panose="02010609030101010101" pitchFamily="49" charset="-122"/>
              </a:rPr>
              <a:t>在可剥夺调度方式中，出现更高优先级的就绪进程</a:t>
            </a:r>
            <a:r>
              <a:rPr lang="en-US" altLang="x-none" sz="2800">
                <a:solidFill>
                  <a:schemeClr val="tx1"/>
                </a:solidFill>
                <a:latin typeface="仿宋_GB2312" panose="02010609030101010101" pitchFamily="49" charset="-122"/>
                <a:ea typeface="仿宋_GB2312" panose="02010609030101010101" pitchFamily="49" charset="-122"/>
              </a:rPr>
              <a:t>;</a:t>
            </a:r>
            <a:r>
              <a:rPr lang="zh-CN" altLang="en-US" sz="2800">
                <a:solidFill>
                  <a:schemeClr val="tx1"/>
                </a:solidFill>
                <a:latin typeface="仿宋_GB2312" panose="02010609030101010101" pitchFamily="49" charset="-122"/>
                <a:ea typeface="仿宋_GB2312" panose="02010609030101010101" pitchFamily="49" charset="-122"/>
              </a:rPr>
              <a:t>（新执行的进程，被唤醒的进程）</a:t>
            </a:r>
            <a:endParaRPr lang="zh-CN" altLang="en-US" sz="2800">
              <a:solidFill>
                <a:schemeClr val="tx1"/>
              </a:solidFill>
              <a:latin typeface="仿宋_GB2312" panose="02010609030101010101" pitchFamily="49" charset="-122"/>
              <a:ea typeface="仿宋_GB2312" panose="02010609030101010101" pitchFamily="49" charset="-122"/>
            </a:endParaRPr>
          </a:p>
          <a:p>
            <a:pPr lvl="0">
              <a:spcBef>
                <a:spcPct val="50000"/>
              </a:spcBef>
              <a:buChar char="•"/>
            </a:pPr>
            <a:r>
              <a:rPr lang="zh-CN" altLang="en-US" sz="2800">
                <a:solidFill>
                  <a:schemeClr val="tx1"/>
                </a:solidFill>
                <a:latin typeface="仿宋_GB2312" panose="02010609030101010101" pitchFamily="49" charset="-122"/>
                <a:ea typeface="仿宋_GB2312" panose="02010609030101010101" pitchFamily="49" charset="-122"/>
                <a:sym typeface="+mn-ea"/>
              </a:rPr>
              <a:t>当一个进程</a:t>
            </a:r>
            <a:r>
              <a:rPr lang="x-none" altLang="zh-CN" sz="2800">
                <a:solidFill>
                  <a:schemeClr val="tx1"/>
                </a:solidFill>
                <a:latin typeface="仿宋_GB2312" panose="02010609030101010101" pitchFamily="49" charset="-122"/>
                <a:ea typeface="仿宋_GB2312" panose="02010609030101010101" pitchFamily="49" charset="-122"/>
                <a:sym typeface="+mn-ea"/>
              </a:rPr>
              <a:t>完成任务，正常</a:t>
            </a:r>
            <a:r>
              <a:rPr lang="zh-CN" altLang="en-US" sz="2800">
                <a:solidFill>
                  <a:schemeClr val="tx1"/>
                </a:solidFill>
                <a:latin typeface="仿宋_GB2312" panose="02010609030101010101" pitchFamily="49" charset="-122"/>
                <a:ea typeface="仿宋_GB2312" panose="02010609030101010101" pitchFamily="49" charset="-122"/>
                <a:sym typeface="+mn-ea"/>
              </a:rPr>
              <a:t>中止时</a:t>
            </a:r>
            <a:r>
              <a:rPr lang="x-none" altLang="zh-CN" sz="2800">
                <a:solidFill>
                  <a:schemeClr val="tx1"/>
                </a:solidFill>
                <a:latin typeface="仿宋_GB2312" panose="02010609030101010101" pitchFamily="49" charset="-122"/>
                <a:ea typeface="仿宋_GB2312" panose="02010609030101010101" pitchFamily="49" charset="-122"/>
                <a:sym typeface="+mn-ea"/>
              </a:rPr>
              <a:t>;</a:t>
            </a:r>
            <a:endParaRPr lang="x-none" altLang="zh-CN" sz="2800">
              <a:solidFill>
                <a:schemeClr val="tx1"/>
              </a:solidFill>
              <a:latin typeface="仿宋_GB2312" panose="02010609030101010101" pitchFamily="49" charset="-122"/>
              <a:ea typeface="仿宋_GB2312" panose="02010609030101010101" pitchFamily="49" charset="-122"/>
            </a:endParaRPr>
          </a:p>
          <a:p>
            <a:pPr lvl="0">
              <a:spcBef>
                <a:spcPct val="50000"/>
              </a:spcBef>
              <a:buChar char="•"/>
            </a:pPr>
            <a:r>
              <a:rPr lang="x-none" altLang="zh-CN" sz="2800">
                <a:solidFill>
                  <a:schemeClr val="tx1"/>
                </a:solidFill>
                <a:latin typeface="仿宋_GB2312" panose="02010609030101010101" pitchFamily="49" charset="-122"/>
                <a:ea typeface="仿宋_GB2312" panose="02010609030101010101" pitchFamily="49" charset="-122"/>
                <a:sym typeface="+mn-ea"/>
              </a:rPr>
              <a:t>当一个进程异常出错时;</a:t>
            </a:r>
            <a:endParaRPr lang="zh-CN" altLang="en-US" sz="2800">
              <a:solidFill>
                <a:schemeClr val="tx1"/>
              </a:solidFill>
              <a:latin typeface="仿宋_GB2312" panose="02010609030101010101" pitchFamily="49" charset="-122"/>
              <a:ea typeface="仿宋_GB2312" panose="02010609030101010101" pitchFamily="49" charset="-122"/>
            </a:endParaRPr>
          </a:p>
        </p:txBody>
      </p:sp>
      <p:sp>
        <p:nvSpPr>
          <p:cNvPr id="25603" name="矩形 25602"/>
          <p:cNvSpPr/>
          <p:nvPr/>
        </p:nvSpPr>
        <p:spPr>
          <a:xfrm>
            <a:off x="707390" y="552450"/>
            <a:ext cx="2673350" cy="676275"/>
          </a:xfrm>
          <a:prstGeom prst="rect">
            <a:avLst/>
          </a:prstGeom>
          <a:noFill/>
          <a:ln w="9525">
            <a:noFill/>
          </a:ln>
        </p:spPr>
        <p:txBody>
          <a:bodyPr wrap="none" anchor="t">
            <a:spAutoFit/>
          </a:bodyPr>
          <a:p>
            <a:pPr marL="533400" lvl="0" indent="-533400" algn="l" fontAlgn="base">
              <a:lnSpc>
                <a:spcPct val="120000"/>
              </a:lnSpc>
              <a:spcBef>
                <a:spcPct val="30000"/>
              </a:spcBef>
              <a:buClr>
                <a:schemeClr val="tx2"/>
              </a:buClr>
              <a:buSzPct val="95000"/>
              <a:buFont typeface="Wingdings" panose="05000000000000000000" pitchFamily="2" charset="2"/>
            </a:pPr>
            <a:r>
              <a:rPr lang="zh-CN" altLang="en-US" sz="3200" strike="noStrike" noProof="1">
                <a:solidFill>
                  <a:srgbClr val="990000"/>
                </a:solidFill>
                <a:effectLst>
                  <a:outerShdw blurRad="38100" dist="38100" dir="2700000">
                    <a:srgbClr val="000000"/>
                  </a:outerShdw>
                </a:effectLst>
                <a:latin typeface="Arial" panose="02080604020202020204" pitchFamily="34" charset="0"/>
                <a:ea typeface="宋体" panose="02010600030101010101" pitchFamily="2" charset="-122"/>
                <a:cs typeface="+mn-ea"/>
              </a:rPr>
              <a:t>CPU调度时机</a:t>
            </a:r>
            <a:endParaRPr lang="zh-CN" altLang="en-US" sz="3200" strike="noStrike" noProof="1">
              <a:solidFill>
                <a:srgbClr val="990000"/>
              </a:solidFill>
              <a:effectLst>
                <a:outerShdw blurRad="38100" dist="38100" dir="2700000">
                  <a:srgbClr val="000000"/>
                </a:outerShdw>
              </a:effectLst>
              <a:cs typeface="+mn-ea"/>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5954" name="矩形 125953"/>
          <p:cNvSpPr/>
          <p:nvPr/>
        </p:nvSpPr>
        <p:spPr>
          <a:xfrm>
            <a:off x="182880" y="1176973"/>
            <a:ext cx="8731250" cy="5351145"/>
          </a:xfrm>
          <a:prstGeom prst="rect">
            <a:avLst/>
          </a:prstGeom>
          <a:noFill/>
          <a:ln w="9525">
            <a:noFill/>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en-US" altLang="zh-CN" sz="2800" b="1" strike="noStrike" noProof="1">
                <a:solidFill>
                  <a:srgbClr val="A50021"/>
                </a:solidFill>
                <a:latin typeface="Times New Roman" panose="02020603050405020304" charset="0"/>
                <a:ea typeface="宋体" panose="02010600030101010101" pitchFamily="2" charset="-122"/>
                <a:cs typeface="+mn-ea"/>
              </a:rPr>
              <a:t>(1) </a:t>
            </a:r>
            <a:r>
              <a:rPr lang="zh-CN" altLang="en-US" sz="2800" b="1" strike="noStrike" noProof="1">
                <a:solidFill>
                  <a:srgbClr val="A50021"/>
                </a:solidFill>
                <a:latin typeface="Times New Roman" panose="02020603050405020304" charset="0"/>
                <a:ea typeface="宋体" panose="02010600030101010101" pitchFamily="2" charset="-122"/>
                <a:cs typeface="+mn-ea"/>
              </a:rPr>
              <a:t>什么是调度方式</a:t>
            </a:r>
            <a:endParaRPr lang="zh-CN" altLang="en-US" sz="2800" b="1" strike="noStrike" noProof="1">
              <a:solidFill>
                <a:srgbClr val="A50021"/>
              </a:solidFill>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zh-CN" altLang="en-US" sz="2400" strike="noStrike" noProof="1">
                <a:solidFill>
                  <a:schemeClr val="tx1"/>
                </a:solidFill>
                <a:latin typeface="Times New Roman" panose="02020603050405020304" charset="0"/>
                <a:ea typeface="宋体" panose="02010600030101010101" pitchFamily="2" charset="-122"/>
                <a:cs typeface="+mn-ea"/>
              </a:rPr>
              <a:t>       当一进程正在处理机上执行时，若有某个更为“重要而紧迫”的进程需要运行，系统如何分配处理机。</a:t>
            </a:r>
            <a:endParaRPr lang="zh-CN" altLang="en-US" sz="24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30000"/>
              </a:lnSpc>
              <a:buNone/>
            </a:pPr>
            <a:r>
              <a:rPr lang="en-US" altLang="zh-CN" sz="2800" b="1" strike="noStrike" noProof="1">
                <a:solidFill>
                  <a:srgbClr val="A50021"/>
                </a:solidFill>
                <a:latin typeface="Times New Roman" panose="02020603050405020304" charset="0"/>
                <a:ea typeface="宋体" panose="02010600030101010101" pitchFamily="2" charset="-122"/>
                <a:cs typeface="+mn-ea"/>
              </a:rPr>
              <a:t>(2) </a:t>
            </a:r>
            <a:r>
              <a:rPr lang="zh-CN" altLang="en-US" sz="2800" b="1" strike="noStrike" noProof="1">
                <a:solidFill>
                  <a:srgbClr val="A50021"/>
                </a:solidFill>
                <a:latin typeface="Times New Roman" panose="02020603050405020304" charset="0"/>
                <a:ea typeface="宋体" panose="02010600030101010101" pitchFamily="2" charset="-122"/>
                <a:cs typeface="+mn-ea"/>
              </a:rPr>
              <a:t>非剥夺方式</a:t>
            </a:r>
            <a:endParaRPr lang="zh-CN" altLang="en-US" sz="2800" b="1" strike="noStrike" noProof="1">
              <a:solidFill>
                <a:srgbClr val="A50021"/>
              </a:solidFill>
              <a:latin typeface="Times New Roman" panose="02020603050405020304" charset="0"/>
              <a:ea typeface="宋体" panose="02010600030101010101" pitchFamily="2" charset="-122"/>
            </a:endParaRPr>
          </a:p>
          <a:p>
            <a:pPr marL="533400" lvl="0" indent="-533400" fontAlgn="base">
              <a:lnSpc>
                <a:spcPct val="120000"/>
              </a:lnSpc>
              <a:spcBef>
                <a:spcPct val="20000"/>
              </a:spcBef>
              <a:buClr>
                <a:srgbClr val="000000"/>
              </a:buClr>
              <a:buNone/>
            </a:pPr>
            <a:r>
              <a:rPr lang="zh-CN" altLang="en-US" sz="2400" strike="noStrike" noProof="1">
                <a:solidFill>
                  <a:schemeClr val="tx1"/>
                </a:solidFill>
                <a:latin typeface="Times New Roman" panose="02020603050405020304" charset="0"/>
                <a:ea typeface="宋体" panose="02010600030101010101" pitchFamily="2" charset="-122"/>
                <a:cs typeface="+mn-ea"/>
              </a:rPr>
              <a:t>       当“重要而紧迫”的进程来到时，正在执行的进程继续执行，直到该进程完成或发生某事件而进入“完成”或“阻塞”状态时，才把处理机分配给“重要而紧迫”的进程。</a:t>
            </a:r>
            <a:endParaRPr lang="zh-CN" altLang="en-US" sz="24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30000"/>
              </a:lnSpc>
              <a:buNone/>
            </a:pPr>
            <a:r>
              <a:rPr lang="en-US" altLang="zh-CN" sz="2800" b="1" strike="noStrike" noProof="1">
                <a:solidFill>
                  <a:srgbClr val="A50021"/>
                </a:solidFill>
                <a:latin typeface="Times New Roman" panose="02020603050405020304" charset="0"/>
                <a:ea typeface="宋体" panose="02010600030101010101" pitchFamily="2" charset="-122"/>
                <a:cs typeface="+mn-ea"/>
              </a:rPr>
              <a:t>(3) </a:t>
            </a:r>
            <a:r>
              <a:rPr lang="zh-CN" altLang="en-US" sz="2800" b="1" strike="noStrike" noProof="1">
                <a:solidFill>
                  <a:srgbClr val="A50021"/>
                </a:solidFill>
                <a:latin typeface="Times New Roman" panose="02020603050405020304" charset="0"/>
                <a:ea typeface="宋体" panose="02010600030101010101" pitchFamily="2" charset="-122"/>
                <a:cs typeface="+mn-ea"/>
              </a:rPr>
              <a:t>剥夺方式</a:t>
            </a:r>
            <a:endParaRPr lang="zh-CN" altLang="en-US" sz="2800" b="1" strike="noStrike" noProof="1">
              <a:solidFill>
                <a:srgbClr val="A50021"/>
              </a:solidFill>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zh-CN" altLang="en-US" sz="2400" strike="noStrike" noProof="1">
                <a:solidFill>
                  <a:schemeClr val="tx1"/>
                </a:solidFill>
                <a:latin typeface="Times New Roman" panose="02020603050405020304" charset="0"/>
                <a:ea typeface="宋体" panose="02010600030101010101" pitchFamily="2" charset="-122"/>
                <a:cs typeface="+mn-ea"/>
              </a:rPr>
              <a:t>       当“重要而紧迫”的进程来到时，便暂停正在执行的进程，立即把处理机分配给优先级更高的进程。</a:t>
            </a:r>
            <a:endParaRPr lang="zh-CN" altLang="en-US" sz="2400" strike="noStrike" noProof="1">
              <a:solidFill>
                <a:schemeClr val="tx1"/>
              </a:solidFill>
              <a:latin typeface="Times New Roman" panose="02020603050405020304" charset="0"/>
              <a:ea typeface="宋体" panose="02010600030101010101" pitchFamily="2" charset="-122"/>
            </a:endParaRPr>
          </a:p>
        </p:txBody>
      </p:sp>
      <p:sp>
        <p:nvSpPr>
          <p:cNvPr id="125955" name="矩形 125954"/>
          <p:cNvSpPr/>
          <p:nvPr/>
        </p:nvSpPr>
        <p:spPr>
          <a:xfrm>
            <a:off x="171450" y="544513"/>
            <a:ext cx="6475413" cy="676275"/>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buNone/>
            </a:pPr>
            <a:r>
              <a:rPr lang="en-US" altLang="zh-CN" b="1" strike="noStrike" noProof="1">
                <a:solidFill>
                  <a:srgbClr val="990000"/>
                </a:solidFill>
                <a:latin typeface="Times New Roman" panose="02020603050405020304" charset="0"/>
                <a:ea typeface="宋体" panose="02010600030101010101" pitchFamily="2" charset="-122"/>
                <a:cs typeface="+mn-ea"/>
              </a:rPr>
              <a:t>3.  </a:t>
            </a:r>
            <a:r>
              <a:rPr lang="zh-CN" altLang="en-US" b="1" strike="noStrike" noProof="1">
                <a:solidFill>
                  <a:srgbClr val="990000"/>
                </a:solidFill>
                <a:latin typeface="Times New Roman" panose="02020603050405020304" charset="0"/>
                <a:ea typeface="宋体" panose="02010600030101010101" pitchFamily="2" charset="-122"/>
                <a:cs typeface="+mn-ea"/>
              </a:rPr>
              <a:t>进程</a:t>
            </a:r>
            <a:r>
              <a:rPr lang="zh-CN" altLang="en-US" b="1" strike="noStrike" noProof="1">
                <a:solidFill>
                  <a:srgbClr val="990000"/>
                </a:solidFill>
                <a:latin typeface="Arial" panose="02080604020202020204" pitchFamily="34" charset="0"/>
                <a:ea typeface="宋体" panose="02010600030101010101" pitchFamily="2" charset="-122"/>
                <a:cs typeface="+mn-ea"/>
              </a:rPr>
              <a:t>调度的方式</a:t>
            </a:r>
            <a:endParaRPr lang="zh-CN" altLang="en-US" b="1" strike="noStrike" noProof="1">
              <a:solidFill>
                <a:srgbClr val="990000"/>
              </a:solidFill>
              <a:ea typeface="宋体" panose="02010600030101010101" pitchFamily="2" charset="-122"/>
            </a:endParaRPr>
          </a:p>
        </p:txBody>
      </p:sp>
      <p:sp>
        <p:nvSpPr>
          <p:cNvPr id="141316" name="文本框 125956"/>
          <p:cNvSpPr txBox="1"/>
          <p:nvPr/>
        </p:nvSpPr>
        <p:spPr>
          <a:xfrm>
            <a:off x="8493125" y="6510338"/>
            <a:ext cx="463550"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b="0">
                <a:solidFill>
                  <a:schemeClr val="tx2"/>
                </a:solidFill>
                <a:latin typeface="Times New Roman" panose="02020603050405020304" charset="0"/>
                <a:ea typeface="宋体" panose="02010600030101010101" pitchFamily="2" charset="-122"/>
              </a:rPr>
              <a:t>100</a:t>
            </a:r>
            <a:endParaRPr lang="en-US" altLang="zh-CN" b="0">
              <a:solidFill>
                <a:schemeClr val="tx2"/>
              </a:solidFill>
              <a:latin typeface="Times New Roman" panose="0202060305040502030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125954" grpId="0" uiExpand="1" build="p"/>
      <p:bldP spid="125955"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6978" name="矩形 126977"/>
          <p:cNvSpPr/>
          <p:nvPr/>
        </p:nvSpPr>
        <p:spPr>
          <a:xfrm>
            <a:off x="333375" y="1258888"/>
            <a:ext cx="8450263" cy="4930775"/>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en-US" altLang="zh-CN" sz="2800" b="1" strike="noStrike" noProof="1">
                <a:solidFill>
                  <a:srgbClr val="A50021"/>
                </a:solidFill>
                <a:effectLst/>
                <a:latin typeface="Times New Roman" panose="02020603050405020304" charset="0"/>
                <a:ea typeface="宋体" panose="02010600030101010101" pitchFamily="2" charset="-122"/>
                <a:cs typeface="+mn-ea"/>
              </a:rPr>
              <a:t>(1) </a:t>
            </a:r>
            <a:r>
              <a:rPr lang="zh-CN" altLang="en-US" sz="2800" b="1" strike="noStrike" noProof="1">
                <a:solidFill>
                  <a:srgbClr val="A50021"/>
                </a:solidFill>
                <a:effectLst/>
                <a:latin typeface="Times New Roman" panose="02020603050405020304" charset="0"/>
                <a:ea typeface="宋体" panose="02010600030101010101" pitchFamily="2" charset="-122"/>
                <a:cs typeface="+mn-ea"/>
              </a:rPr>
              <a:t>进程优先数调度算法</a:t>
            </a:r>
            <a:endParaRPr lang="zh-CN" altLang="en-US" sz="2800" b="1" strike="noStrike" noProof="1">
              <a:solidFill>
                <a:srgbClr val="A50021"/>
              </a:solidFill>
              <a:effectLst/>
              <a:latin typeface="Times New Roman" panose="02020603050405020304" charset="0"/>
              <a:ea typeface="宋体" panose="02010600030101010101" pitchFamily="2" charset="-122"/>
            </a:endParaRPr>
          </a:p>
          <a:p>
            <a:pPr marL="533400" lvl="0" indent="-533400" fontAlgn="base">
              <a:lnSpc>
                <a:spcPct val="130000"/>
              </a:lnSpc>
              <a:buNone/>
            </a:pPr>
            <a:r>
              <a:rPr lang="zh-CN" altLang="en-US" sz="2400" b="1" strike="noStrike" noProof="1">
                <a:solidFill>
                  <a:srgbClr val="000099"/>
                </a:solidFill>
                <a:effectLst/>
                <a:latin typeface="Times New Roman" panose="02020603050405020304" charset="0"/>
                <a:ea typeface="宋体" panose="02010600030101010101" pitchFamily="2" charset="-122"/>
                <a:cs typeface="+mn-ea"/>
              </a:rPr>
              <a:t>① 什么是进程优先数调度算法</a:t>
            </a:r>
            <a:endParaRPr lang="zh-CN" altLang="en-US" sz="2400" b="1" strike="noStrike" noProof="1">
              <a:solidFill>
                <a:srgbClr val="000099"/>
              </a:solidFill>
              <a:effectLst/>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zh-CN" altLang="en-US" sz="2000" strike="noStrike" noProof="1">
                <a:solidFill>
                  <a:schemeClr val="tx1"/>
                </a:solidFill>
                <a:effectLst/>
                <a:latin typeface="Times New Roman" panose="02020603050405020304" charset="0"/>
                <a:ea typeface="宋体" panose="02010600030101010101" pitchFamily="2" charset="-122"/>
                <a:cs typeface="+mn-ea"/>
              </a:rPr>
              <a:t>      </a:t>
            </a:r>
            <a:r>
              <a:rPr lang="zh-CN" altLang="en-US" sz="2400" strike="noStrike" noProof="1">
                <a:solidFill>
                  <a:schemeClr val="tx1"/>
                </a:solidFill>
                <a:effectLst/>
                <a:latin typeface="Times New Roman" panose="02020603050405020304" charset="0"/>
                <a:ea typeface="宋体" panose="02010600030101010101" pitchFamily="2" charset="-122"/>
                <a:cs typeface="+mn-ea"/>
              </a:rPr>
              <a:t>预先确定各进程的优先数，系统把处理机的使用权赋予就</a:t>
            </a:r>
            <a:endParaRPr lang="zh-CN" altLang="en-US" sz="2400" strike="noStrike" noProof="1">
              <a:solidFill>
                <a:schemeClr val="tx1"/>
              </a:solidFill>
              <a:effectLst/>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zh-CN" altLang="en-US" sz="2400" strike="noStrike" noProof="1">
                <a:solidFill>
                  <a:schemeClr val="tx1"/>
                </a:solidFill>
                <a:effectLst/>
                <a:latin typeface="Times New Roman" panose="02020603050405020304" charset="0"/>
                <a:ea typeface="宋体" panose="02010600030101010101" pitchFamily="2" charset="-122"/>
                <a:cs typeface="+mn-ea"/>
              </a:rPr>
              <a:t>     绪队列中具备最高优先权 </a:t>
            </a:r>
            <a:r>
              <a:rPr lang="en-US" altLang="zh-CN" sz="2400" strike="noStrike" noProof="1">
                <a:solidFill>
                  <a:schemeClr val="tx1"/>
                </a:solidFill>
                <a:effectLst/>
                <a:latin typeface="Times New Roman" panose="02020603050405020304" charset="0"/>
                <a:ea typeface="宋体" panose="02010600030101010101" pitchFamily="2" charset="-122"/>
                <a:cs typeface="+mn-ea"/>
              </a:rPr>
              <a:t>(</a:t>
            </a:r>
            <a:r>
              <a:rPr lang="zh-CN" altLang="en-US" sz="2400" strike="noStrike" noProof="1">
                <a:solidFill>
                  <a:schemeClr val="tx1"/>
                </a:solidFill>
                <a:effectLst/>
                <a:latin typeface="Times New Roman" panose="02020603050405020304" charset="0"/>
                <a:ea typeface="宋体" panose="02010600030101010101" pitchFamily="2" charset="-122"/>
                <a:cs typeface="+mn-ea"/>
              </a:rPr>
              <a:t>优先数和一定的优先级相对应</a:t>
            </a:r>
            <a:r>
              <a:rPr lang="en-US" altLang="zh-CN" sz="2400" strike="noStrike" noProof="1">
                <a:solidFill>
                  <a:schemeClr val="tx1"/>
                </a:solidFill>
                <a:effectLst/>
                <a:latin typeface="Times New Roman" panose="02020603050405020304" charset="0"/>
                <a:ea typeface="宋体" panose="02010600030101010101" pitchFamily="2" charset="-122"/>
                <a:cs typeface="+mn-ea"/>
              </a:rPr>
              <a:t>)</a:t>
            </a:r>
            <a:endParaRPr lang="en-US" altLang="zh-CN" sz="2400" strike="noStrike" noProof="1">
              <a:solidFill>
                <a:schemeClr val="tx1"/>
              </a:solidFill>
              <a:effectLst/>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en-US" altLang="zh-CN" sz="2400" strike="noStrike" noProof="1">
                <a:solidFill>
                  <a:schemeClr val="tx1"/>
                </a:solidFill>
                <a:effectLst/>
                <a:latin typeface="Times New Roman" panose="02020603050405020304" charset="0"/>
                <a:ea typeface="宋体" panose="02010600030101010101" pitchFamily="2" charset="-122"/>
                <a:cs typeface="+mn-ea"/>
              </a:rPr>
              <a:t>     </a:t>
            </a:r>
            <a:r>
              <a:rPr lang="zh-CN" altLang="en-US" sz="2400" strike="noStrike" noProof="1">
                <a:solidFill>
                  <a:schemeClr val="tx1"/>
                </a:solidFill>
                <a:effectLst/>
                <a:latin typeface="Times New Roman" panose="02020603050405020304" charset="0"/>
                <a:ea typeface="宋体" panose="02010600030101010101" pitchFamily="2" charset="-122"/>
                <a:cs typeface="+mn-ea"/>
              </a:rPr>
              <a:t>的就绪进程。</a:t>
            </a:r>
            <a:endParaRPr lang="zh-CN" altLang="en-US" sz="2400" strike="noStrike" noProof="1">
              <a:solidFill>
                <a:schemeClr val="tx1"/>
              </a:solidFill>
              <a:effectLst/>
              <a:latin typeface="Times New Roman" panose="02020603050405020304" charset="0"/>
              <a:ea typeface="宋体" panose="02010600030101010101" pitchFamily="2" charset="-122"/>
            </a:endParaRPr>
          </a:p>
          <a:p>
            <a:pPr marL="533400" lvl="0" indent="-533400" fontAlgn="base">
              <a:lnSpc>
                <a:spcPct val="130000"/>
              </a:lnSpc>
              <a:buNone/>
            </a:pPr>
            <a:r>
              <a:rPr lang="zh-CN" altLang="en-US" sz="2400" b="1" strike="noStrike" noProof="1">
                <a:solidFill>
                  <a:srgbClr val="000099"/>
                </a:solidFill>
                <a:effectLst/>
                <a:latin typeface="宋体" panose="02010600030101010101" pitchFamily="2" charset="-122"/>
                <a:ea typeface="宋体" panose="02010600030101010101" pitchFamily="2" charset="-122"/>
                <a:cs typeface="+mn-ea"/>
              </a:rPr>
              <a:t>② </a:t>
            </a:r>
            <a:r>
              <a:rPr lang="zh-CN" altLang="en-US" sz="2400" b="1" strike="noStrike" noProof="1">
                <a:solidFill>
                  <a:srgbClr val="000099"/>
                </a:solidFill>
                <a:effectLst/>
                <a:latin typeface="Times New Roman" panose="02020603050405020304" charset="0"/>
                <a:ea typeface="宋体" panose="02010600030101010101" pitchFamily="2" charset="-122"/>
                <a:cs typeface="+mn-ea"/>
              </a:rPr>
              <a:t>优先数的分类及确定</a:t>
            </a:r>
            <a:endParaRPr lang="zh-CN" altLang="en-US" sz="2400" b="1" strike="noStrike" noProof="1">
              <a:solidFill>
                <a:srgbClr val="000099"/>
              </a:solidFill>
              <a:effectLst/>
              <a:latin typeface="Times New Roman" panose="02020603050405020304" charset="0"/>
              <a:ea typeface="宋体" panose="02010600030101010101" pitchFamily="2" charset="-122"/>
            </a:endParaRPr>
          </a:p>
          <a:p>
            <a:pPr marL="533400" lvl="0" indent="-533400" fontAlgn="base">
              <a:lnSpc>
                <a:spcPct val="130000"/>
              </a:lnSpc>
              <a:buNone/>
            </a:pPr>
            <a:r>
              <a:rPr lang="zh-CN" altLang="en-US" sz="2400" b="1" strike="noStrike" noProof="1">
                <a:solidFill>
                  <a:schemeClr val="tx1"/>
                </a:solidFill>
                <a:effectLst/>
                <a:latin typeface="Times New Roman" panose="02020603050405020304" charset="0"/>
                <a:ea typeface="宋体" panose="02010600030101010101" pitchFamily="2" charset="-122"/>
                <a:cs typeface="+mn-ea"/>
              </a:rPr>
              <a:t>       </a:t>
            </a:r>
            <a:r>
              <a:rPr lang="en-US" altLang="zh-CN" sz="2400" b="1" strike="noStrike" noProof="1">
                <a:solidFill>
                  <a:schemeClr val="tx1"/>
                </a:solidFill>
                <a:effectLst/>
                <a:latin typeface="宋体" panose="02010600030101010101" pitchFamily="2" charset="-122"/>
                <a:ea typeface="宋体" panose="02010600030101010101" pitchFamily="2" charset="-122"/>
                <a:cs typeface="+mn-ea"/>
              </a:rPr>
              <a:t>ⅰ </a:t>
            </a:r>
            <a:r>
              <a:rPr lang="zh-CN" altLang="en-US" sz="2400" b="1" strike="noStrike" noProof="1">
                <a:solidFill>
                  <a:schemeClr val="tx1"/>
                </a:solidFill>
                <a:effectLst/>
                <a:latin typeface="Times New Roman" panose="02020603050405020304" charset="0"/>
                <a:ea typeface="宋体" panose="02010600030101010101" pitchFamily="2" charset="-122"/>
                <a:cs typeface="+mn-ea"/>
              </a:rPr>
              <a:t>静态优先数</a:t>
            </a:r>
            <a:endParaRPr lang="zh-CN" altLang="en-US" sz="2400" b="1" strike="noStrike" noProof="1">
              <a:solidFill>
                <a:schemeClr val="tx1"/>
              </a:solidFill>
              <a:effectLst/>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zh-CN" altLang="en-US" sz="2400" strike="noStrike" noProof="1">
                <a:solidFill>
                  <a:schemeClr val="tx1"/>
                </a:solidFill>
                <a:effectLst/>
                <a:latin typeface="Times New Roman" panose="02020603050405020304" charset="0"/>
                <a:ea typeface="宋体" panose="02010600030101010101" pitchFamily="2" charset="-122"/>
                <a:cs typeface="+mn-ea"/>
              </a:rPr>
              <a:t>在进程被创建时确定，且一经确定后在整个进程运行期间不再改变。</a:t>
            </a:r>
            <a:endParaRPr lang="zh-CN" altLang="en-US" sz="2400" strike="noStrike" noProof="1">
              <a:solidFill>
                <a:schemeClr val="tx1"/>
              </a:solidFill>
              <a:effectLst/>
              <a:latin typeface="Times New Roman" panose="02020603050405020304" charset="0"/>
              <a:ea typeface="宋体" panose="02010600030101010101" pitchFamily="2" charset="-122"/>
            </a:endParaRPr>
          </a:p>
        </p:txBody>
      </p:sp>
      <p:sp>
        <p:nvSpPr>
          <p:cNvPr id="126979" name="矩形 126978"/>
          <p:cNvSpPr/>
          <p:nvPr/>
        </p:nvSpPr>
        <p:spPr>
          <a:xfrm>
            <a:off x="185738" y="601663"/>
            <a:ext cx="6475413" cy="676275"/>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buNone/>
            </a:pPr>
            <a:r>
              <a:rPr lang="en-US" altLang="zh-CN" b="1" strike="noStrike" noProof="1">
                <a:solidFill>
                  <a:srgbClr val="990000"/>
                </a:solidFill>
                <a:latin typeface="Times New Roman" panose="02020603050405020304" charset="0"/>
                <a:ea typeface="宋体" panose="02010600030101010101" pitchFamily="2" charset="-122"/>
                <a:cs typeface="+mn-ea"/>
              </a:rPr>
              <a:t>4.  </a:t>
            </a:r>
            <a:r>
              <a:rPr lang="zh-CN" altLang="en-US" b="1" strike="noStrike" noProof="1">
                <a:solidFill>
                  <a:srgbClr val="990000"/>
                </a:solidFill>
                <a:latin typeface="Times New Roman" panose="02020603050405020304" charset="0"/>
                <a:ea typeface="宋体" panose="02010600030101010101" pitchFamily="2" charset="-122"/>
                <a:cs typeface="+mn-ea"/>
              </a:rPr>
              <a:t>进程</a:t>
            </a:r>
            <a:r>
              <a:rPr lang="zh-CN" altLang="en-US" b="1" strike="noStrike" noProof="1">
                <a:solidFill>
                  <a:srgbClr val="990000"/>
                </a:solidFill>
                <a:latin typeface="Arial" panose="02080604020202020204" pitchFamily="34" charset="0"/>
                <a:ea typeface="宋体" panose="02010600030101010101" pitchFamily="2" charset="-122"/>
                <a:cs typeface="+mn-ea"/>
              </a:rPr>
              <a:t>调度算法</a:t>
            </a:r>
            <a:endParaRPr lang="zh-CN" altLang="en-US" b="1" strike="noStrike" noProof="1">
              <a:solidFill>
                <a:srgbClr val="990000"/>
              </a:solidFill>
              <a:ea typeface="宋体" panose="02010600030101010101" pitchFamily="2" charset="-122"/>
            </a:endParaRPr>
          </a:p>
        </p:txBody>
      </p:sp>
      <p:sp>
        <p:nvSpPr>
          <p:cNvPr id="142340" name="文本框 126980"/>
          <p:cNvSpPr txBox="1"/>
          <p:nvPr/>
        </p:nvSpPr>
        <p:spPr>
          <a:xfrm>
            <a:off x="8493125" y="6510338"/>
            <a:ext cx="463550"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b="0">
                <a:solidFill>
                  <a:schemeClr val="tx2"/>
                </a:solidFill>
                <a:latin typeface="Times New Roman" panose="02020603050405020304" charset="0"/>
                <a:ea typeface="宋体" panose="02010600030101010101" pitchFamily="2" charset="-122"/>
              </a:rPr>
              <a:t>101</a:t>
            </a:r>
            <a:endParaRPr lang="en-US" altLang="zh-CN" b="0">
              <a:solidFill>
                <a:schemeClr val="tx2"/>
              </a:solidFill>
              <a:latin typeface="Times New Roman" panose="0202060305040502030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126978" grpId="0" build="p"/>
      <p:bldP spid="126979"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8002" name="矩形 128001"/>
          <p:cNvSpPr/>
          <p:nvPr/>
        </p:nvSpPr>
        <p:spPr>
          <a:xfrm>
            <a:off x="61913" y="673100"/>
            <a:ext cx="8669338" cy="5880100"/>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1295400" lvl="2" indent="-381000" fontAlgn="base">
              <a:lnSpc>
                <a:spcPct val="130000"/>
              </a:lnSpc>
              <a:buNone/>
            </a:pPr>
            <a:r>
              <a:rPr lang="en-US" altLang="zh-CN" b="1" strike="noStrike" noProof="1">
                <a:solidFill>
                  <a:schemeClr val="tx1"/>
                </a:solidFill>
                <a:effectLst/>
                <a:latin typeface="宋体" panose="02010600030101010101" pitchFamily="2" charset="-122"/>
                <a:ea typeface="宋体" panose="02010600030101010101" pitchFamily="2" charset="-122"/>
                <a:cs typeface="+mn-cs"/>
              </a:rPr>
              <a:t>ⅱ </a:t>
            </a:r>
            <a:r>
              <a:rPr lang="zh-CN" altLang="en-US" b="1" strike="noStrike" noProof="1">
                <a:solidFill>
                  <a:schemeClr val="tx1"/>
                </a:solidFill>
                <a:effectLst/>
                <a:latin typeface="Times New Roman" panose="02020603050405020304" charset="0"/>
                <a:ea typeface="宋体" panose="02010600030101010101" pitchFamily="2" charset="-122"/>
                <a:cs typeface="+mn-cs"/>
              </a:rPr>
              <a:t>静态优先数的确定</a:t>
            </a:r>
            <a:endParaRPr lang="zh-CN" altLang="en-US" b="1" strike="noStrike" noProof="1">
              <a:solidFill>
                <a:schemeClr val="tx1"/>
              </a:solidFill>
              <a:effectLst/>
              <a:latin typeface="Times New Roman" panose="02020603050405020304" charset="0"/>
              <a:ea typeface="宋体" panose="02010600030101010101" pitchFamily="2" charset="-122"/>
            </a:endParaRPr>
          </a:p>
          <a:p>
            <a:pPr marL="1714500" lvl="3" indent="-342900" fontAlgn="base">
              <a:lnSpc>
                <a:spcPct val="130000"/>
              </a:lnSpc>
            </a:pPr>
            <a:r>
              <a:rPr lang="zh-CN" altLang="en-US" sz="2400" strike="noStrike" noProof="1">
                <a:solidFill>
                  <a:schemeClr val="tx1"/>
                </a:solidFill>
                <a:effectLst/>
                <a:latin typeface="Times New Roman" panose="02020603050405020304" charset="0"/>
                <a:ea typeface="宋体" panose="02010600030101010101" pitchFamily="2" charset="-122"/>
                <a:cs typeface="+mn-cs"/>
              </a:rPr>
              <a:t>优先数根据进程所需使用的资源来计算</a:t>
            </a:r>
            <a:endParaRPr lang="zh-CN" altLang="en-US" sz="2400" strike="noStrike" noProof="1">
              <a:solidFill>
                <a:schemeClr val="tx1"/>
              </a:solidFill>
              <a:effectLst/>
              <a:latin typeface="Times New Roman" panose="02020603050405020304" charset="0"/>
              <a:ea typeface="宋体" panose="02010600030101010101" pitchFamily="2" charset="-122"/>
            </a:endParaRPr>
          </a:p>
          <a:p>
            <a:pPr marL="1714500" lvl="3" indent="-342900" fontAlgn="base">
              <a:lnSpc>
                <a:spcPct val="130000"/>
              </a:lnSpc>
            </a:pPr>
            <a:r>
              <a:rPr lang="zh-CN" altLang="en-US" sz="2400" strike="noStrike" noProof="1">
                <a:solidFill>
                  <a:schemeClr val="tx1"/>
                </a:solidFill>
                <a:effectLst/>
                <a:latin typeface="Times New Roman" panose="02020603050405020304" charset="0"/>
                <a:ea typeface="宋体" panose="02010600030101010101" pitchFamily="2" charset="-122"/>
                <a:cs typeface="+mn-cs"/>
              </a:rPr>
              <a:t>优先数基于程序运行时间的估计</a:t>
            </a:r>
            <a:endParaRPr lang="zh-CN" altLang="en-US" sz="2400" strike="noStrike" noProof="1">
              <a:solidFill>
                <a:schemeClr val="tx1"/>
              </a:solidFill>
              <a:effectLst/>
              <a:latin typeface="Times New Roman" panose="02020603050405020304" charset="0"/>
              <a:ea typeface="宋体" panose="02010600030101010101" pitchFamily="2" charset="-122"/>
            </a:endParaRPr>
          </a:p>
          <a:p>
            <a:pPr marL="1714500" lvl="3" indent="-342900" fontAlgn="base">
              <a:lnSpc>
                <a:spcPct val="130000"/>
              </a:lnSpc>
            </a:pPr>
            <a:r>
              <a:rPr lang="zh-CN" altLang="en-US" sz="2400" strike="noStrike" noProof="1">
                <a:solidFill>
                  <a:schemeClr val="tx1"/>
                </a:solidFill>
                <a:effectLst/>
                <a:latin typeface="Times New Roman" panose="02020603050405020304" charset="0"/>
                <a:ea typeface="宋体" panose="02010600030101010101" pitchFamily="2" charset="-122"/>
                <a:cs typeface="+mn-cs"/>
              </a:rPr>
              <a:t>优先数基于进程的类型               </a:t>
            </a:r>
            <a:endParaRPr lang="zh-CN" altLang="en-US" sz="2400" strike="noStrike" noProof="1">
              <a:solidFill>
                <a:schemeClr val="tx1"/>
              </a:solidFill>
              <a:effectLst/>
              <a:latin typeface="Times New Roman" panose="02020603050405020304" charset="0"/>
              <a:ea typeface="宋体" panose="02010600030101010101" pitchFamily="2" charset="-122"/>
            </a:endParaRPr>
          </a:p>
          <a:p>
            <a:pPr marL="1295400" lvl="2" indent="-381000" fontAlgn="base">
              <a:lnSpc>
                <a:spcPct val="130000"/>
              </a:lnSpc>
              <a:buNone/>
            </a:pPr>
            <a:r>
              <a:rPr lang="en-US" altLang="zh-CN" b="1" strike="noStrike" noProof="1">
                <a:solidFill>
                  <a:schemeClr val="tx1"/>
                </a:solidFill>
                <a:effectLst/>
                <a:latin typeface="宋体" panose="02010600030101010101" pitchFamily="2" charset="-122"/>
                <a:ea typeface="宋体" panose="02010600030101010101" pitchFamily="2" charset="-122"/>
                <a:cs typeface="+mn-cs"/>
              </a:rPr>
              <a:t>ⅲ </a:t>
            </a:r>
            <a:r>
              <a:rPr lang="zh-CN" altLang="en-US" b="1" strike="noStrike" noProof="1">
                <a:solidFill>
                  <a:schemeClr val="tx1"/>
                </a:solidFill>
                <a:effectLst/>
                <a:latin typeface="Times New Roman" panose="02020603050405020304" charset="0"/>
                <a:ea typeface="宋体" panose="02010600030101010101" pitchFamily="2" charset="-122"/>
                <a:cs typeface="+mn-cs"/>
              </a:rPr>
              <a:t>动态优先数</a:t>
            </a:r>
            <a:endParaRPr lang="zh-CN" altLang="en-US" b="1" strike="noStrike" noProof="1">
              <a:solidFill>
                <a:schemeClr val="tx1"/>
              </a:solidFill>
              <a:effectLst/>
              <a:latin typeface="Times New Roman" panose="02020603050405020304" charset="0"/>
              <a:ea typeface="宋体" panose="02010600030101010101" pitchFamily="2" charset="-122"/>
            </a:endParaRPr>
          </a:p>
          <a:p>
            <a:pPr marL="533400" lvl="0" indent="-533400" fontAlgn="base">
              <a:lnSpc>
                <a:spcPct val="130000"/>
              </a:lnSpc>
              <a:buNone/>
            </a:pPr>
            <a:r>
              <a:rPr lang="zh-CN" altLang="en-US" sz="2400" strike="noStrike" noProof="1">
                <a:solidFill>
                  <a:schemeClr val="tx1"/>
                </a:solidFill>
                <a:effectLst/>
                <a:latin typeface="Times New Roman" panose="02020603050405020304" charset="0"/>
                <a:ea typeface="宋体" panose="02010600030101010101" pitchFamily="2" charset="-122"/>
                <a:cs typeface="+mn-ea"/>
              </a:rPr>
              <a:t>              进程优先数在进程运行期间可以改变。</a:t>
            </a:r>
            <a:endParaRPr lang="zh-CN" altLang="en-US" sz="2400" strike="noStrike" noProof="1">
              <a:solidFill>
                <a:schemeClr val="tx1"/>
              </a:solidFill>
              <a:effectLst/>
              <a:latin typeface="Times New Roman" panose="02020603050405020304" charset="0"/>
              <a:ea typeface="宋体" panose="02010600030101010101" pitchFamily="2" charset="-122"/>
            </a:endParaRPr>
          </a:p>
          <a:p>
            <a:pPr marL="1295400" lvl="2" indent="-381000" fontAlgn="base">
              <a:lnSpc>
                <a:spcPct val="130000"/>
              </a:lnSpc>
              <a:buNone/>
            </a:pPr>
            <a:r>
              <a:rPr lang="en-US" altLang="zh-CN" b="1" strike="noStrike" noProof="1">
                <a:solidFill>
                  <a:schemeClr val="tx1"/>
                </a:solidFill>
                <a:effectLst/>
                <a:latin typeface="宋体" panose="02010600030101010101" pitchFamily="2" charset="-122"/>
                <a:ea typeface="宋体" panose="02010600030101010101" pitchFamily="2" charset="-122"/>
                <a:cs typeface="+mn-cs"/>
              </a:rPr>
              <a:t>ⅳ </a:t>
            </a:r>
            <a:r>
              <a:rPr lang="zh-CN" altLang="en-US" b="1" strike="noStrike" noProof="1">
                <a:solidFill>
                  <a:schemeClr val="tx1"/>
                </a:solidFill>
                <a:effectLst/>
                <a:latin typeface="Times New Roman" panose="02020603050405020304" charset="0"/>
                <a:ea typeface="宋体" panose="02010600030101010101" pitchFamily="2" charset="-122"/>
                <a:cs typeface="+mn-cs"/>
              </a:rPr>
              <a:t>动态优先数的确定</a:t>
            </a:r>
            <a:endParaRPr lang="zh-CN" altLang="en-US" b="1" strike="noStrike" noProof="1">
              <a:solidFill>
                <a:schemeClr val="tx1"/>
              </a:solidFill>
              <a:effectLst/>
              <a:latin typeface="Times New Roman" panose="02020603050405020304" charset="0"/>
              <a:ea typeface="宋体" panose="02010600030101010101" pitchFamily="2" charset="-122"/>
            </a:endParaRPr>
          </a:p>
          <a:p>
            <a:pPr marL="1714500" lvl="3" indent="-342900" fontAlgn="base">
              <a:lnSpc>
                <a:spcPct val="130000"/>
              </a:lnSpc>
            </a:pPr>
            <a:r>
              <a:rPr lang="zh-CN" altLang="en-US" sz="2400" strike="noStrike" noProof="1">
                <a:solidFill>
                  <a:schemeClr val="tx1"/>
                </a:solidFill>
                <a:effectLst/>
                <a:latin typeface="Times New Roman" panose="02020603050405020304" charset="0"/>
                <a:ea typeface="宋体" panose="02010600030101010101" pitchFamily="2" charset="-122"/>
                <a:cs typeface="+mn-cs"/>
              </a:rPr>
              <a:t>进程使用</a:t>
            </a:r>
            <a:r>
              <a:rPr lang="en-US" altLang="zh-CN" sz="2400" strike="noStrike" noProof="1">
                <a:solidFill>
                  <a:schemeClr val="tx1"/>
                </a:solidFill>
                <a:effectLst/>
                <a:latin typeface="Times New Roman" panose="02020603050405020304" charset="0"/>
                <a:ea typeface="宋体" panose="02010600030101010101" pitchFamily="2" charset="-122"/>
                <a:cs typeface="+mn-cs"/>
              </a:rPr>
              <a:t>CPU</a:t>
            </a:r>
            <a:r>
              <a:rPr lang="zh-CN" altLang="en-US" sz="2400" strike="noStrike" noProof="1">
                <a:solidFill>
                  <a:schemeClr val="tx1"/>
                </a:solidFill>
                <a:effectLst/>
                <a:latin typeface="Times New Roman" panose="02020603050405020304" charset="0"/>
                <a:ea typeface="宋体" panose="02010600030101010101" pitchFamily="2" charset="-122"/>
                <a:cs typeface="+mn-cs"/>
              </a:rPr>
              <a:t>超过一定</a:t>
            </a:r>
            <a:r>
              <a:rPr lang="x-none" altLang="zh-CN" sz="2400" strike="noStrike" noProof="1">
                <a:solidFill>
                  <a:schemeClr val="tx1"/>
                </a:solidFill>
                <a:effectLst/>
                <a:latin typeface="Times New Roman" panose="02020603050405020304" charset="0"/>
                <a:ea typeface="宋体" panose="02010600030101010101" pitchFamily="2" charset="-122"/>
                <a:cs typeface="+mn-cs"/>
              </a:rPr>
              <a:t>时间</a:t>
            </a:r>
            <a:r>
              <a:rPr lang="zh-CN" altLang="en-US" sz="2400" strike="noStrike" noProof="1">
                <a:solidFill>
                  <a:schemeClr val="tx1"/>
                </a:solidFill>
                <a:effectLst/>
                <a:latin typeface="Times New Roman" panose="02020603050405020304" charset="0"/>
                <a:ea typeface="宋体" panose="02010600030101010101" pitchFamily="2" charset="-122"/>
                <a:cs typeface="+mn-cs"/>
              </a:rPr>
              <a:t>时，降低优先数</a:t>
            </a:r>
            <a:endParaRPr lang="zh-CN" altLang="en-US" sz="2400" strike="noStrike" noProof="1">
              <a:solidFill>
                <a:schemeClr val="tx1"/>
              </a:solidFill>
              <a:effectLst/>
              <a:latin typeface="Times New Roman" panose="02020603050405020304" charset="0"/>
              <a:ea typeface="宋体" panose="02010600030101010101" pitchFamily="2" charset="-122"/>
            </a:endParaRPr>
          </a:p>
          <a:p>
            <a:pPr marL="1714500" lvl="3" indent="-342900" fontAlgn="base">
              <a:lnSpc>
                <a:spcPct val="130000"/>
              </a:lnSpc>
            </a:pPr>
            <a:r>
              <a:rPr lang="zh-CN" altLang="en-US" sz="2400" strike="noStrike" noProof="1">
                <a:solidFill>
                  <a:schemeClr val="tx1"/>
                </a:solidFill>
                <a:effectLst/>
                <a:latin typeface="Times New Roman" panose="02020603050405020304" charset="0"/>
                <a:ea typeface="宋体" panose="02010600030101010101" pitchFamily="2" charset="-122"/>
                <a:cs typeface="+mn-cs"/>
              </a:rPr>
              <a:t>进程</a:t>
            </a:r>
            <a:r>
              <a:rPr lang="en-US" altLang="zh-CN" sz="2400" strike="noStrike" noProof="1">
                <a:solidFill>
                  <a:schemeClr val="tx1"/>
                </a:solidFill>
                <a:effectLst/>
                <a:latin typeface="Times New Roman" panose="02020603050405020304" charset="0"/>
                <a:ea typeface="宋体" panose="02010600030101010101" pitchFamily="2" charset="-122"/>
                <a:cs typeface="+mn-cs"/>
              </a:rPr>
              <a:t>I/O</a:t>
            </a:r>
            <a:r>
              <a:rPr lang="zh-CN" altLang="en-US" sz="2400" strike="noStrike" noProof="1">
                <a:solidFill>
                  <a:schemeClr val="tx1"/>
                </a:solidFill>
                <a:effectLst/>
                <a:latin typeface="Times New Roman" panose="02020603050405020304" charset="0"/>
                <a:ea typeface="宋体" panose="02010600030101010101" pitchFamily="2" charset="-122"/>
                <a:cs typeface="+mn-cs"/>
              </a:rPr>
              <a:t>操作后，增加优先数</a:t>
            </a:r>
            <a:endParaRPr lang="zh-CN" altLang="en-US" sz="2400" strike="noStrike" noProof="1">
              <a:solidFill>
                <a:schemeClr val="tx1"/>
              </a:solidFill>
              <a:effectLst/>
              <a:latin typeface="Times New Roman" panose="02020603050405020304" charset="0"/>
              <a:ea typeface="宋体" panose="02010600030101010101" pitchFamily="2" charset="-122"/>
            </a:endParaRPr>
          </a:p>
          <a:p>
            <a:pPr marL="1714500" lvl="3" indent="-342900" fontAlgn="base">
              <a:lnSpc>
                <a:spcPct val="130000"/>
              </a:lnSpc>
            </a:pPr>
            <a:r>
              <a:rPr lang="zh-CN" altLang="en-US" sz="2400" strike="noStrike" noProof="1">
                <a:solidFill>
                  <a:schemeClr val="tx1"/>
                </a:solidFill>
                <a:effectLst/>
                <a:latin typeface="Times New Roman" panose="02020603050405020304" charset="0"/>
                <a:ea typeface="宋体" panose="02010600030101010101" pitchFamily="2" charset="-122"/>
                <a:cs typeface="+mn-cs"/>
              </a:rPr>
              <a:t>进程等待时间超过一定数值时，提高优先数</a:t>
            </a:r>
            <a:endParaRPr lang="zh-CN" altLang="en-US" sz="2400" strike="noStrike" noProof="1">
              <a:solidFill>
                <a:schemeClr val="tx1"/>
              </a:solidFill>
              <a:effectLst/>
              <a:latin typeface="Times New Roman" panose="0202060305040502030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9026" name="矩形 129025"/>
          <p:cNvSpPr/>
          <p:nvPr/>
        </p:nvSpPr>
        <p:spPr>
          <a:xfrm>
            <a:off x="676275" y="701675"/>
            <a:ext cx="8480425" cy="2984500"/>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en-US" altLang="zh-CN" sz="2800" b="1" strike="noStrike" noProof="1">
                <a:solidFill>
                  <a:srgbClr val="A50021"/>
                </a:solidFill>
                <a:latin typeface="Times New Roman" panose="02020603050405020304" charset="0"/>
                <a:ea typeface="宋体" panose="02010600030101010101" pitchFamily="2" charset="-122"/>
                <a:cs typeface="+mn-ea"/>
              </a:rPr>
              <a:t>(2) </a:t>
            </a:r>
            <a:r>
              <a:rPr lang="zh-CN" altLang="en-US" sz="2800" b="1" strike="noStrike" noProof="1">
                <a:solidFill>
                  <a:srgbClr val="A50021"/>
                </a:solidFill>
                <a:latin typeface="Times New Roman" panose="02020603050405020304" charset="0"/>
                <a:ea typeface="宋体" panose="02010600030101010101" pitchFamily="2" charset="-122"/>
                <a:cs typeface="+mn-ea"/>
              </a:rPr>
              <a:t>循环轮转调度算法</a:t>
            </a:r>
            <a:endParaRPr lang="zh-CN" altLang="en-US" sz="2800" b="1" strike="noStrike" noProof="1">
              <a:solidFill>
                <a:srgbClr val="A50021"/>
              </a:solidFill>
              <a:latin typeface="Times New Roman" panose="02020603050405020304" charset="0"/>
              <a:ea typeface="宋体" panose="02010600030101010101" pitchFamily="2" charset="-122"/>
            </a:endParaRPr>
          </a:p>
          <a:p>
            <a:pPr marL="533400" lvl="0" indent="-533400" fontAlgn="base">
              <a:lnSpc>
                <a:spcPct val="130000"/>
              </a:lnSpc>
              <a:buNone/>
            </a:pPr>
            <a:r>
              <a:rPr lang="zh-CN" altLang="en-US" sz="2400" b="1" strike="noStrike" noProof="1">
                <a:solidFill>
                  <a:srgbClr val="000099"/>
                </a:solidFill>
                <a:latin typeface="Times New Roman" panose="02020603050405020304" charset="0"/>
                <a:ea typeface="宋体" panose="02010600030101010101" pitchFamily="2" charset="-122"/>
                <a:cs typeface="+mn-ea"/>
              </a:rPr>
              <a:t>① 什么是循环轮转调度算法</a:t>
            </a:r>
            <a:endParaRPr lang="zh-CN" altLang="en-US" sz="2400" b="1" strike="noStrike" noProof="1">
              <a:solidFill>
                <a:srgbClr val="000099"/>
              </a:solidFill>
              <a:latin typeface="Times New Roman" panose="02020603050405020304" charset="0"/>
              <a:ea typeface="宋体" panose="02010600030101010101" pitchFamily="2" charset="-122"/>
            </a:endParaRPr>
          </a:p>
          <a:p>
            <a:pPr marL="533400" lvl="0" indent="-533400" fontAlgn="base">
              <a:lnSpc>
                <a:spcPct val="130000"/>
              </a:lnSpc>
              <a:buNone/>
            </a:pPr>
            <a:r>
              <a:rPr lang="zh-CN" altLang="en-US" sz="2000" strike="noStrike" noProof="1">
                <a:solidFill>
                  <a:schemeClr val="tx1"/>
                </a:solidFill>
                <a:latin typeface="Times New Roman" panose="02020603050405020304" charset="0"/>
                <a:ea typeface="宋体" panose="02010600030101010101" pitchFamily="2" charset="-122"/>
                <a:cs typeface="+mn-ea"/>
              </a:rPr>
              <a:t>      </a:t>
            </a:r>
            <a:r>
              <a:rPr lang="zh-CN" altLang="en-US" sz="2400" strike="noStrike" noProof="1">
                <a:solidFill>
                  <a:schemeClr val="tx1"/>
                </a:solidFill>
                <a:latin typeface="Times New Roman" panose="02020603050405020304" charset="0"/>
                <a:ea typeface="宋体" panose="02010600030101010101" pitchFamily="2" charset="-122"/>
                <a:cs typeface="+mn-ea"/>
              </a:rPr>
              <a:t>当</a:t>
            </a:r>
            <a:r>
              <a:rPr lang="en-US" altLang="zh-CN" sz="2400" strike="noStrike" noProof="1">
                <a:solidFill>
                  <a:schemeClr val="tx1"/>
                </a:solidFill>
                <a:latin typeface="Times New Roman" panose="02020603050405020304" charset="0"/>
                <a:ea typeface="宋体" panose="02010600030101010101" pitchFamily="2" charset="-122"/>
                <a:cs typeface="+mn-ea"/>
              </a:rPr>
              <a:t>CPU</a:t>
            </a:r>
            <a:r>
              <a:rPr lang="zh-CN" altLang="en-US" sz="2400" strike="noStrike" noProof="1">
                <a:solidFill>
                  <a:schemeClr val="tx1"/>
                </a:solidFill>
                <a:latin typeface="Times New Roman" panose="02020603050405020304" charset="0"/>
                <a:ea typeface="宋体" panose="02010600030101010101" pitchFamily="2" charset="-122"/>
                <a:cs typeface="+mn-ea"/>
              </a:rPr>
              <a:t>空闲时，选取就绪队列首元素，赋予一个时间片，当</a:t>
            </a:r>
            <a:endParaRPr lang="zh-CN" altLang="en-US" sz="24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30000"/>
              </a:lnSpc>
              <a:buNone/>
            </a:pPr>
            <a:r>
              <a:rPr lang="zh-CN" altLang="en-US" sz="2400" strike="noStrike" noProof="1">
                <a:solidFill>
                  <a:schemeClr val="tx1"/>
                </a:solidFill>
                <a:latin typeface="Times New Roman" panose="02020603050405020304" charset="0"/>
                <a:ea typeface="宋体" panose="02010600030101010101" pitchFamily="2" charset="-122"/>
                <a:cs typeface="+mn-ea"/>
              </a:rPr>
              <a:t>      时间片用完时，该进程转为就绪态并进入就绪队列末端。</a:t>
            </a:r>
            <a:endParaRPr lang="zh-CN" altLang="en-US" sz="24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30000"/>
              </a:lnSpc>
              <a:buNone/>
            </a:pPr>
            <a:r>
              <a:rPr lang="zh-CN" altLang="en-US" sz="2400" b="1" strike="noStrike" noProof="1">
                <a:solidFill>
                  <a:srgbClr val="CC0000"/>
                </a:solidFill>
                <a:latin typeface="Times New Roman" panose="02020603050405020304" charset="0"/>
                <a:ea typeface="宋体" panose="02010600030101010101" pitchFamily="2" charset="-122"/>
                <a:cs typeface="+mn-ea"/>
              </a:rPr>
              <a:t>      该队列排序的原则是什么？</a:t>
            </a:r>
            <a:endParaRPr lang="zh-CN" altLang="en-US" sz="2400" b="1" strike="noStrike" noProof="1">
              <a:solidFill>
                <a:srgbClr val="CC0000"/>
              </a:solidFill>
              <a:latin typeface="Times New Roman" panose="02020603050405020304" charset="0"/>
              <a:ea typeface="宋体" panose="02010600030101010101" pitchFamily="2" charset="-122"/>
            </a:endParaRPr>
          </a:p>
        </p:txBody>
      </p:sp>
      <p:grpSp>
        <p:nvGrpSpPr>
          <p:cNvPr id="129027" name="组合 129026"/>
          <p:cNvGrpSpPr/>
          <p:nvPr/>
        </p:nvGrpSpPr>
        <p:grpSpPr>
          <a:xfrm>
            <a:off x="574675" y="4170363"/>
            <a:ext cx="7897813" cy="1876425"/>
            <a:chOff x="0" y="0"/>
            <a:chExt cx="4975" cy="1182"/>
          </a:xfrm>
        </p:grpSpPr>
        <p:sp>
          <p:nvSpPr>
            <p:cNvPr id="144387" name="矩形 129027"/>
            <p:cNvSpPr/>
            <p:nvPr/>
          </p:nvSpPr>
          <p:spPr>
            <a:xfrm>
              <a:off x="1572" y="184"/>
              <a:ext cx="3084" cy="998"/>
            </a:xfrm>
            <a:prstGeom prst="rect">
              <a:avLst/>
            </a:prstGeom>
            <a:noFill/>
            <a:ln w="19050" cap="flat" cmpd="sng">
              <a:solidFill>
                <a:schemeClr val="tx1"/>
              </a:solidFill>
              <a:prstDash val="solid"/>
              <a:miter/>
              <a:headEnd type="none" w="med" len="med"/>
              <a:tailEnd type="none" w="med" len="med"/>
            </a:ln>
          </p:spPr>
          <p:txBody>
            <a:bodyPr wrap="none" anchor="ctr"/>
            <a:p>
              <a:pPr marL="914400" lvl="0" indent="-340995" algn="ctr">
                <a:lnSpc>
                  <a:spcPct val="120000"/>
                </a:lnSpc>
                <a:buClr>
                  <a:schemeClr val="tx2"/>
                </a:buClr>
                <a:buSzPct val="95000"/>
                <a:buFont typeface="Wingdings" panose="05000000000000000000" pitchFamily="2" charset="2"/>
                <a:buBlip>
                  <a:blip r:embed="rId1"/>
                </a:buBlip>
              </a:pPr>
              <a:endParaRPr lang="zh-CN" altLang="en-US" sz="1600" b="0" dirty="0">
                <a:latin typeface="Arial" panose="02080604020202020204" pitchFamily="34" charset="0"/>
                <a:ea typeface="宋体" panose="02010600030101010101" pitchFamily="2" charset="-122"/>
              </a:endParaRPr>
            </a:p>
          </p:txBody>
        </p:sp>
        <p:grpSp>
          <p:nvGrpSpPr>
            <p:cNvPr id="144388" name="组合 129028"/>
            <p:cNvGrpSpPr/>
            <p:nvPr/>
          </p:nvGrpSpPr>
          <p:grpSpPr>
            <a:xfrm>
              <a:off x="3884" y="502"/>
              <a:ext cx="503" cy="550"/>
              <a:chOff x="0" y="0"/>
              <a:chExt cx="576" cy="624"/>
            </a:xfrm>
          </p:grpSpPr>
          <p:sp>
            <p:nvSpPr>
              <p:cNvPr id="144389" name="矩形 129029"/>
              <p:cNvSpPr/>
              <p:nvPr/>
            </p:nvSpPr>
            <p:spPr>
              <a:xfrm>
                <a:off x="0" y="0"/>
                <a:ext cx="576" cy="624"/>
              </a:xfrm>
              <a:prstGeom prst="rect">
                <a:avLst/>
              </a:prstGeom>
              <a:solidFill>
                <a:srgbClr val="FFFFFF"/>
              </a:solidFill>
              <a:ln w="9525" cap="flat" cmpd="sng">
                <a:solidFill>
                  <a:srgbClr val="000000"/>
                </a:solidFill>
                <a:prstDash val="solid"/>
                <a:miter/>
                <a:headEnd type="none" w="med" len="med"/>
                <a:tailEnd type="none" w="med" len="med"/>
              </a:ln>
            </p:spPr>
            <p:txBody>
              <a:bodyPr anchor="t"/>
              <a:p>
                <a:pPr lvl="0" algn="ctr"/>
                <a:endParaRPr lang="zh-CN" altLang="en-US" dirty="0">
                  <a:latin typeface="Arial" panose="02080604020202020204" pitchFamily="34" charset="0"/>
                  <a:ea typeface="宋体" panose="02010600030101010101" pitchFamily="2" charset="-122"/>
                </a:endParaRPr>
              </a:p>
            </p:txBody>
          </p:sp>
          <p:sp>
            <p:nvSpPr>
              <p:cNvPr id="144390" name="直接连接符 129030"/>
              <p:cNvSpPr/>
              <p:nvPr/>
            </p:nvSpPr>
            <p:spPr>
              <a:xfrm>
                <a:off x="0" y="432"/>
                <a:ext cx="576" cy="0"/>
              </a:xfrm>
              <a:prstGeom prst="line">
                <a:avLst/>
              </a:prstGeom>
              <a:ln w="9525" cap="flat" cmpd="sng">
                <a:solidFill>
                  <a:schemeClr val="tx1"/>
                </a:solidFill>
                <a:prstDash val="solid"/>
                <a:round/>
                <a:headEnd type="none" w="med" len="med"/>
                <a:tailEnd type="none" w="med" len="med"/>
              </a:ln>
            </p:spPr>
            <p:txBody>
              <a:bodyPr anchor="t"/>
              <a:p>
                <a:pPr lvl="0"/>
                <a:endParaRPr lang="zh-CN" altLang="en-US">
                  <a:latin typeface="Arial" panose="02080604020202020204" pitchFamily="34" charset="0"/>
                  <a:ea typeface="宋体" panose="02010600030101010101" pitchFamily="2" charset="-122"/>
                </a:endParaRPr>
              </a:p>
            </p:txBody>
          </p:sp>
        </p:grpSp>
        <p:grpSp>
          <p:nvGrpSpPr>
            <p:cNvPr id="144391" name="组合 129031"/>
            <p:cNvGrpSpPr/>
            <p:nvPr/>
          </p:nvGrpSpPr>
          <p:grpSpPr>
            <a:xfrm>
              <a:off x="2625" y="502"/>
              <a:ext cx="503" cy="550"/>
              <a:chOff x="0" y="0"/>
              <a:chExt cx="576" cy="624"/>
            </a:xfrm>
          </p:grpSpPr>
          <p:sp>
            <p:nvSpPr>
              <p:cNvPr id="144392" name="矩形 129032"/>
              <p:cNvSpPr/>
              <p:nvPr/>
            </p:nvSpPr>
            <p:spPr>
              <a:xfrm>
                <a:off x="0" y="0"/>
                <a:ext cx="576" cy="624"/>
              </a:xfrm>
              <a:prstGeom prst="rect">
                <a:avLst/>
              </a:prstGeom>
              <a:solidFill>
                <a:srgbClr val="FFFFFF"/>
              </a:solidFill>
              <a:ln w="9525" cap="flat" cmpd="sng">
                <a:solidFill>
                  <a:srgbClr val="000000"/>
                </a:solidFill>
                <a:prstDash val="solid"/>
                <a:miter/>
                <a:headEnd type="none" w="med" len="med"/>
                <a:tailEnd type="none" w="med" len="med"/>
              </a:ln>
            </p:spPr>
            <p:txBody>
              <a:bodyPr anchor="t"/>
              <a:p>
                <a:pPr lvl="0" algn="ctr"/>
                <a:endParaRPr lang="zh-CN" altLang="en-US" dirty="0">
                  <a:latin typeface="Arial" panose="02080604020202020204" pitchFamily="34" charset="0"/>
                  <a:ea typeface="宋体" panose="02010600030101010101" pitchFamily="2" charset="-122"/>
                </a:endParaRPr>
              </a:p>
            </p:txBody>
          </p:sp>
          <p:sp>
            <p:nvSpPr>
              <p:cNvPr id="144393" name="直接连接符 129033"/>
              <p:cNvSpPr/>
              <p:nvPr/>
            </p:nvSpPr>
            <p:spPr>
              <a:xfrm>
                <a:off x="0" y="432"/>
                <a:ext cx="576" cy="0"/>
              </a:xfrm>
              <a:prstGeom prst="line">
                <a:avLst/>
              </a:prstGeom>
              <a:ln w="9525" cap="flat" cmpd="sng">
                <a:solidFill>
                  <a:schemeClr val="tx1"/>
                </a:solidFill>
                <a:prstDash val="solid"/>
                <a:round/>
                <a:headEnd type="none" w="med" len="med"/>
                <a:tailEnd type="none" w="med" len="med"/>
              </a:ln>
            </p:spPr>
            <p:txBody>
              <a:bodyPr anchor="t"/>
              <a:p>
                <a:pPr lvl="0"/>
                <a:endParaRPr lang="zh-CN" altLang="en-US">
                  <a:latin typeface="Arial" panose="02080604020202020204" pitchFamily="34" charset="0"/>
                  <a:ea typeface="宋体" panose="02010600030101010101" pitchFamily="2" charset="-122"/>
                </a:endParaRPr>
              </a:p>
            </p:txBody>
          </p:sp>
        </p:grpSp>
        <p:grpSp>
          <p:nvGrpSpPr>
            <p:cNvPr id="144394" name="组合 129034"/>
            <p:cNvGrpSpPr/>
            <p:nvPr/>
          </p:nvGrpSpPr>
          <p:grpSpPr>
            <a:xfrm>
              <a:off x="1786" y="502"/>
              <a:ext cx="503" cy="550"/>
              <a:chOff x="0" y="0"/>
              <a:chExt cx="576" cy="624"/>
            </a:xfrm>
          </p:grpSpPr>
          <p:sp>
            <p:nvSpPr>
              <p:cNvPr id="144395" name="矩形 129035"/>
              <p:cNvSpPr/>
              <p:nvPr/>
            </p:nvSpPr>
            <p:spPr>
              <a:xfrm>
                <a:off x="0" y="0"/>
                <a:ext cx="576" cy="624"/>
              </a:xfrm>
              <a:prstGeom prst="rect">
                <a:avLst/>
              </a:prstGeom>
              <a:solidFill>
                <a:srgbClr val="FFFFFF"/>
              </a:solidFill>
              <a:ln w="9525" cap="flat" cmpd="sng">
                <a:solidFill>
                  <a:srgbClr val="000000"/>
                </a:solidFill>
                <a:prstDash val="solid"/>
                <a:miter/>
                <a:headEnd type="none" w="med" len="med"/>
                <a:tailEnd type="none" w="med" len="med"/>
              </a:ln>
            </p:spPr>
            <p:txBody>
              <a:bodyPr anchor="t"/>
              <a:p>
                <a:pPr lvl="0" algn="ctr"/>
                <a:endParaRPr lang="zh-CN" altLang="en-US" dirty="0">
                  <a:latin typeface="Arial" panose="02080604020202020204" pitchFamily="34" charset="0"/>
                  <a:ea typeface="宋体" panose="02010600030101010101" pitchFamily="2" charset="-122"/>
                </a:endParaRPr>
              </a:p>
            </p:txBody>
          </p:sp>
          <p:sp>
            <p:nvSpPr>
              <p:cNvPr id="144396" name="直接连接符 129036"/>
              <p:cNvSpPr/>
              <p:nvPr/>
            </p:nvSpPr>
            <p:spPr>
              <a:xfrm>
                <a:off x="0" y="432"/>
                <a:ext cx="576" cy="0"/>
              </a:xfrm>
              <a:prstGeom prst="line">
                <a:avLst/>
              </a:prstGeom>
              <a:ln w="9525" cap="flat" cmpd="sng">
                <a:solidFill>
                  <a:schemeClr val="tx1"/>
                </a:solidFill>
                <a:prstDash val="solid"/>
                <a:round/>
                <a:headEnd type="none" w="med" len="med"/>
                <a:tailEnd type="none" w="med" len="med"/>
              </a:ln>
            </p:spPr>
            <p:txBody>
              <a:bodyPr anchor="t"/>
              <a:p>
                <a:pPr lvl="0"/>
                <a:endParaRPr lang="zh-CN" altLang="en-US">
                  <a:latin typeface="Arial" panose="02080604020202020204" pitchFamily="34" charset="0"/>
                  <a:ea typeface="宋体" panose="02010600030101010101" pitchFamily="2" charset="-122"/>
                </a:endParaRPr>
              </a:p>
            </p:txBody>
          </p:sp>
        </p:grpSp>
        <p:sp>
          <p:nvSpPr>
            <p:cNvPr id="144397" name="直接连接符 129037"/>
            <p:cNvSpPr/>
            <p:nvPr/>
          </p:nvSpPr>
          <p:spPr>
            <a:xfrm>
              <a:off x="2206" y="967"/>
              <a:ext cx="209" cy="0"/>
            </a:xfrm>
            <a:prstGeom prst="line">
              <a:avLst/>
            </a:prstGeom>
            <a:ln w="9525" cap="flat" cmpd="sng">
              <a:solidFill>
                <a:schemeClr val="tx1"/>
              </a:solidFill>
              <a:prstDash val="solid"/>
              <a:round/>
              <a:headEnd type="none" w="med" len="med"/>
              <a:tailEnd type="none" w="med" len="med"/>
            </a:ln>
          </p:spPr>
          <p:txBody>
            <a:bodyPr anchor="t"/>
            <a:p>
              <a:pPr lvl="0"/>
              <a:endParaRPr lang="zh-CN" altLang="en-US">
                <a:latin typeface="Arial" panose="02080604020202020204" pitchFamily="34" charset="0"/>
                <a:ea typeface="宋体" panose="02010600030101010101" pitchFamily="2" charset="-122"/>
              </a:endParaRPr>
            </a:p>
          </p:txBody>
        </p:sp>
        <p:sp>
          <p:nvSpPr>
            <p:cNvPr id="144398" name="直接连接符 129038"/>
            <p:cNvSpPr/>
            <p:nvPr/>
          </p:nvSpPr>
          <p:spPr>
            <a:xfrm>
              <a:off x="2415" y="501"/>
              <a:ext cx="210" cy="0"/>
            </a:xfrm>
            <a:prstGeom prst="line">
              <a:avLst/>
            </a:prstGeom>
            <a:ln w="9525" cap="flat" cmpd="sng">
              <a:solidFill>
                <a:schemeClr val="tx1"/>
              </a:solidFill>
              <a:prstDash val="solid"/>
              <a:round/>
              <a:headEnd type="none" w="med" len="med"/>
              <a:tailEnd type="triangle" w="med" len="med"/>
            </a:ln>
          </p:spPr>
          <p:txBody>
            <a:bodyPr anchor="t"/>
            <a:p>
              <a:pPr lvl="0"/>
              <a:endParaRPr lang="zh-CN" altLang="en-US">
                <a:latin typeface="Arial" panose="02080604020202020204" pitchFamily="34" charset="0"/>
                <a:ea typeface="宋体" panose="02010600030101010101" pitchFamily="2" charset="-122"/>
              </a:endParaRPr>
            </a:p>
          </p:txBody>
        </p:sp>
        <p:sp>
          <p:nvSpPr>
            <p:cNvPr id="144399" name="直接连接符 129039"/>
            <p:cNvSpPr/>
            <p:nvPr/>
          </p:nvSpPr>
          <p:spPr>
            <a:xfrm>
              <a:off x="2415" y="501"/>
              <a:ext cx="0" cy="466"/>
            </a:xfrm>
            <a:prstGeom prst="line">
              <a:avLst/>
            </a:prstGeom>
            <a:ln w="9525" cap="flat" cmpd="sng">
              <a:solidFill>
                <a:schemeClr val="tx1"/>
              </a:solidFill>
              <a:prstDash val="solid"/>
              <a:round/>
              <a:headEnd type="none" w="med" len="med"/>
              <a:tailEnd type="none" w="med" len="med"/>
            </a:ln>
          </p:spPr>
          <p:txBody>
            <a:bodyPr anchor="t"/>
            <a:p>
              <a:pPr lvl="0"/>
              <a:endParaRPr lang="zh-CN" altLang="en-US">
                <a:latin typeface="Arial" panose="02080604020202020204" pitchFamily="34" charset="0"/>
                <a:ea typeface="宋体" panose="02010600030101010101" pitchFamily="2" charset="-122"/>
              </a:endParaRPr>
            </a:p>
          </p:txBody>
        </p:sp>
        <p:sp>
          <p:nvSpPr>
            <p:cNvPr id="144400" name="直接连接符 129040"/>
            <p:cNvSpPr/>
            <p:nvPr/>
          </p:nvSpPr>
          <p:spPr>
            <a:xfrm>
              <a:off x="3045" y="989"/>
              <a:ext cx="209" cy="0"/>
            </a:xfrm>
            <a:prstGeom prst="line">
              <a:avLst/>
            </a:prstGeom>
            <a:ln w="9525" cap="flat" cmpd="sng">
              <a:solidFill>
                <a:schemeClr val="tx1"/>
              </a:solidFill>
              <a:prstDash val="solid"/>
              <a:round/>
              <a:headEnd type="none" w="med" len="med"/>
              <a:tailEnd type="none" w="med" len="med"/>
            </a:ln>
          </p:spPr>
          <p:txBody>
            <a:bodyPr anchor="t"/>
            <a:p>
              <a:pPr lvl="0"/>
              <a:endParaRPr lang="zh-CN" altLang="en-US">
                <a:latin typeface="Arial" panose="02080604020202020204" pitchFamily="34" charset="0"/>
                <a:ea typeface="宋体" panose="02010600030101010101" pitchFamily="2" charset="-122"/>
              </a:endParaRPr>
            </a:p>
          </p:txBody>
        </p:sp>
        <p:sp>
          <p:nvSpPr>
            <p:cNvPr id="144401" name="直接连接符 129041"/>
            <p:cNvSpPr/>
            <p:nvPr/>
          </p:nvSpPr>
          <p:spPr>
            <a:xfrm>
              <a:off x="3254" y="523"/>
              <a:ext cx="210" cy="0"/>
            </a:xfrm>
            <a:prstGeom prst="line">
              <a:avLst/>
            </a:prstGeom>
            <a:ln w="9525" cap="flat" cmpd="sng">
              <a:solidFill>
                <a:schemeClr val="tx1"/>
              </a:solidFill>
              <a:prstDash val="solid"/>
              <a:round/>
              <a:headEnd type="none" w="med" len="med"/>
              <a:tailEnd type="triangle" w="med" len="med"/>
            </a:ln>
          </p:spPr>
          <p:txBody>
            <a:bodyPr anchor="t"/>
            <a:p>
              <a:pPr lvl="0"/>
              <a:endParaRPr lang="zh-CN" altLang="en-US">
                <a:latin typeface="Arial" panose="02080604020202020204" pitchFamily="34" charset="0"/>
                <a:ea typeface="宋体" panose="02010600030101010101" pitchFamily="2" charset="-122"/>
              </a:endParaRPr>
            </a:p>
          </p:txBody>
        </p:sp>
        <p:sp>
          <p:nvSpPr>
            <p:cNvPr id="144402" name="直接连接符 129042"/>
            <p:cNvSpPr/>
            <p:nvPr/>
          </p:nvSpPr>
          <p:spPr>
            <a:xfrm>
              <a:off x="3254" y="523"/>
              <a:ext cx="0" cy="466"/>
            </a:xfrm>
            <a:prstGeom prst="line">
              <a:avLst/>
            </a:prstGeom>
            <a:ln w="9525" cap="flat" cmpd="sng">
              <a:solidFill>
                <a:schemeClr val="tx1"/>
              </a:solidFill>
              <a:prstDash val="solid"/>
              <a:round/>
              <a:headEnd type="none" w="med" len="med"/>
              <a:tailEnd type="none" w="med" len="med"/>
            </a:ln>
          </p:spPr>
          <p:txBody>
            <a:bodyPr anchor="t"/>
            <a:p>
              <a:pPr lvl="0"/>
              <a:endParaRPr lang="zh-CN" altLang="en-US">
                <a:latin typeface="Arial" panose="02080604020202020204" pitchFamily="34" charset="0"/>
                <a:ea typeface="宋体" panose="02010600030101010101" pitchFamily="2" charset="-122"/>
              </a:endParaRPr>
            </a:p>
          </p:txBody>
        </p:sp>
        <p:sp>
          <p:nvSpPr>
            <p:cNvPr id="144403" name="直接连接符 129043"/>
            <p:cNvSpPr/>
            <p:nvPr/>
          </p:nvSpPr>
          <p:spPr>
            <a:xfrm>
              <a:off x="3674" y="523"/>
              <a:ext cx="210" cy="0"/>
            </a:xfrm>
            <a:prstGeom prst="line">
              <a:avLst/>
            </a:prstGeom>
            <a:ln w="9525" cap="flat" cmpd="sng">
              <a:solidFill>
                <a:schemeClr val="tx1"/>
              </a:solidFill>
              <a:prstDash val="solid"/>
              <a:round/>
              <a:headEnd type="none" w="med" len="med"/>
              <a:tailEnd type="triangle" w="med" len="med"/>
            </a:ln>
          </p:spPr>
          <p:txBody>
            <a:bodyPr anchor="t"/>
            <a:p>
              <a:pPr lvl="0"/>
              <a:endParaRPr lang="zh-CN" altLang="en-US">
                <a:latin typeface="Arial" panose="02080604020202020204" pitchFamily="34" charset="0"/>
                <a:ea typeface="宋体" panose="02010600030101010101" pitchFamily="2" charset="-122"/>
              </a:endParaRPr>
            </a:p>
          </p:txBody>
        </p:sp>
        <p:sp>
          <p:nvSpPr>
            <p:cNvPr id="144404" name="文本框 129044"/>
            <p:cNvSpPr txBox="1"/>
            <p:nvPr/>
          </p:nvSpPr>
          <p:spPr>
            <a:xfrm>
              <a:off x="4051" y="820"/>
              <a:ext cx="294" cy="212"/>
            </a:xfrm>
            <a:prstGeom prst="rect">
              <a:avLst/>
            </a:prstGeom>
            <a:noFill/>
            <a:ln w="9525">
              <a:noFill/>
              <a:miter/>
            </a:ln>
          </p:spPr>
          <p:txBody>
            <a:bodyPr anchor="t">
              <a:spAutoFit/>
            </a:bodyPr>
            <a:p>
              <a:pPr lvl="0">
                <a:spcBef>
                  <a:spcPct val="50000"/>
                </a:spcBef>
              </a:pPr>
              <a:r>
                <a:rPr lang="zh-CN" altLang="en-US" sz="1600">
                  <a:solidFill>
                    <a:schemeClr val="tx1"/>
                  </a:solidFill>
                  <a:latin typeface="Times New Roman" panose="02020603050405020304" charset="0"/>
                  <a:ea typeface="宋体" panose="02010600030101010101" pitchFamily="2" charset="-122"/>
                  <a:sym typeface="Symbol" panose="05050102010706020507" pitchFamily="18" charset="2"/>
                </a:rPr>
                <a:t></a:t>
              </a:r>
              <a:endParaRPr lang="zh-CN" altLang="en-US" sz="1600">
                <a:solidFill>
                  <a:schemeClr val="tx1"/>
                </a:solidFill>
                <a:latin typeface="Times New Roman" panose="02020603050405020304" charset="0"/>
                <a:ea typeface="宋体" panose="02010600030101010101" pitchFamily="2" charset="-122"/>
                <a:sym typeface="Symbol" panose="05050102010706020507" pitchFamily="18" charset="2"/>
              </a:endParaRPr>
            </a:p>
          </p:txBody>
        </p:sp>
        <p:grpSp>
          <p:nvGrpSpPr>
            <p:cNvPr id="144405" name="组合 129045"/>
            <p:cNvGrpSpPr/>
            <p:nvPr/>
          </p:nvGrpSpPr>
          <p:grpSpPr>
            <a:xfrm>
              <a:off x="3884" y="502"/>
              <a:ext cx="503" cy="550"/>
              <a:chOff x="0" y="0"/>
              <a:chExt cx="576" cy="624"/>
            </a:xfrm>
          </p:grpSpPr>
          <p:sp>
            <p:nvSpPr>
              <p:cNvPr id="144406" name="矩形 129046"/>
              <p:cNvSpPr/>
              <p:nvPr/>
            </p:nvSpPr>
            <p:spPr>
              <a:xfrm>
                <a:off x="0" y="0"/>
                <a:ext cx="576" cy="624"/>
              </a:xfrm>
              <a:prstGeom prst="rect">
                <a:avLst/>
              </a:prstGeom>
              <a:solidFill>
                <a:srgbClr val="CCFFFF"/>
              </a:solidFill>
              <a:ln w="9525" cap="flat" cmpd="sng">
                <a:solidFill>
                  <a:srgbClr val="000000"/>
                </a:solidFill>
                <a:prstDash val="solid"/>
                <a:miter/>
                <a:headEnd type="none" w="med" len="med"/>
                <a:tailEnd type="none" w="med" len="med"/>
              </a:ln>
            </p:spPr>
            <p:txBody>
              <a:bodyPr anchor="t"/>
              <a:p>
                <a:pPr lvl="0" algn="ctr"/>
                <a:endParaRPr lang="zh-CN" altLang="en-US" dirty="0">
                  <a:latin typeface="Arial" panose="02080604020202020204" pitchFamily="34" charset="0"/>
                  <a:ea typeface="宋体" panose="02010600030101010101" pitchFamily="2" charset="-122"/>
                </a:endParaRPr>
              </a:p>
            </p:txBody>
          </p:sp>
          <p:sp>
            <p:nvSpPr>
              <p:cNvPr id="144407" name="直接连接符 129047"/>
              <p:cNvSpPr/>
              <p:nvPr/>
            </p:nvSpPr>
            <p:spPr>
              <a:xfrm>
                <a:off x="0" y="432"/>
                <a:ext cx="576" cy="0"/>
              </a:xfrm>
              <a:prstGeom prst="line">
                <a:avLst/>
              </a:prstGeom>
              <a:ln w="9525" cap="flat" cmpd="sng">
                <a:solidFill>
                  <a:schemeClr val="tx1"/>
                </a:solidFill>
                <a:prstDash val="solid"/>
                <a:round/>
                <a:headEnd type="none" w="med" len="med"/>
                <a:tailEnd type="none" w="med" len="med"/>
              </a:ln>
            </p:spPr>
            <p:txBody>
              <a:bodyPr anchor="t"/>
              <a:p>
                <a:pPr lvl="0"/>
                <a:endParaRPr lang="zh-CN" altLang="en-US">
                  <a:latin typeface="Arial" panose="02080604020202020204" pitchFamily="34" charset="0"/>
                  <a:ea typeface="宋体" panose="02010600030101010101" pitchFamily="2" charset="-122"/>
                </a:endParaRPr>
              </a:p>
            </p:txBody>
          </p:sp>
        </p:grpSp>
        <p:grpSp>
          <p:nvGrpSpPr>
            <p:cNvPr id="144408" name="组合 129048"/>
            <p:cNvGrpSpPr/>
            <p:nvPr/>
          </p:nvGrpSpPr>
          <p:grpSpPr>
            <a:xfrm>
              <a:off x="2625" y="502"/>
              <a:ext cx="503" cy="550"/>
              <a:chOff x="0" y="0"/>
              <a:chExt cx="576" cy="624"/>
            </a:xfrm>
          </p:grpSpPr>
          <p:sp>
            <p:nvSpPr>
              <p:cNvPr id="144409" name="矩形 129049"/>
              <p:cNvSpPr/>
              <p:nvPr/>
            </p:nvSpPr>
            <p:spPr>
              <a:xfrm>
                <a:off x="0" y="0"/>
                <a:ext cx="576" cy="624"/>
              </a:xfrm>
              <a:prstGeom prst="rect">
                <a:avLst/>
              </a:prstGeom>
              <a:solidFill>
                <a:srgbClr val="CCECFF"/>
              </a:solidFill>
              <a:ln w="9525" cap="flat" cmpd="sng">
                <a:solidFill>
                  <a:srgbClr val="000000"/>
                </a:solidFill>
                <a:prstDash val="solid"/>
                <a:miter/>
                <a:headEnd type="none" w="med" len="med"/>
                <a:tailEnd type="none" w="med" len="med"/>
              </a:ln>
            </p:spPr>
            <p:txBody>
              <a:bodyPr anchor="t"/>
              <a:p>
                <a:pPr lvl="0" algn="ctr"/>
                <a:endParaRPr lang="zh-CN" altLang="en-US" dirty="0">
                  <a:latin typeface="Arial" panose="02080604020202020204" pitchFamily="34" charset="0"/>
                  <a:ea typeface="宋体" panose="02010600030101010101" pitchFamily="2" charset="-122"/>
                </a:endParaRPr>
              </a:p>
            </p:txBody>
          </p:sp>
          <p:sp>
            <p:nvSpPr>
              <p:cNvPr id="144410" name="直接连接符 129050"/>
              <p:cNvSpPr/>
              <p:nvPr/>
            </p:nvSpPr>
            <p:spPr>
              <a:xfrm>
                <a:off x="0" y="432"/>
                <a:ext cx="576" cy="0"/>
              </a:xfrm>
              <a:prstGeom prst="line">
                <a:avLst/>
              </a:prstGeom>
              <a:ln w="9525" cap="flat" cmpd="sng">
                <a:solidFill>
                  <a:schemeClr val="tx1"/>
                </a:solidFill>
                <a:prstDash val="solid"/>
                <a:round/>
                <a:headEnd type="none" w="med" len="med"/>
                <a:tailEnd type="none" w="med" len="med"/>
              </a:ln>
            </p:spPr>
            <p:txBody>
              <a:bodyPr anchor="t"/>
              <a:p>
                <a:pPr lvl="0"/>
                <a:endParaRPr lang="zh-CN" altLang="en-US">
                  <a:latin typeface="Arial" panose="02080604020202020204" pitchFamily="34" charset="0"/>
                  <a:ea typeface="宋体" panose="02010600030101010101" pitchFamily="2" charset="-122"/>
                </a:endParaRPr>
              </a:p>
            </p:txBody>
          </p:sp>
        </p:grpSp>
        <p:grpSp>
          <p:nvGrpSpPr>
            <p:cNvPr id="144411" name="组合 129051"/>
            <p:cNvGrpSpPr/>
            <p:nvPr/>
          </p:nvGrpSpPr>
          <p:grpSpPr>
            <a:xfrm>
              <a:off x="1786" y="502"/>
              <a:ext cx="503" cy="550"/>
              <a:chOff x="0" y="0"/>
              <a:chExt cx="576" cy="624"/>
            </a:xfrm>
          </p:grpSpPr>
          <p:sp>
            <p:nvSpPr>
              <p:cNvPr id="144412" name="矩形 129052"/>
              <p:cNvSpPr/>
              <p:nvPr/>
            </p:nvSpPr>
            <p:spPr>
              <a:xfrm>
                <a:off x="0" y="0"/>
                <a:ext cx="576" cy="624"/>
              </a:xfrm>
              <a:prstGeom prst="rect">
                <a:avLst/>
              </a:prstGeom>
              <a:solidFill>
                <a:srgbClr val="CCECFF"/>
              </a:solidFill>
              <a:ln w="9525" cap="flat" cmpd="sng">
                <a:solidFill>
                  <a:srgbClr val="000000"/>
                </a:solidFill>
                <a:prstDash val="solid"/>
                <a:miter/>
                <a:headEnd type="none" w="med" len="med"/>
                <a:tailEnd type="none" w="med" len="med"/>
              </a:ln>
            </p:spPr>
            <p:txBody>
              <a:bodyPr anchor="t"/>
              <a:p>
                <a:pPr lvl="0" algn="ctr"/>
                <a:endParaRPr lang="zh-CN" altLang="en-US" dirty="0">
                  <a:latin typeface="Arial" panose="02080604020202020204" pitchFamily="34" charset="0"/>
                  <a:ea typeface="宋体" panose="02010600030101010101" pitchFamily="2" charset="-122"/>
                </a:endParaRPr>
              </a:p>
            </p:txBody>
          </p:sp>
          <p:sp>
            <p:nvSpPr>
              <p:cNvPr id="144413" name="直接连接符 129053"/>
              <p:cNvSpPr/>
              <p:nvPr/>
            </p:nvSpPr>
            <p:spPr>
              <a:xfrm>
                <a:off x="0" y="432"/>
                <a:ext cx="576" cy="0"/>
              </a:xfrm>
              <a:prstGeom prst="line">
                <a:avLst/>
              </a:prstGeom>
              <a:ln w="9525" cap="flat" cmpd="sng">
                <a:solidFill>
                  <a:schemeClr val="tx1"/>
                </a:solidFill>
                <a:prstDash val="solid"/>
                <a:round/>
                <a:headEnd type="none" w="med" len="med"/>
                <a:tailEnd type="none" w="med" len="med"/>
              </a:ln>
            </p:spPr>
            <p:txBody>
              <a:bodyPr anchor="t"/>
              <a:p>
                <a:pPr lvl="0"/>
                <a:endParaRPr lang="zh-CN" altLang="en-US">
                  <a:latin typeface="Arial" panose="02080604020202020204" pitchFamily="34" charset="0"/>
                  <a:ea typeface="宋体" panose="02010600030101010101" pitchFamily="2" charset="-122"/>
                </a:endParaRPr>
              </a:p>
            </p:txBody>
          </p:sp>
        </p:grpSp>
        <p:sp>
          <p:nvSpPr>
            <p:cNvPr id="144414" name="直接连接符 129054"/>
            <p:cNvSpPr/>
            <p:nvPr/>
          </p:nvSpPr>
          <p:spPr>
            <a:xfrm>
              <a:off x="2206" y="967"/>
              <a:ext cx="209" cy="0"/>
            </a:xfrm>
            <a:prstGeom prst="line">
              <a:avLst/>
            </a:prstGeom>
            <a:ln w="9525" cap="flat" cmpd="sng">
              <a:solidFill>
                <a:schemeClr val="tx1"/>
              </a:solidFill>
              <a:prstDash val="solid"/>
              <a:round/>
              <a:headEnd type="none" w="med" len="med"/>
              <a:tailEnd type="none" w="med" len="med"/>
            </a:ln>
          </p:spPr>
          <p:txBody>
            <a:bodyPr anchor="t"/>
            <a:p>
              <a:pPr lvl="0"/>
              <a:endParaRPr lang="zh-CN" altLang="en-US">
                <a:latin typeface="Arial" panose="02080604020202020204" pitchFamily="34" charset="0"/>
                <a:ea typeface="宋体" panose="02010600030101010101" pitchFamily="2" charset="-122"/>
              </a:endParaRPr>
            </a:p>
          </p:txBody>
        </p:sp>
        <p:sp>
          <p:nvSpPr>
            <p:cNvPr id="144415" name="直接连接符 129055"/>
            <p:cNvSpPr/>
            <p:nvPr/>
          </p:nvSpPr>
          <p:spPr>
            <a:xfrm>
              <a:off x="2415" y="501"/>
              <a:ext cx="210" cy="0"/>
            </a:xfrm>
            <a:prstGeom prst="line">
              <a:avLst/>
            </a:prstGeom>
            <a:ln w="19050" cap="flat" cmpd="sng">
              <a:solidFill>
                <a:schemeClr val="tx1"/>
              </a:solidFill>
              <a:prstDash val="solid"/>
              <a:round/>
              <a:headEnd type="none" w="med" len="med"/>
              <a:tailEnd type="triangle" w="sm" len="med"/>
            </a:ln>
          </p:spPr>
          <p:txBody>
            <a:bodyPr anchor="t"/>
            <a:p>
              <a:pPr lvl="0"/>
              <a:endParaRPr lang="zh-CN" altLang="en-US">
                <a:latin typeface="Arial" panose="02080604020202020204" pitchFamily="34" charset="0"/>
                <a:ea typeface="宋体" panose="02010600030101010101" pitchFamily="2" charset="-122"/>
              </a:endParaRPr>
            </a:p>
          </p:txBody>
        </p:sp>
        <p:sp>
          <p:nvSpPr>
            <p:cNvPr id="144416" name="直接连接符 129056"/>
            <p:cNvSpPr/>
            <p:nvPr/>
          </p:nvSpPr>
          <p:spPr>
            <a:xfrm>
              <a:off x="2415" y="501"/>
              <a:ext cx="0" cy="466"/>
            </a:xfrm>
            <a:prstGeom prst="line">
              <a:avLst/>
            </a:prstGeom>
            <a:ln w="9525" cap="flat" cmpd="sng">
              <a:solidFill>
                <a:schemeClr val="tx1"/>
              </a:solidFill>
              <a:prstDash val="solid"/>
              <a:round/>
              <a:headEnd type="none" w="med" len="med"/>
              <a:tailEnd type="none" w="med" len="med"/>
            </a:ln>
          </p:spPr>
          <p:txBody>
            <a:bodyPr anchor="t"/>
            <a:p>
              <a:pPr lvl="0"/>
              <a:endParaRPr lang="zh-CN" altLang="en-US">
                <a:latin typeface="Arial" panose="02080604020202020204" pitchFamily="34" charset="0"/>
                <a:ea typeface="宋体" panose="02010600030101010101" pitchFamily="2" charset="-122"/>
              </a:endParaRPr>
            </a:p>
          </p:txBody>
        </p:sp>
        <p:sp>
          <p:nvSpPr>
            <p:cNvPr id="144417" name="直接连接符 129057"/>
            <p:cNvSpPr/>
            <p:nvPr/>
          </p:nvSpPr>
          <p:spPr>
            <a:xfrm>
              <a:off x="3045" y="989"/>
              <a:ext cx="209" cy="0"/>
            </a:xfrm>
            <a:prstGeom prst="line">
              <a:avLst/>
            </a:prstGeom>
            <a:ln w="9525" cap="flat" cmpd="sng">
              <a:solidFill>
                <a:schemeClr val="tx1"/>
              </a:solidFill>
              <a:prstDash val="solid"/>
              <a:round/>
              <a:headEnd type="none" w="med" len="med"/>
              <a:tailEnd type="none" w="med" len="med"/>
            </a:ln>
          </p:spPr>
          <p:txBody>
            <a:bodyPr anchor="t"/>
            <a:p>
              <a:pPr lvl="0"/>
              <a:endParaRPr lang="zh-CN" altLang="en-US">
                <a:latin typeface="Arial" panose="02080604020202020204" pitchFamily="34" charset="0"/>
                <a:ea typeface="宋体" panose="02010600030101010101" pitchFamily="2" charset="-122"/>
              </a:endParaRPr>
            </a:p>
          </p:txBody>
        </p:sp>
        <p:sp>
          <p:nvSpPr>
            <p:cNvPr id="144418" name="直接连接符 129058"/>
            <p:cNvSpPr/>
            <p:nvPr/>
          </p:nvSpPr>
          <p:spPr>
            <a:xfrm>
              <a:off x="3254" y="523"/>
              <a:ext cx="210" cy="0"/>
            </a:xfrm>
            <a:prstGeom prst="line">
              <a:avLst/>
            </a:prstGeom>
            <a:ln w="19050" cap="flat" cmpd="sng">
              <a:solidFill>
                <a:schemeClr val="tx1"/>
              </a:solidFill>
              <a:prstDash val="solid"/>
              <a:round/>
              <a:headEnd type="none" w="med" len="med"/>
              <a:tailEnd type="triangle" w="sm" len="med"/>
            </a:ln>
          </p:spPr>
          <p:txBody>
            <a:bodyPr anchor="t"/>
            <a:p>
              <a:pPr lvl="0"/>
              <a:endParaRPr lang="zh-CN" altLang="en-US">
                <a:latin typeface="Arial" panose="02080604020202020204" pitchFamily="34" charset="0"/>
                <a:ea typeface="宋体" panose="02010600030101010101" pitchFamily="2" charset="-122"/>
              </a:endParaRPr>
            </a:p>
          </p:txBody>
        </p:sp>
        <p:sp>
          <p:nvSpPr>
            <p:cNvPr id="144419" name="直接连接符 129059"/>
            <p:cNvSpPr/>
            <p:nvPr/>
          </p:nvSpPr>
          <p:spPr>
            <a:xfrm>
              <a:off x="3254" y="523"/>
              <a:ext cx="0" cy="466"/>
            </a:xfrm>
            <a:prstGeom prst="line">
              <a:avLst/>
            </a:prstGeom>
            <a:ln w="9525" cap="flat" cmpd="sng">
              <a:solidFill>
                <a:schemeClr val="tx1"/>
              </a:solidFill>
              <a:prstDash val="solid"/>
              <a:round/>
              <a:headEnd type="none" w="med" len="med"/>
              <a:tailEnd type="none" w="med" len="med"/>
            </a:ln>
          </p:spPr>
          <p:txBody>
            <a:bodyPr anchor="t"/>
            <a:p>
              <a:pPr lvl="0"/>
              <a:endParaRPr lang="zh-CN" altLang="en-US">
                <a:latin typeface="Arial" panose="02080604020202020204" pitchFamily="34" charset="0"/>
                <a:ea typeface="宋体" panose="02010600030101010101" pitchFamily="2" charset="-122"/>
              </a:endParaRPr>
            </a:p>
          </p:txBody>
        </p:sp>
        <p:sp>
          <p:nvSpPr>
            <p:cNvPr id="144420" name="直接连接符 129060"/>
            <p:cNvSpPr/>
            <p:nvPr/>
          </p:nvSpPr>
          <p:spPr>
            <a:xfrm>
              <a:off x="3674" y="523"/>
              <a:ext cx="210" cy="0"/>
            </a:xfrm>
            <a:prstGeom prst="line">
              <a:avLst/>
            </a:prstGeom>
            <a:ln w="19050" cap="flat" cmpd="sng">
              <a:solidFill>
                <a:schemeClr val="tx1"/>
              </a:solidFill>
              <a:prstDash val="solid"/>
              <a:round/>
              <a:headEnd type="none" w="med" len="med"/>
              <a:tailEnd type="triangle" w="sm" len="med"/>
            </a:ln>
          </p:spPr>
          <p:txBody>
            <a:bodyPr anchor="t"/>
            <a:p>
              <a:pPr lvl="0"/>
              <a:endParaRPr lang="zh-CN" altLang="en-US">
                <a:latin typeface="Arial" panose="02080604020202020204" pitchFamily="34" charset="0"/>
                <a:ea typeface="宋体" panose="02010600030101010101" pitchFamily="2" charset="-122"/>
              </a:endParaRPr>
            </a:p>
          </p:txBody>
        </p:sp>
        <p:sp>
          <p:nvSpPr>
            <p:cNvPr id="144422" name="文本框 129062"/>
            <p:cNvSpPr txBox="1"/>
            <p:nvPr/>
          </p:nvSpPr>
          <p:spPr>
            <a:xfrm>
              <a:off x="1870" y="227"/>
              <a:ext cx="377" cy="212"/>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pcb</a:t>
              </a:r>
              <a:r>
                <a:rPr lang="en-US" altLang="zh-CN" sz="1600" baseline="-25000">
                  <a:solidFill>
                    <a:schemeClr val="tx1"/>
                  </a:solidFill>
                  <a:latin typeface="Times New Roman" panose="02020603050405020304" charset="0"/>
                  <a:ea typeface="宋体" panose="02010600030101010101" pitchFamily="2" charset="-122"/>
                </a:rPr>
                <a:t>1</a:t>
              </a:r>
              <a:endParaRPr lang="en-US" altLang="zh-CN" sz="1600">
                <a:solidFill>
                  <a:schemeClr val="tx1"/>
                </a:solidFill>
                <a:latin typeface="Times New Roman" panose="02020603050405020304" charset="0"/>
                <a:ea typeface="宋体" panose="02010600030101010101" pitchFamily="2" charset="-122"/>
              </a:endParaRPr>
            </a:p>
          </p:txBody>
        </p:sp>
        <p:sp>
          <p:nvSpPr>
            <p:cNvPr id="144423" name="文本框 129063"/>
            <p:cNvSpPr txBox="1"/>
            <p:nvPr/>
          </p:nvSpPr>
          <p:spPr>
            <a:xfrm>
              <a:off x="2708" y="227"/>
              <a:ext cx="379" cy="212"/>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pcb</a:t>
              </a:r>
              <a:r>
                <a:rPr lang="en-US" altLang="zh-CN" sz="1600" baseline="-25000">
                  <a:solidFill>
                    <a:schemeClr val="tx1"/>
                  </a:solidFill>
                  <a:latin typeface="Times New Roman" panose="02020603050405020304" charset="0"/>
                  <a:ea typeface="宋体" panose="02010600030101010101" pitchFamily="2" charset="-122"/>
                </a:rPr>
                <a:t>2</a:t>
              </a:r>
              <a:endParaRPr lang="en-US" altLang="zh-CN" sz="1600">
                <a:solidFill>
                  <a:schemeClr val="tx1"/>
                </a:solidFill>
                <a:latin typeface="Times New Roman" panose="02020603050405020304" charset="0"/>
                <a:ea typeface="宋体" panose="02010600030101010101" pitchFamily="2" charset="-122"/>
              </a:endParaRPr>
            </a:p>
          </p:txBody>
        </p:sp>
        <p:sp>
          <p:nvSpPr>
            <p:cNvPr id="144424" name="文本框 129064"/>
            <p:cNvSpPr txBox="1"/>
            <p:nvPr/>
          </p:nvSpPr>
          <p:spPr>
            <a:xfrm>
              <a:off x="3967" y="227"/>
              <a:ext cx="378" cy="212"/>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pcb</a:t>
              </a:r>
              <a:r>
                <a:rPr lang="en-US" altLang="zh-CN" sz="1600" baseline="-25000">
                  <a:solidFill>
                    <a:schemeClr val="tx1"/>
                  </a:solidFill>
                  <a:latin typeface="Times New Roman" panose="02020603050405020304" charset="0"/>
                  <a:ea typeface="宋体" panose="02010600030101010101" pitchFamily="2" charset="-122"/>
                </a:rPr>
                <a:t>n</a:t>
              </a:r>
              <a:endParaRPr lang="en-US" altLang="zh-CN" sz="1600">
                <a:solidFill>
                  <a:schemeClr val="tx1"/>
                </a:solidFill>
                <a:latin typeface="Times New Roman" panose="02020603050405020304" charset="0"/>
                <a:ea typeface="宋体" panose="02010600030101010101" pitchFamily="2" charset="-122"/>
              </a:endParaRPr>
            </a:p>
          </p:txBody>
        </p:sp>
        <p:sp>
          <p:nvSpPr>
            <p:cNvPr id="144425" name="矩形 129065"/>
            <p:cNvSpPr/>
            <p:nvPr/>
          </p:nvSpPr>
          <p:spPr>
            <a:xfrm>
              <a:off x="562" y="461"/>
              <a:ext cx="666" cy="466"/>
            </a:xfrm>
            <a:prstGeom prst="rect">
              <a:avLst/>
            </a:prstGeom>
            <a:solidFill>
              <a:srgbClr val="CCFFCC"/>
            </a:solidFill>
            <a:ln w="19050" cap="flat" cmpd="sng">
              <a:solidFill>
                <a:srgbClr val="000000"/>
              </a:solidFill>
              <a:prstDash val="solid"/>
              <a:miter/>
              <a:headEnd type="none" w="med" len="med"/>
              <a:tailEnd type="none" w="med" len="med"/>
            </a:ln>
          </p:spPr>
          <p:txBody>
            <a:bodyPr anchor="t"/>
            <a:p>
              <a:pPr marL="914400" lvl="0" indent="-340995" algn="ctr">
                <a:lnSpc>
                  <a:spcPct val="120000"/>
                </a:lnSpc>
                <a:buClr>
                  <a:schemeClr val="tx2"/>
                </a:buClr>
                <a:buSzPct val="95000"/>
                <a:buFont typeface="Wingdings" panose="05000000000000000000" pitchFamily="2" charset="2"/>
                <a:buBlip>
                  <a:blip r:embed="rId1"/>
                </a:buBlip>
              </a:pPr>
              <a:endParaRPr lang="zh-CN" altLang="en-US" sz="1600" b="0" dirty="0">
                <a:latin typeface="Arial" panose="02080604020202020204" pitchFamily="34" charset="0"/>
                <a:ea typeface="宋体" panose="02010600030101010101" pitchFamily="2" charset="-122"/>
              </a:endParaRPr>
            </a:p>
          </p:txBody>
        </p:sp>
        <p:sp>
          <p:nvSpPr>
            <p:cNvPr id="144426" name="文本框 129066"/>
            <p:cNvSpPr txBox="1"/>
            <p:nvPr/>
          </p:nvSpPr>
          <p:spPr>
            <a:xfrm>
              <a:off x="688" y="589"/>
              <a:ext cx="432" cy="212"/>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CPU</a:t>
              </a:r>
              <a:endParaRPr lang="en-US" altLang="zh-CN" sz="1600">
                <a:solidFill>
                  <a:schemeClr val="tx1"/>
                </a:solidFill>
                <a:latin typeface="Times New Roman" panose="02020603050405020304" charset="0"/>
                <a:ea typeface="宋体" panose="02010600030101010101" pitchFamily="2" charset="-122"/>
              </a:endParaRPr>
            </a:p>
          </p:txBody>
        </p:sp>
        <p:sp>
          <p:nvSpPr>
            <p:cNvPr id="144427" name="直接连接符 129067"/>
            <p:cNvSpPr/>
            <p:nvPr/>
          </p:nvSpPr>
          <p:spPr>
            <a:xfrm flipH="1">
              <a:off x="1232" y="681"/>
              <a:ext cx="317" cy="0"/>
            </a:xfrm>
            <a:prstGeom prst="line">
              <a:avLst/>
            </a:prstGeom>
            <a:ln w="19050" cap="flat" cmpd="sng">
              <a:solidFill>
                <a:schemeClr val="tx1"/>
              </a:solidFill>
              <a:prstDash val="solid"/>
              <a:round/>
              <a:headEnd type="none" w="med" len="med"/>
              <a:tailEnd type="triangle" w="sm" len="med"/>
            </a:ln>
          </p:spPr>
          <p:txBody>
            <a:bodyPr anchor="t"/>
            <a:p>
              <a:pPr lvl="0"/>
              <a:endParaRPr lang="zh-CN" altLang="en-US">
                <a:latin typeface="Arial" panose="02080604020202020204" pitchFamily="34" charset="0"/>
                <a:ea typeface="宋体" panose="02010600030101010101" pitchFamily="2" charset="-122"/>
              </a:endParaRPr>
            </a:p>
          </p:txBody>
        </p:sp>
        <p:sp>
          <p:nvSpPr>
            <p:cNvPr id="144428" name="直接连接符 129068"/>
            <p:cNvSpPr/>
            <p:nvPr/>
          </p:nvSpPr>
          <p:spPr>
            <a:xfrm flipH="1">
              <a:off x="291" y="590"/>
              <a:ext cx="272" cy="0"/>
            </a:xfrm>
            <a:prstGeom prst="line">
              <a:avLst/>
            </a:prstGeom>
            <a:ln w="19050" cap="flat" cmpd="sng">
              <a:solidFill>
                <a:schemeClr val="tx1"/>
              </a:solidFill>
              <a:prstDash val="solid"/>
              <a:round/>
              <a:headEnd type="none" w="med" len="med"/>
              <a:tailEnd type="none" w="med" len="med"/>
            </a:ln>
          </p:spPr>
          <p:txBody>
            <a:bodyPr anchor="t"/>
            <a:p>
              <a:pPr lvl="0"/>
              <a:endParaRPr lang="zh-CN" altLang="en-US">
                <a:latin typeface="Arial" panose="02080604020202020204" pitchFamily="34" charset="0"/>
                <a:ea typeface="宋体" panose="02010600030101010101" pitchFamily="2" charset="-122"/>
              </a:endParaRPr>
            </a:p>
          </p:txBody>
        </p:sp>
        <p:sp>
          <p:nvSpPr>
            <p:cNvPr id="144429" name="直接连接符 129069"/>
            <p:cNvSpPr/>
            <p:nvPr/>
          </p:nvSpPr>
          <p:spPr>
            <a:xfrm flipV="1">
              <a:off x="279" y="0"/>
              <a:ext cx="0" cy="590"/>
            </a:xfrm>
            <a:prstGeom prst="line">
              <a:avLst/>
            </a:prstGeom>
            <a:ln w="19050" cap="flat" cmpd="sng">
              <a:solidFill>
                <a:schemeClr val="tx1"/>
              </a:solidFill>
              <a:prstDash val="solid"/>
              <a:round/>
              <a:headEnd type="none" w="med" len="med"/>
              <a:tailEnd type="none" w="med" len="med"/>
            </a:ln>
          </p:spPr>
          <p:txBody>
            <a:bodyPr anchor="t"/>
            <a:p>
              <a:pPr lvl="0"/>
              <a:endParaRPr lang="zh-CN" altLang="en-US">
                <a:latin typeface="Arial" panose="02080604020202020204" pitchFamily="34" charset="0"/>
                <a:ea typeface="宋体" panose="02010600030101010101" pitchFamily="2" charset="-122"/>
              </a:endParaRPr>
            </a:p>
          </p:txBody>
        </p:sp>
        <p:sp>
          <p:nvSpPr>
            <p:cNvPr id="144430" name="直接连接符 129070"/>
            <p:cNvSpPr/>
            <p:nvPr/>
          </p:nvSpPr>
          <p:spPr>
            <a:xfrm>
              <a:off x="291" y="0"/>
              <a:ext cx="4672" cy="0"/>
            </a:xfrm>
            <a:prstGeom prst="line">
              <a:avLst/>
            </a:prstGeom>
            <a:ln w="19050" cap="flat" cmpd="sng">
              <a:solidFill>
                <a:schemeClr val="tx1"/>
              </a:solidFill>
              <a:prstDash val="solid"/>
              <a:round/>
              <a:headEnd type="none" w="med" len="med"/>
              <a:tailEnd type="none" w="med" len="med"/>
            </a:ln>
          </p:spPr>
          <p:txBody>
            <a:bodyPr anchor="t"/>
            <a:p>
              <a:pPr lvl="0"/>
              <a:endParaRPr lang="zh-CN" altLang="en-US">
                <a:latin typeface="Arial" panose="02080604020202020204" pitchFamily="34" charset="0"/>
                <a:ea typeface="宋体" panose="02010600030101010101" pitchFamily="2" charset="-122"/>
              </a:endParaRPr>
            </a:p>
          </p:txBody>
        </p:sp>
        <p:sp>
          <p:nvSpPr>
            <p:cNvPr id="144431" name="直接连接符 129071"/>
            <p:cNvSpPr/>
            <p:nvPr/>
          </p:nvSpPr>
          <p:spPr>
            <a:xfrm>
              <a:off x="4975" y="0"/>
              <a:ext cx="0" cy="681"/>
            </a:xfrm>
            <a:prstGeom prst="line">
              <a:avLst/>
            </a:prstGeom>
            <a:ln w="19050" cap="flat" cmpd="sng">
              <a:solidFill>
                <a:schemeClr val="tx1"/>
              </a:solidFill>
              <a:prstDash val="solid"/>
              <a:round/>
              <a:headEnd type="none" w="med" len="med"/>
              <a:tailEnd type="none" w="med" len="med"/>
            </a:ln>
          </p:spPr>
          <p:txBody>
            <a:bodyPr anchor="t"/>
            <a:p>
              <a:pPr lvl="0"/>
              <a:endParaRPr lang="zh-CN" altLang="en-US">
                <a:latin typeface="Arial" panose="02080604020202020204" pitchFamily="34" charset="0"/>
                <a:ea typeface="宋体" panose="02010600030101010101" pitchFamily="2" charset="-122"/>
              </a:endParaRPr>
            </a:p>
          </p:txBody>
        </p:sp>
        <p:sp>
          <p:nvSpPr>
            <p:cNvPr id="144432" name="直接连接符 129072"/>
            <p:cNvSpPr/>
            <p:nvPr/>
          </p:nvSpPr>
          <p:spPr>
            <a:xfrm flipH="1">
              <a:off x="4658" y="683"/>
              <a:ext cx="317" cy="0"/>
            </a:xfrm>
            <a:prstGeom prst="line">
              <a:avLst/>
            </a:prstGeom>
            <a:ln w="19050" cap="flat" cmpd="sng">
              <a:solidFill>
                <a:schemeClr val="tx1"/>
              </a:solidFill>
              <a:prstDash val="solid"/>
              <a:round/>
              <a:headEnd type="none" w="med" len="med"/>
              <a:tailEnd type="triangle" w="sm" len="med"/>
            </a:ln>
          </p:spPr>
          <p:txBody>
            <a:bodyPr anchor="t"/>
            <a:p>
              <a:pPr lvl="0"/>
              <a:endParaRPr lang="zh-CN" altLang="en-US">
                <a:latin typeface="Arial" panose="02080604020202020204" pitchFamily="34" charset="0"/>
                <a:ea typeface="宋体" panose="02010600030101010101" pitchFamily="2" charset="-122"/>
              </a:endParaRPr>
            </a:p>
          </p:txBody>
        </p:sp>
        <p:sp>
          <p:nvSpPr>
            <p:cNvPr id="144433" name="直接连接符 129073"/>
            <p:cNvSpPr/>
            <p:nvPr/>
          </p:nvSpPr>
          <p:spPr>
            <a:xfrm flipH="1">
              <a:off x="53" y="817"/>
              <a:ext cx="498" cy="0"/>
            </a:xfrm>
            <a:prstGeom prst="line">
              <a:avLst/>
            </a:prstGeom>
            <a:ln w="19050" cap="flat" cmpd="sng">
              <a:solidFill>
                <a:schemeClr val="tx1"/>
              </a:solidFill>
              <a:prstDash val="solid"/>
              <a:round/>
              <a:headEnd type="none" w="med" len="med"/>
              <a:tailEnd type="triangle" w="sm" len="med"/>
            </a:ln>
          </p:spPr>
          <p:txBody>
            <a:bodyPr anchor="t"/>
            <a:p>
              <a:pPr lvl="0"/>
              <a:endParaRPr lang="zh-CN" altLang="en-US">
                <a:latin typeface="Arial" panose="02080604020202020204" pitchFamily="34" charset="0"/>
                <a:ea typeface="宋体" panose="02010600030101010101" pitchFamily="2" charset="-122"/>
              </a:endParaRPr>
            </a:p>
          </p:txBody>
        </p:sp>
        <p:sp>
          <p:nvSpPr>
            <p:cNvPr id="144434" name="文本框 129074"/>
            <p:cNvSpPr txBox="1"/>
            <p:nvPr/>
          </p:nvSpPr>
          <p:spPr>
            <a:xfrm>
              <a:off x="0" y="857"/>
              <a:ext cx="454" cy="212"/>
            </a:xfrm>
            <a:prstGeom prst="rect">
              <a:avLst/>
            </a:prstGeom>
            <a:noFill/>
            <a:ln w="9525">
              <a:noFill/>
              <a:miter/>
            </a:ln>
          </p:spPr>
          <p:txBody>
            <a:bodyPr anchor="t">
              <a:spAutoFit/>
            </a:bodyPr>
            <a:p>
              <a:pPr lvl="0">
                <a:spcBef>
                  <a:spcPct val="50000"/>
                </a:spcBef>
              </a:pPr>
              <a:r>
                <a:rPr lang="zh-CN" altLang="en-US" sz="1600">
                  <a:solidFill>
                    <a:schemeClr val="tx1"/>
                  </a:solidFill>
                  <a:latin typeface="Times New Roman" panose="02020603050405020304" charset="0"/>
                  <a:ea typeface="宋体" panose="02010600030101010101" pitchFamily="2" charset="-122"/>
                </a:rPr>
                <a:t>完成</a:t>
              </a:r>
              <a:endParaRPr lang="zh-CN" altLang="en-US" sz="1600">
                <a:solidFill>
                  <a:schemeClr val="tx1"/>
                </a:solidFill>
                <a:latin typeface="Times New Roman" panose="02020603050405020304" charset="0"/>
                <a:ea typeface="宋体" panose="02010600030101010101" pitchFamily="2" charset="-122"/>
              </a:endParaRPr>
            </a:p>
          </p:txBody>
        </p:sp>
        <p:sp>
          <p:nvSpPr>
            <p:cNvPr id="144435" name="文本框 129075"/>
            <p:cNvSpPr txBox="1"/>
            <p:nvPr/>
          </p:nvSpPr>
          <p:spPr>
            <a:xfrm>
              <a:off x="3440" y="392"/>
              <a:ext cx="278" cy="212"/>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sym typeface="MT Extra" panose="05050102010205020202" pitchFamily="18" charset="2"/>
                </a:rPr>
                <a:t>....</a:t>
              </a:r>
              <a:endParaRPr lang="en-US" altLang="zh-CN" sz="1600">
                <a:solidFill>
                  <a:schemeClr val="tx1"/>
                </a:solidFill>
                <a:latin typeface="Times New Roman" panose="02020603050405020304" charset="0"/>
                <a:ea typeface="宋体" panose="02010600030101010101" pitchFamily="2" charset="-122"/>
                <a:sym typeface="MT Extra" panose="05050102010205020202" pitchFamily="18" charset="2"/>
              </a:endParaRPr>
            </a:p>
          </p:txBody>
        </p:sp>
      </p:grpSp>
      <p:sp>
        <p:nvSpPr>
          <p:cNvPr id="144437" name="文本框 129077"/>
          <p:cNvSpPr txBox="1"/>
          <p:nvPr/>
        </p:nvSpPr>
        <p:spPr>
          <a:xfrm>
            <a:off x="8493125" y="6510338"/>
            <a:ext cx="463550"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b="0">
                <a:solidFill>
                  <a:schemeClr val="tx2"/>
                </a:solidFill>
                <a:latin typeface="Times New Roman" panose="02020603050405020304" charset="0"/>
                <a:ea typeface="宋体" panose="02010600030101010101" pitchFamily="2" charset="-122"/>
              </a:rPr>
              <a:t>103</a:t>
            </a:r>
            <a:endParaRPr lang="en-US" altLang="zh-CN" b="0">
              <a:solidFill>
                <a:schemeClr val="tx2"/>
              </a:solidFill>
              <a:latin typeface="Times New Roman" panose="02020603050405020304" charset="0"/>
              <a:ea typeface="宋体" panose="02010600030101010101" pitchFamily="2" charset="-122"/>
            </a:endParaRPr>
          </a:p>
        </p:txBody>
      </p:sp>
      <p:sp>
        <p:nvSpPr>
          <p:cNvPr id="129079" name="文本框 129078"/>
          <p:cNvSpPr txBox="1"/>
          <p:nvPr/>
        </p:nvSpPr>
        <p:spPr>
          <a:xfrm>
            <a:off x="3513138" y="6143625"/>
            <a:ext cx="3152775" cy="385763"/>
          </a:xfrm>
          <a:prstGeom prst="rect">
            <a:avLst/>
          </a:prstGeom>
          <a:noFill/>
          <a:ln w="9525">
            <a:noFill/>
            <a:miter/>
          </a:ln>
        </p:spPr>
        <p:txBody>
          <a:bodyPr anchor="t">
            <a:spAutoFit/>
          </a:bodyPr>
          <a:p>
            <a:pPr lvl="0" algn="just">
              <a:lnSpc>
                <a:spcPct val="120000"/>
              </a:lnSpc>
              <a:buClr>
                <a:schemeClr val="tx2"/>
              </a:buClr>
              <a:buSzPct val="95000"/>
              <a:buFont typeface="Wingdings" panose="05000000000000000000" pitchFamily="2" charset="2"/>
              <a:buNone/>
            </a:pPr>
            <a:r>
              <a:rPr lang="zh-CN" altLang="en-US" sz="1600" b="0">
                <a:solidFill>
                  <a:schemeClr val="tx1"/>
                </a:solidFill>
                <a:latin typeface="Times New Roman" panose="02020603050405020304" charset="0"/>
                <a:ea typeface="宋体" panose="02010600030101010101" pitchFamily="2" charset="-122"/>
              </a:rPr>
              <a:t>简单循环轮转调度算法示意图</a:t>
            </a:r>
            <a:endParaRPr lang="zh-CN" altLang="en-US" sz="1600" b="0">
              <a:solidFill>
                <a:schemeClr val="tx1"/>
              </a:solidFill>
              <a:latin typeface="Times New Roman" panose="0202060305040502030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129026" grpId="0" build="p"/>
      <p:bldP spid="129079"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5409" name="标题 35841"/>
          <p:cNvSpPr>
            <a:spLocks noGrp="1"/>
          </p:cNvSpPr>
          <p:nvPr>
            <p:ph type="title"/>
          </p:nvPr>
        </p:nvSpPr>
        <p:spPr>
          <a:xfrm>
            <a:off x="363538" y="777875"/>
            <a:ext cx="8393113" cy="566738"/>
          </a:xfrm>
          <a:ln>
            <a:miter/>
          </a:ln>
        </p:spPr>
        <p:txBody>
          <a:bodyPr anchor="b">
            <a:spAutoFit/>
          </a:bodyPr>
          <a:p>
            <a:pPr marL="457200" lvl="0" indent="0" defTabSz="914400">
              <a:lnSpc>
                <a:spcPct val="130000"/>
              </a:lnSpc>
              <a:spcBef>
                <a:spcPct val="30000"/>
              </a:spcBef>
              <a:buClr>
                <a:schemeClr val="tx2"/>
              </a:buClr>
              <a:buSzPct val="95000"/>
              <a:buFont typeface="Wingdings" panose="05000000000000000000" pitchFamily="2" charset="2"/>
              <a:buChar char="•"/>
            </a:pPr>
            <a:r>
              <a:rPr lang="zh-CN" altLang="en-US" sz="2400">
                <a:solidFill>
                  <a:srgbClr val="FF0000"/>
                </a:solidFill>
                <a:latin typeface="Times New Roman" panose="02020603050405020304" charset="0"/>
                <a:ea typeface="宋体" panose="02010600030101010101" pitchFamily="2" charset="-122"/>
              </a:rPr>
              <a:t>② 简单循环轮转调度算法</a:t>
            </a:r>
            <a:endParaRPr lang="zh-CN" altLang="en-US" sz="2400">
              <a:solidFill>
                <a:srgbClr val="FF0000"/>
              </a:solidFill>
              <a:latin typeface="Times New Roman" panose="02020603050405020304" charset="0"/>
              <a:ea typeface="宋体" panose="02010600030101010101" pitchFamily="2" charset="-122"/>
            </a:endParaRPr>
          </a:p>
        </p:txBody>
      </p:sp>
      <p:sp>
        <p:nvSpPr>
          <p:cNvPr id="35843" name="内容占位符 35842"/>
          <p:cNvSpPr>
            <a:spLocks noGrp="1"/>
          </p:cNvSpPr>
          <p:nvPr>
            <p:ph idx="1"/>
          </p:nvPr>
        </p:nvSpPr>
        <p:spPr>
          <a:xfrm>
            <a:off x="476250" y="1501775"/>
            <a:ext cx="8412163" cy="3800475"/>
          </a:xfrm>
          <a:ln>
            <a:miter/>
          </a:ln>
        </p:spPr>
        <p:txBody>
          <a:bodyPr wrap="square" anchor="t">
            <a:spAutoFit/>
          </a:bodyPr>
          <a:p>
            <a:pPr marL="533400" lvl="0" indent="-533400">
              <a:lnSpc>
                <a:spcPct val="130000"/>
              </a:lnSpc>
              <a:buNone/>
            </a:pPr>
            <a:r>
              <a:rPr lang="en-US" altLang="zh-CN" sz="2800" b="1">
                <a:solidFill>
                  <a:schemeClr val="tx1"/>
                </a:solidFill>
                <a:latin typeface="Times New Roman" panose="02020603050405020304" charset="0"/>
                <a:ea typeface="宋体" panose="02010600030101010101" pitchFamily="2" charset="-122"/>
              </a:rPr>
              <a:t>	</a:t>
            </a:r>
            <a:r>
              <a:rPr lang="zh-CN" altLang="en-US" sz="2800">
                <a:solidFill>
                  <a:schemeClr val="tx1"/>
                </a:solidFill>
                <a:effectLst/>
                <a:latin typeface="Times New Roman" panose="02020603050405020304" charset="0"/>
                <a:ea typeface="宋体" panose="02010600030101010101" pitchFamily="2" charset="-122"/>
              </a:rPr>
              <a:t>一个就绪队列，固定时间片。特征:</a:t>
            </a:r>
            <a:endParaRPr lang="zh-CN" altLang="en-US" sz="2800">
              <a:solidFill>
                <a:schemeClr val="tx1"/>
              </a:solidFill>
              <a:effectLst/>
              <a:latin typeface="Times New Roman" panose="02020603050405020304" charset="0"/>
              <a:ea typeface="宋体" panose="02010600030101010101" pitchFamily="2" charset="-122"/>
            </a:endParaRPr>
          </a:p>
          <a:p>
            <a:pPr marL="533400" lvl="0" indent="-533400">
              <a:lnSpc>
                <a:spcPct val="130000"/>
              </a:lnSpc>
              <a:buNone/>
            </a:pPr>
            <a:r>
              <a:rPr lang="zh-CN" altLang="en-US" sz="2800">
                <a:solidFill>
                  <a:schemeClr val="tx1"/>
                </a:solidFill>
                <a:effectLst/>
                <a:latin typeface="Times New Roman" panose="02020603050405020304" charset="0"/>
                <a:ea typeface="宋体" panose="02010600030101010101" pitchFamily="2" charset="-122"/>
              </a:rPr>
              <a:t>	1.就绪队列中的所有进程均以1/n速度向前进展。（n为就绪进程数）</a:t>
            </a:r>
            <a:endParaRPr lang="zh-CN" altLang="en-US" sz="2800">
              <a:solidFill>
                <a:schemeClr val="tx1"/>
              </a:solidFill>
              <a:effectLst/>
              <a:latin typeface="Times New Roman" panose="02020603050405020304" charset="0"/>
              <a:ea typeface="宋体" panose="02010600030101010101" pitchFamily="2" charset="-122"/>
            </a:endParaRPr>
          </a:p>
          <a:p>
            <a:pPr marL="533400" lvl="0" indent="-533400">
              <a:lnSpc>
                <a:spcPct val="130000"/>
              </a:lnSpc>
              <a:buNone/>
            </a:pPr>
            <a:r>
              <a:rPr lang="zh-CN" altLang="en-US" sz="2800">
                <a:solidFill>
                  <a:schemeClr val="tx1"/>
                </a:solidFill>
                <a:effectLst/>
                <a:latin typeface="Times New Roman" panose="02020603050405020304" charset="0"/>
                <a:ea typeface="宋体" panose="02010600030101010101" pitchFamily="2" charset="-122"/>
                <a:sym typeface="Symbol" panose="05050102010706020507" pitchFamily="18" charset="2"/>
              </a:rPr>
              <a:t> 	2.</a:t>
            </a:r>
            <a:r>
              <a:rPr lang="x-none" altLang="zh-CN" sz="2800">
                <a:solidFill>
                  <a:schemeClr val="tx1"/>
                </a:solidFill>
                <a:effectLst/>
                <a:latin typeface="Times New Roman" panose="02020603050405020304" charset="0"/>
                <a:ea typeface="宋体" panose="02010600030101010101" pitchFamily="2" charset="-122"/>
                <a:sym typeface="Symbol" panose="05050102010706020507" pitchFamily="18" charset="2"/>
              </a:rPr>
              <a:t>时间片的计算：</a:t>
            </a:r>
            <a:r>
              <a:rPr lang="zh-CN" altLang="en-US" sz="2800">
                <a:solidFill>
                  <a:schemeClr val="tx1"/>
                </a:solidFill>
                <a:effectLst/>
                <a:latin typeface="Times New Roman" panose="02020603050405020304" charset="0"/>
                <a:ea typeface="宋体" panose="02010600030101010101" pitchFamily="2" charset="-122"/>
              </a:rPr>
              <a:t>q = t/n</a:t>
            </a:r>
            <a:endParaRPr lang="zh-CN" altLang="en-US" sz="2800">
              <a:solidFill>
                <a:schemeClr val="tx1"/>
              </a:solidFill>
              <a:effectLst/>
              <a:latin typeface="Times New Roman" panose="02020603050405020304" charset="0"/>
              <a:ea typeface="宋体" panose="02010600030101010101" pitchFamily="2" charset="-122"/>
            </a:endParaRPr>
          </a:p>
          <a:p>
            <a:pPr marL="533400" lvl="0" indent="-533400">
              <a:lnSpc>
                <a:spcPct val="130000"/>
              </a:lnSpc>
              <a:buNone/>
            </a:pPr>
            <a:r>
              <a:rPr lang="zh-CN" altLang="en-US" sz="2800">
                <a:solidFill>
                  <a:schemeClr val="tx1"/>
                </a:solidFill>
                <a:effectLst/>
                <a:latin typeface="Times New Roman" panose="02020603050405020304" charset="0"/>
                <a:ea typeface="宋体" panose="02010600030101010101" pitchFamily="2" charset="-122"/>
              </a:rPr>
              <a:t>	t 为用户能接受的响应时间，n为进入系统的进程数目。(</a:t>
            </a:r>
            <a:r>
              <a:rPr lang="x-none" altLang="zh-CN" sz="2800">
                <a:solidFill>
                  <a:schemeClr val="tx1"/>
                </a:solidFill>
                <a:effectLst/>
                <a:latin typeface="Times New Roman" panose="02020603050405020304" charset="0"/>
                <a:ea typeface="宋体" panose="02010600030101010101" pitchFamily="2" charset="-122"/>
              </a:rPr>
              <a:t>固定时间片：</a:t>
            </a:r>
            <a:r>
              <a:rPr lang="zh-CN" altLang="en-US" sz="2800">
                <a:solidFill>
                  <a:schemeClr val="tx1"/>
                </a:solidFill>
                <a:effectLst/>
                <a:latin typeface="Times New Roman" panose="02020603050405020304" charset="0"/>
                <a:ea typeface="宋体" panose="02010600030101010101" pitchFamily="2" charset="-122"/>
              </a:rPr>
              <a:t>q=t/n</a:t>
            </a:r>
            <a:r>
              <a:rPr lang="zh-CN" altLang="en-US" sz="2800" baseline="-25000">
                <a:solidFill>
                  <a:schemeClr val="tx1"/>
                </a:solidFill>
                <a:effectLst/>
                <a:latin typeface="Times New Roman" panose="02020603050405020304" charset="0"/>
                <a:ea typeface="宋体" panose="02010600030101010101" pitchFamily="2" charset="-122"/>
              </a:rPr>
              <a:t>max</a:t>
            </a:r>
            <a:r>
              <a:rPr lang="zh-CN" altLang="en-US" sz="2800">
                <a:solidFill>
                  <a:schemeClr val="tx1"/>
                </a:solidFill>
                <a:effectLst/>
                <a:latin typeface="Times New Roman" panose="02020603050405020304" charset="0"/>
                <a:ea typeface="宋体" panose="02010600030101010101" pitchFamily="2" charset="-122"/>
              </a:rPr>
              <a:t>)</a:t>
            </a:r>
            <a:endParaRPr lang="zh-CN" altLang="en-US" sz="2800">
              <a:solidFill>
                <a:schemeClr val="tx1"/>
              </a:solidFill>
              <a:effectLst/>
              <a:latin typeface="Times New Roman" panose="02020603050405020304" charset="0"/>
              <a:ea typeface="宋体" panose="02010600030101010101" pitchFamily="2" charset="-122"/>
            </a:endParaRPr>
          </a:p>
        </p:txBody>
      </p:sp>
      <p:sp>
        <p:nvSpPr>
          <p:cNvPr id="35844" name="矩形 35843"/>
          <p:cNvSpPr/>
          <p:nvPr/>
        </p:nvSpPr>
        <p:spPr>
          <a:xfrm>
            <a:off x="417513" y="5500688"/>
            <a:ext cx="8285162" cy="822325"/>
          </a:xfrm>
          <a:prstGeom prst="rect">
            <a:avLst/>
          </a:prstGeom>
          <a:noFill/>
          <a:ln w="9525">
            <a:noFill/>
            <a:miter/>
          </a:ln>
        </p:spPr>
        <p:txBody>
          <a:bodyPr anchor="t">
            <a:spAutoFit/>
          </a:bodyPr>
          <a:p>
            <a:pPr lvl="0"/>
            <a:r>
              <a:rPr lang="zh-CN" altLang="en-US" sz="2400">
                <a:solidFill>
                  <a:srgbClr val="FF0000"/>
                </a:solidFill>
                <a:latin typeface="Times New Roman" panose="02020603050405020304" charset="0"/>
                <a:ea typeface="宋体" panose="02010600030101010101" pitchFamily="2" charset="-122"/>
              </a:rPr>
              <a:t>由于该算法简单易于实现，且系统开销较小，早期的分时操作系统和目前一些应用系统中广泛采用了这种调度算法</a:t>
            </a:r>
            <a:r>
              <a:rPr lang="zh-CN" altLang="en-US" sz="1600">
                <a:solidFill>
                  <a:srgbClr val="FF0000"/>
                </a:solidFill>
                <a:latin typeface="Times New Roman" panose="02020603050405020304" charset="0"/>
                <a:ea typeface="宋体" panose="02010600030101010101" pitchFamily="2" charset="-122"/>
              </a:rPr>
              <a:t>。</a:t>
            </a:r>
            <a:endParaRPr lang="zh-CN" altLang="en-US" sz="1600">
              <a:solidFill>
                <a:srgbClr val="FF0000"/>
              </a:solidFill>
              <a:latin typeface="Times New Roman" panose="0202060305040502030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35843" grpId="0" uiExpand="1" build="p"/>
      <p:bldP spid="3584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6433" name="矩形 36865"/>
          <p:cNvSpPr/>
          <p:nvPr/>
        </p:nvSpPr>
        <p:spPr>
          <a:xfrm>
            <a:off x="685800" y="1905000"/>
            <a:ext cx="7848600" cy="3011488"/>
          </a:xfrm>
          <a:prstGeom prst="rect">
            <a:avLst/>
          </a:prstGeom>
          <a:noFill/>
          <a:ln w="9525">
            <a:noFill/>
            <a:miter/>
          </a:ln>
        </p:spPr>
        <p:txBody>
          <a:bodyPr anchor="t">
            <a:spAutoFit/>
          </a:bodyPr>
          <a:p>
            <a:pPr lvl="0">
              <a:lnSpc>
                <a:spcPct val="90000"/>
              </a:lnSpc>
              <a:spcBef>
                <a:spcPct val="50000"/>
              </a:spcBef>
              <a:buChar char="•"/>
            </a:pPr>
            <a:r>
              <a:rPr lang="zh-CN" altLang="en-US" sz="3200" b="0">
                <a:solidFill>
                  <a:schemeClr val="tx1"/>
                </a:solidFill>
                <a:latin typeface="仿宋_GB2312" panose="02010609030101010101" pitchFamily="49" charset="-122"/>
                <a:ea typeface="仿宋_GB2312" panose="02010609030101010101" pitchFamily="49" charset="-122"/>
              </a:rPr>
              <a:t>时间片取值太小，切换就会频繁，进程切换的时间不可忽略，开销显著增大，从系统效率来看，时间片取大一点好。</a:t>
            </a:r>
            <a:endParaRPr lang="zh-CN" altLang="en-US" sz="3200" b="0">
              <a:solidFill>
                <a:schemeClr val="tx1"/>
              </a:solidFill>
              <a:latin typeface="仿宋_GB2312" panose="02010609030101010101" pitchFamily="49" charset="-122"/>
              <a:ea typeface="仿宋_GB2312" panose="02010609030101010101" pitchFamily="49" charset="-122"/>
            </a:endParaRPr>
          </a:p>
          <a:p>
            <a:pPr lvl="0">
              <a:lnSpc>
                <a:spcPct val="90000"/>
              </a:lnSpc>
              <a:spcBef>
                <a:spcPct val="50000"/>
              </a:spcBef>
              <a:buChar char="•"/>
            </a:pPr>
            <a:r>
              <a:rPr lang="zh-CN" altLang="en-US" sz="3200" b="0">
                <a:solidFill>
                  <a:schemeClr val="tx1"/>
                </a:solidFill>
                <a:latin typeface="仿宋_GB2312" panose="02010609030101010101" pitchFamily="49" charset="-122"/>
                <a:ea typeface="仿宋_GB2312" panose="02010609030101010101" pitchFamily="49" charset="-122"/>
              </a:rPr>
              <a:t>时间片取值较大，随着绪队列里进程数目增加，轮转一次的总时间增大，对进程的响应速度放慢了。</a:t>
            </a:r>
            <a:endParaRPr lang="zh-CN" altLang="en-US" sz="3200" b="0">
              <a:solidFill>
                <a:schemeClr val="tx1"/>
              </a:solidFill>
              <a:latin typeface="仿宋_GB2312" panose="02010609030101010101" pitchFamily="49" charset="-122"/>
              <a:ea typeface="仿宋_GB2312" panose="02010609030101010101" pitchFamily="49" charset="-122"/>
            </a:endParaRPr>
          </a:p>
        </p:txBody>
      </p:sp>
      <p:sp>
        <p:nvSpPr>
          <p:cNvPr id="36867" name="矩形 36866"/>
          <p:cNvSpPr/>
          <p:nvPr/>
        </p:nvSpPr>
        <p:spPr>
          <a:xfrm>
            <a:off x="838200" y="914400"/>
            <a:ext cx="2895600" cy="646113"/>
          </a:xfrm>
          <a:prstGeom prst="rect">
            <a:avLst/>
          </a:prstGeom>
          <a:noFill/>
          <a:ln w="9525">
            <a:noFill/>
          </a:ln>
        </p:spPr>
        <p:txBody>
          <a:bodyPr>
            <a:spAutoFit/>
          </a:bodyPr>
          <a:p>
            <a:pPr marL="533400" lvl="0" indent="-533400" algn="l" fontAlgn="base">
              <a:lnSpc>
                <a:spcPct val="130000"/>
              </a:lnSpc>
              <a:spcBef>
                <a:spcPct val="30000"/>
              </a:spcBef>
              <a:buClr>
                <a:schemeClr val="tx2"/>
              </a:buClr>
              <a:buSzPct val="95000"/>
              <a:buFont typeface="Wingdings" panose="05000000000000000000" pitchFamily="2" charset="2"/>
            </a:pPr>
            <a:r>
              <a:rPr lang="zh-CN" altLang="en-US" sz="2800" strike="noStrike" noProof="1">
                <a:solidFill>
                  <a:srgbClr val="A50021"/>
                </a:solidFill>
                <a:effectLst>
                  <a:outerShdw blurRad="38100" dist="38100" dir="2700000">
                    <a:srgbClr val="000000"/>
                  </a:outerShdw>
                </a:effectLst>
                <a:latin typeface="Times New Roman" panose="02020603050405020304" charset="0"/>
                <a:ea typeface="宋体" panose="02010600030101010101" pitchFamily="2" charset="-122"/>
                <a:cs typeface="+mn-ea"/>
              </a:rPr>
              <a:t>时间片取选</a:t>
            </a:r>
            <a:endParaRPr lang="zh-CN" altLang="en-US" sz="2800" strike="noStrike" noProof="1">
              <a:solidFill>
                <a:srgbClr val="A50021"/>
              </a:solidFill>
              <a:effectLst>
                <a:outerShdw blurRad="38100" dist="38100" dir="2700000">
                  <a:srgbClr val="000000"/>
                </a:outerShdw>
              </a:effectLst>
              <a:latin typeface="Times New Roman" panose="02020603050405020304" charset="0"/>
              <a:cs typeface="+mn-ea"/>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矩形 37889"/>
          <p:cNvSpPr/>
          <p:nvPr/>
        </p:nvSpPr>
        <p:spPr>
          <a:xfrm>
            <a:off x="609600" y="762000"/>
            <a:ext cx="7086600" cy="579438"/>
          </a:xfrm>
          <a:prstGeom prst="rect">
            <a:avLst/>
          </a:prstGeom>
          <a:noFill/>
          <a:ln w="9525">
            <a:noFill/>
          </a:ln>
        </p:spPr>
        <p:txBody>
          <a:bodyPr>
            <a:spAutoFit/>
          </a:bodyPr>
          <a:p>
            <a:pPr lvl="0" fontAlgn="base">
              <a:spcBef>
                <a:spcPct val="50000"/>
              </a:spcBef>
              <a:buClr>
                <a:schemeClr val="folHlink"/>
              </a:buClr>
              <a:buSzPct val="75000"/>
              <a:buFont typeface="Wingdings" panose="05000000000000000000" pitchFamily="2" charset="2"/>
              <a:buNone/>
            </a:pPr>
            <a:r>
              <a:rPr lang="zh-CN" altLang="en-US" sz="2800" b="1" strike="noStrike" noProof="1">
                <a:solidFill>
                  <a:srgbClr val="A50021"/>
                </a:solidFill>
                <a:effectLst>
                  <a:outerShdw blurRad="38100" dist="38100" dir="2700000">
                    <a:srgbClr val="000000"/>
                  </a:outerShdw>
                </a:effectLst>
                <a:latin typeface="Times New Roman" panose="02020603050405020304" charset="0"/>
                <a:ea typeface="宋体" panose="02010600030101010101" pitchFamily="2" charset="-122"/>
                <a:cs typeface="+mn-ea"/>
              </a:rPr>
              <a:t>(3) 循环轮转调度算法的发展</a:t>
            </a:r>
            <a:r>
              <a:rPr lang="zh-CN" altLang="en-US" sz="3200" b="1" strike="noStrike" noProof="1">
                <a:latin typeface="Times New Roman" panose="02020603050405020304" charset="0"/>
                <a:ea typeface="宋体" panose="02010600030101010101" pitchFamily="2" charset="-122"/>
                <a:cs typeface="+mn-ea"/>
              </a:rPr>
              <a:t>	</a:t>
            </a:r>
            <a:endParaRPr lang="zh-CN" altLang="en-US" sz="3200" b="1" strike="noStrike" noProof="1">
              <a:latin typeface="Times New Roman" panose="02020603050405020304" charset="0"/>
              <a:ea typeface="宋体" panose="02010600030101010101" pitchFamily="2" charset="-122"/>
            </a:endParaRPr>
          </a:p>
        </p:txBody>
      </p:sp>
      <p:sp>
        <p:nvSpPr>
          <p:cNvPr id="147458" name="矩形 37890"/>
          <p:cNvSpPr/>
          <p:nvPr/>
        </p:nvSpPr>
        <p:spPr>
          <a:xfrm>
            <a:off x="609600" y="1828800"/>
            <a:ext cx="8001000" cy="2804160"/>
          </a:xfrm>
          <a:prstGeom prst="rect">
            <a:avLst/>
          </a:prstGeom>
          <a:noFill/>
          <a:ln w="9525">
            <a:noFill/>
            <a:miter/>
          </a:ln>
        </p:spPr>
        <p:txBody>
          <a:bodyPr anchor="t">
            <a:spAutoFit/>
          </a:bodyPr>
          <a:p>
            <a:pPr lvl="0" eaLnBrk="0" hangingPunct="0">
              <a:spcBef>
                <a:spcPct val="50000"/>
              </a:spcBef>
            </a:pPr>
            <a:r>
              <a:rPr lang="zh-CN" altLang="en-US" sz="3200" b="0">
                <a:solidFill>
                  <a:schemeClr val="tx1"/>
                </a:solidFill>
                <a:effectLst>
                  <a:outerShdw blurRad="38100" dist="38100" dir="2700000" algn="tl">
                    <a:srgbClr val="000000">
                      <a:alpha val="43137"/>
                    </a:srgbClr>
                  </a:outerShdw>
                </a:effectLst>
                <a:latin typeface="Times New Roman" panose="02020603050405020304" charset="0"/>
                <a:ea typeface="宋体" panose="02010600030101010101" pitchFamily="2" charset="-122"/>
              </a:rPr>
              <a:t>可变时间片轮转调度</a:t>
            </a:r>
            <a:r>
              <a:rPr lang="en-US" altLang="zh-CN" sz="3200" b="0">
                <a:solidFill>
                  <a:schemeClr val="tx1"/>
                </a:solidFill>
                <a:effectLst>
                  <a:outerShdw blurRad="38100" dist="38100" dir="2700000" algn="tl">
                    <a:srgbClr val="000000">
                      <a:alpha val="43137"/>
                    </a:srgbClr>
                  </a:outerShdw>
                </a:effectLst>
                <a:latin typeface="Times New Roman" panose="02020603050405020304" charset="0"/>
                <a:ea typeface="宋体" panose="02010600030101010101" pitchFamily="2" charset="-122"/>
              </a:rPr>
              <a:t>:</a:t>
            </a:r>
            <a:endParaRPr lang="en-US" altLang="zh-CN" sz="3200" b="0">
              <a:solidFill>
                <a:schemeClr val="tx1"/>
              </a:solidFill>
              <a:effectLst>
                <a:outerShdw blurRad="38100" dist="38100" dir="2700000" algn="tl">
                  <a:srgbClr val="000000">
                    <a:alpha val="43137"/>
                  </a:srgbClr>
                </a:outerShdw>
              </a:effectLst>
              <a:latin typeface="Times New Roman" panose="02020603050405020304" charset="0"/>
              <a:ea typeface="宋体" panose="02010600030101010101" pitchFamily="2" charset="-122"/>
            </a:endParaRPr>
          </a:p>
          <a:p>
            <a:pPr lvl="0" eaLnBrk="0" hangingPunct="0">
              <a:spcBef>
                <a:spcPct val="50000"/>
              </a:spcBef>
            </a:pPr>
            <a:r>
              <a:rPr lang="en-US" altLang="zh-CN" sz="3200" b="0">
                <a:solidFill>
                  <a:schemeClr val="tx1"/>
                </a:solidFill>
                <a:latin typeface="Times New Roman" panose="02020603050405020304" charset="0"/>
                <a:ea typeface="宋体" panose="02010600030101010101" pitchFamily="2" charset="-122"/>
              </a:rPr>
              <a:t>	</a:t>
            </a:r>
            <a:r>
              <a:rPr lang="zh-CN" altLang="en-US" sz="2800" b="0">
                <a:solidFill>
                  <a:schemeClr val="tx1"/>
                </a:solidFill>
                <a:latin typeface="Times New Roman" panose="02020603050405020304" charset="0"/>
                <a:ea typeface="宋体" panose="02010600030101010101" pitchFamily="2" charset="-122"/>
              </a:rPr>
              <a:t>时间片的大小是可变的，系统可根据系统中当前的进程数来确定时间片的大小。</a:t>
            </a:r>
            <a:endParaRPr lang="zh-CN" altLang="en-US" sz="2800" b="0">
              <a:solidFill>
                <a:schemeClr val="tx1"/>
              </a:solidFill>
              <a:latin typeface="Times New Roman" panose="02020603050405020304" charset="0"/>
              <a:ea typeface="宋体" panose="02010600030101010101" pitchFamily="2" charset="-122"/>
            </a:endParaRPr>
          </a:p>
          <a:p>
            <a:pPr lvl="0" eaLnBrk="0" hangingPunct="0">
              <a:spcBef>
                <a:spcPct val="50000"/>
              </a:spcBef>
            </a:pPr>
            <a:r>
              <a:rPr lang="zh-CN" altLang="en-US" sz="2800" b="0">
                <a:solidFill>
                  <a:schemeClr val="tx1"/>
                </a:solidFill>
                <a:latin typeface="Times New Roman" panose="02020603050405020304" charset="0"/>
                <a:ea typeface="宋体" panose="02010600030101010101" pitchFamily="2" charset="-122"/>
              </a:rPr>
              <a:t>        这种算法从理论上减少了当系统中进程数很少时的系统开销。</a:t>
            </a:r>
            <a:endParaRPr lang="zh-CN" altLang="en-US" sz="2800" b="0">
              <a:solidFill>
                <a:schemeClr val="tx1"/>
              </a:solidFill>
              <a:latin typeface="Times New Roman" panose="0202060305040502030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8481" name="标题 132097"/>
          <p:cNvSpPr>
            <a:spLocks noGrp="1"/>
          </p:cNvSpPr>
          <p:nvPr>
            <p:ph type="title"/>
          </p:nvPr>
        </p:nvSpPr>
        <p:spPr>
          <a:xfrm>
            <a:off x="371158" y="752793"/>
            <a:ext cx="8393113" cy="568960"/>
          </a:xfrm>
          <a:ln>
            <a:miter/>
          </a:ln>
        </p:spPr>
        <p:txBody>
          <a:bodyPr anchor="t">
            <a:spAutoFit/>
          </a:bodyPr>
          <a:p>
            <a:pPr lvl="0"/>
            <a:r>
              <a:rPr lang="zh-CN" altLang="en-US" sz="3200" b="0">
                <a:solidFill>
                  <a:schemeClr val="tx1"/>
                </a:solidFill>
                <a:latin typeface="Times New Roman" panose="02020603050405020304" charset="0"/>
                <a:ea typeface="宋体" panose="02010600030101010101" pitchFamily="2" charset="-122"/>
              </a:rPr>
              <a:t>多级时间片循环调度</a:t>
            </a:r>
            <a:r>
              <a:rPr lang="x-none" altLang="zh-CN" sz="3200" b="0">
                <a:solidFill>
                  <a:schemeClr val="tx1"/>
                </a:solidFill>
                <a:latin typeface="Times New Roman" panose="02020603050405020304" charset="0"/>
                <a:ea typeface="宋体" panose="02010600030101010101" pitchFamily="2" charset="-122"/>
              </a:rPr>
              <a:t>:</a:t>
            </a:r>
            <a:endParaRPr lang="x-none" altLang="zh-CN" sz="3200" b="0">
              <a:solidFill>
                <a:schemeClr val="tx1"/>
              </a:solidFill>
              <a:latin typeface="Times New Roman" panose="02020603050405020304" charset="0"/>
              <a:ea typeface="宋体" panose="02010600030101010101" pitchFamily="2" charset="-122"/>
            </a:endParaRPr>
          </a:p>
        </p:txBody>
      </p:sp>
      <p:sp>
        <p:nvSpPr>
          <p:cNvPr id="148482" name="文本占位符 132098"/>
          <p:cNvSpPr>
            <a:spLocks noGrp="1"/>
          </p:cNvSpPr>
          <p:nvPr>
            <p:ph idx="1"/>
          </p:nvPr>
        </p:nvSpPr>
        <p:spPr>
          <a:xfrm>
            <a:off x="414655" y="1390650"/>
            <a:ext cx="8248650" cy="2676525"/>
          </a:xfrm>
          <a:ln>
            <a:miter/>
          </a:ln>
        </p:spPr>
        <p:txBody>
          <a:bodyPr wrap="square" anchor="t">
            <a:spAutoFit/>
          </a:bodyPr>
          <a:p>
            <a:pPr lvl="0">
              <a:lnSpc>
                <a:spcPct val="100000"/>
              </a:lnSpc>
              <a:spcBef>
                <a:spcPct val="50000"/>
              </a:spcBef>
            </a:pPr>
            <a:r>
              <a:rPr lang="zh-CN" altLang="en-US" sz="2800" b="1" dirty="0">
                <a:solidFill>
                  <a:schemeClr val="tx1"/>
                </a:solidFill>
                <a:effectLst/>
                <a:latin typeface="仿宋_GB2312" panose="02010609030101010101" pitchFamily="49" charset="-122"/>
                <a:ea typeface="仿宋_GB2312" panose="02010609030101010101" pitchFamily="49" charset="-122"/>
              </a:rPr>
              <a:t>多个就绪队列；</a:t>
            </a:r>
            <a:endParaRPr lang="zh-CN" altLang="en-US" sz="2800" b="1" dirty="0">
              <a:solidFill>
                <a:schemeClr val="tx1"/>
              </a:solidFill>
              <a:effectLst/>
              <a:latin typeface="仿宋_GB2312" panose="02010609030101010101" pitchFamily="49" charset="-122"/>
              <a:ea typeface="仿宋_GB2312" panose="02010609030101010101" pitchFamily="49" charset="-122"/>
            </a:endParaRPr>
          </a:p>
          <a:p>
            <a:pPr lvl="0">
              <a:lnSpc>
                <a:spcPct val="100000"/>
              </a:lnSpc>
              <a:spcBef>
                <a:spcPct val="50000"/>
              </a:spcBef>
            </a:pPr>
            <a:r>
              <a:rPr lang="zh-CN" altLang="en-US" sz="2800" b="1" dirty="0">
                <a:solidFill>
                  <a:schemeClr val="tx1"/>
                </a:solidFill>
                <a:effectLst/>
                <a:latin typeface="仿宋_GB2312" panose="02010609030101010101" pitchFamily="49" charset="-122"/>
                <a:ea typeface="仿宋_GB2312" panose="02010609030101010101" pitchFamily="49" charset="-122"/>
              </a:rPr>
              <a:t>先进入高优先级队列，高优先级队列的时间片较小；</a:t>
            </a:r>
            <a:endParaRPr lang="zh-CN" altLang="en-US" sz="2800" b="1" dirty="0">
              <a:solidFill>
                <a:schemeClr val="tx1"/>
              </a:solidFill>
              <a:effectLst/>
              <a:latin typeface="仿宋_GB2312" panose="02010609030101010101" pitchFamily="49" charset="-122"/>
              <a:ea typeface="仿宋_GB2312" panose="02010609030101010101" pitchFamily="49" charset="-122"/>
            </a:endParaRPr>
          </a:p>
          <a:p>
            <a:pPr lvl="0">
              <a:lnSpc>
                <a:spcPct val="100000"/>
              </a:lnSpc>
              <a:spcBef>
                <a:spcPct val="50000"/>
              </a:spcBef>
            </a:pPr>
            <a:r>
              <a:rPr lang="zh-CN" altLang="en-US" sz="2800" b="1" dirty="0">
                <a:solidFill>
                  <a:schemeClr val="tx1"/>
                </a:solidFill>
                <a:effectLst/>
                <a:latin typeface="仿宋_GB2312" panose="02010609030101010101" pitchFamily="49" charset="-122"/>
                <a:ea typeface="仿宋_GB2312" panose="02010609030101010101" pitchFamily="49" charset="-122"/>
              </a:rPr>
              <a:t>当高优先级的进程时间片用完之后，进入下一级的队列，优先级降低，但是时间片增大一倍；</a:t>
            </a:r>
            <a:endParaRPr lang="zh-CN" altLang="zh-CN" sz="2800" b="1" dirty="0">
              <a:solidFill>
                <a:srgbClr val="C00000"/>
              </a:solidFill>
              <a:effectLst/>
              <a:latin typeface="仿宋_GB2312" panose="02010609030101010101" pitchFamily="49" charset="-122"/>
              <a:ea typeface="仿宋_GB2312" panose="0201060903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8481" name="标题 132097"/>
          <p:cNvSpPr>
            <a:spLocks noGrp="1"/>
          </p:cNvSpPr>
          <p:nvPr>
            <p:ph type="title"/>
          </p:nvPr>
        </p:nvSpPr>
        <p:spPr>
          <a:xfrm>
            <a:off x="171768" y="553403"/>
            <a:ext cx="8393113" cy="423545"/>
          </a:xfrm>
          <a:ln>
            <a:miter/>
          </a:ln>
        </p:spPr>
        <p:txBody>
          <a:bodyPr anchor="t">
            <a:spAutoFit/>
          </a:bodyPr>
          <a:p>
            <a:pPr lvl="0"/>
            <a:r>
              <a:rPr lang="zh-CN" altLang="en-US" sz="2400" b="0">
                <a:solidFill>
                  <a:schemeClr val="tx1"/>
                </a:solidFill>
                <a:effectLst/>
                <a:latin typeface="Times New Roman" panose="02020603050405020304" charset="0"/>
                <a:ea typeface="宋体" panose="02010600030101010101" pitchFamily="2" charset="-122"/>
              </a:rPr>
              <a:t>多级时间片循环调度</a:t>
            </a:r>
            <a:r>
              <a:rPr lang="x-none" altLang="zh-CN" sz="2400" b="0">
                <a:solidFill>
                  <a:schemeClr val="tx1"/>
                </a:solidFill>
                <a:effectLst/>
                <a:latin typeface="Times New Roman" panose="02020603050405020304" charset="0"/>
                <a:ea typeface="宋体" panose="02010600030101010101" pitchFamily="2" charset="-122"/>
              </a:rPr>
              <a:t>:</a:t>
            </a:r>
            <a:endParaRPr lang="x-none" altLang="zh-CN" sz="2400" b="0">
              <a:solidFill>
                <a:schemeClr val="tx1"/>
              </a:solidFill>
              <a:effectLst/>
              <a:latin typeface="Times New Roman" panose="02020603050405020304" charset="0"/>
              <a:ea typeface="宋体" panose="02010600030101010101" pitchFamily="2" charset="-122"/>
            </a:endParaRPr>
          </a:p>
        </p:txBody>
      </p:sp>
      <p:pic>
        <p:nvPicPr>
          <p:cNvPr id="3" name="图片 2" descr="webwx"/>
          <p:cNvPicPr>
            <a:picLocks noChangeAspect="1"/>
          </p:cNvPicPr>
          <p:nvPr/>
        </p:nvPicPr>
        <p:blipFill>
          <a:blip r:embed="rId1"/>
          <a:stretch>
            <a:fillRect/>
          </a:stretch>
        </p:blipFill>
        <p:spPr>
          <a:xfrm>
            <a:off x="1313815" y="1109345"/>
            <a:ext cx="6515735" cy="4004945"/>
          </a:xfrm>
          <a:prstGeom prst="rect">
            <a:avLst/>
          </a:prstGeom>
        </p:spPr>
      </p:pic>
      <p:sp>
        <p:nvSpPr>
          <p:cNvPr id="4" name="文本框 3"/>
          <p:cNvSpPr txBox="1"/>
          <p:nvPr/>
        </p:nvSpPr>
        <p:spPr>
          <a:xfrm>
            <a:off x="1012825" y="5295265"/>
            <a:ext cx="7222490" cy="1014730"/>
          </a:xfrm>
          <a:prstGeom prst="rect">
            <a:avLst/>
          </a:prstGeom>
          <a:noFill/>
        </p:spPr>
        <p:txBody>
          <a:bodyPr wrap="none" rtlCol="0" anchor="t">
            <a:spAutoFit/>
          </a:bodyPr>
          <a:p>
            <a:pPr lvl="0">
              <a:lnSpc>
                <a:spcPct val="100000"/>
              </a:lnSpc>
              <a:spcBef>
                <a:spcPct val="50000"/>
              </a:spcBef>
              <a:buNone/>
            </a:pPr>
            <a:r>
              <a:rPr lang="zh-CN" altLang="zh-CN" sz="2400" dirty="0">
                <a:solidFill>
                  <a:srgbClr val="C00000"/>
                </a:solidFill>
                <a:effectLst/>
                <a:latin typeface="仿宋_GB2312" panose="02010609030101010101" pitchFamily="49" charset="-122"/>
                <a:ea typeface="仿宋_GB2312" panose="02010609030101010101" pitchFamily="49" charset="-122"/>
                <a:sym typeface="+mn-ea"/>
              </a:rPr>
              <a:t>该算法先用较小的时间片处理完较短的进程，</a:t>
            </a:r>
            <a:endParaRPr lang="zh-CN" altLang="zh-CN" sz="2400" dirty="0">
              <a:solidFill>
                <a:srgbClr val="C00000"/>
              </a:solidFill>
              <a:effectLst/>
              <a:latin typeface="仿宋_GB2312" panose="02010609030101010101" pitchFamily="49" charset="-122"/>
              <a:ea typeface="仿宋_GB2312" panose="02010609030101010101" pitchFamily="49" charset="-122"/>
              <a:sym typeface="+mn-ea"/>
            </a:endParaRPr>
          </a:p>
          <a:p>
            <a:pPr lvl="0">
              <a:lnSpc>
                <a:spcPct val="100000"/>
              </a:lnSpc>
              <a:spcBef>
                <a:spcPct val="50000"/>
              </a:spcBef>
              <a:buNone/>
            </a:pPr>
            <a:r>
              <a:rPr lang="zh-CN" altLang="zh-CN" sz="2400" dirty="0">
                <a:solidFill>
                  <a:srgbClr val="C00000"/>
                </a:solidFill>
                <a:effectLst/>
                <a:latin typeface="仿宋_GB2312" panose="02010609030101010101" pitchFamily="49" charset="-122"/>
                <a:ea typeface="仿宋_GB2312" panose="02010609030101010101" pitchFamily="49" charset="-122"/>
                <a:sym typeface="+mn-ea"/>
              </a:rPr>
              <a:t>同时避免较长的进程频繁被中断而影响处理机的效率</a:t>
            </a:r>
            <a:endParaRPr lang="zh-CN" altLang="zh-CN" sz="2400" dirty="0">
              <a:solidFill>
                <a:srgbClr val="C00000"/>
              </a:solidFill>
              <a:effectLst/>
              <a:latin typeface="仿宋_GB2312" panose="02010609030101010101" pitchFamily="49" charset="-122"/>
              <a:ea typeface="仿宋_GB2312" panose="02010609030101010101" pitchFamily="49" charset="-122"/>
              <a:sym typeface="+mn-ea"/>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7218" name="矩形 137217"/>
          <p:cNvSpPr/>
          <p:nvPr/>
        </p:nvSpPr>
        <p:spPr>
          <a:xfrm>
            <a:off x="157163" y="573088"/>
            <a:ext cx="6475413" cy="676275"/>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buNone/>
            </a:pPr>
            <a:r>
              <a:rPr lang="en-US" altLang="zh-CN" b="1" strike="noStrike" noProof="1">
                <a:solidFill>
                  <a:srgbClr val="990000"/>
                </a:solidFill>
                <a:latin typeface="Times New Roman" panose="02020603050405020304" charset="0"/>
                <a:ea typeface="宋体" panose="02010600030101010101" pitchFamily="2" charset="-122"/>
                <a:cs typeface="+mn-ea"/>
              </a:rPr>
              <a:t>4.  </a:t>
            </a:r>
            <a:r>
              <a:rPr lang="en-US" altLang="zh-CN" b="1" strike="noStrike" noProof="1">
                <a:solidFill>
                  <a:srgbClr val="990000"/>
                </a:solidFill>
                <a:latin typeface="Times New Roman" panose="02020603050405020304" charset="0"/>
                <a:ea typeface="宋体" panose="02010600030101010101" pitchFamily="2" charset="-122"/>
                <a:cs typeface="+mn-ea"/>
                <a:sym typeface="+mn-ea"/>
              </a:rPr>
              <a:t>时间片与优先级混合调度算法</a:t>
            </a:r>
            <a:endParaRPr lang="zh-CN" altLang="en-US" b="1" strike="noStrike" noProof="1">
              <a:solidFill>
                <a:srgbClr val="990000"/>
              </a:solidFill>
              <a:ea typeface="宋体" panose="02010600030101010101" pitchFamily="2" charset="-122"/>
            </a:endParaRPr>
          </a:p>
        </p:txBody>
      </p:sp>
      <p:grpSp>
        <p:nvGrpSpPr>
          <p:cNvPr id="137219" name="组合 137218"/>
          <p:cNvGrpSpPr/>
          <p:nvPr/>
        </p:nvGrpSpPr>
        <p:grpSpPr>
          <a:xfrm>
            <a:off x="798513" y="1784033"/>
            <a:ext cx="7502525" cy="3744912"/>
            <a:chOff x="0" y="0"/>
            <a:chExt cx="4726" cy="2359"/>
          </a:xfrm>
        </p:grpSpPr>
        <p:sp>
          <p:nvSpPr>
            <p:cNvPr id="149507" name="直接连接符 137219"/>
            <p:cNvSpPr/>
            <p:nvPr/>
          </p:nvSpPr>
          <p:spPr>
            <a:xfrm flipH="1">
              <a:off x="2647" y="1561"/>
              <a:ext cx="1376" cy="406"/>
            </a:xfrm>
            <a:prstGeom prst="line">
              <a:avLst/>
            </a:prstGeom>
            <a:ln w="19050" cap="flat" cmpd="sng">
              <a:solidFill>
                <a:schemeClr val="tx1"/>
              </a:solidFill>
              <a:prstDash val="solid"/>
              <a:round/>
              <a:headEnd type="none" w="med" len="med"/>
              <a:tailEnd type="triangle" w="sm" len="med"/>
            </a:ln>
          </p:spPr>
          <p:txBody>
            <a:bodyPr anchor="t"/>
            <a:p>
              <a:pPr lvl="0"/>
              <a:endParaRPr lang="zh-CN" altLang="en-US">
                <a:latin typeface="Arial" panose="02080604020202020204" pitchFamily="34" charset="0"/>
                <a:ea typeface="宋体" panose="02010600030101010101" pitchFamily="2" charset="-122"/>
              </a:endParaRPr>
            </a:p>
          </p:txBody>
        </p:sp>
        <p:sp>
          <p:nvSpPr>
            <p:cNvPr id="149508" name="直接连接符 137220"/>
            <p:cNvSpPr/>
            <p:nvPr/>
          </p:nvSpPr>
          <p:spPr>
            <a:xfrm flipH="1">
              <a:off x="837" y="270"/>
              <a:ext cx="1175" cy="527"/>
            </a:xfrm>
            <a:prstGeom prst="line">
              <a:avLst/>
            </a:prstGeom>
            <a:ln w="19050" cap="flat" cmpd="sng">
              <a:solidFill>
                <a:schemeClr val="tx1"/>
              </a:solidFill>
              <a:prstDash val="solid"/>
              <a:round/>
              <a:headEnd type="none" w="med" len="med"/>
              <a:tailEnd type="triangle" w="sm" len="med"/>
            </a:ln>
          </p:spPr>
          <p:txBody>
            <a:bodyPr anchor="t"/>
            <a:p>
              <a:pPr lvl="0"/>
              <a:endParaRPr lang="zh-CN" altLang="en-US">
                <a:latin typeface="Arial" panose="02080604020202020204" pitchFamily="34" charset="0"/>
                <a:ea typeface="宋体" panose="02010600030101010101" pitchFamily="2" charset="-122"/>
              </a:endParaRPr>
            </a:p>
          </p:txBody>
        </p:sp>
        <p:sp>
          <p:nvSpPr>
            <p:cNvPr id="149509" name="椭圆 137221"/>
            <p:cNvSpPr/>
            <p:nvPr/>
          </p:nvSpPr>
          <p:spPr>
            <a:xfrm>
              <a:off x="2016" y="0"/>
              <a:ext cx="1316" cy="551"/>
            </a:xfrm>
            <a:prstGeom prst="ellipse">
              <a:avLst/>
            </a:prstGeom>
            <a:noFill/>
            <a:ln w="19050" cap="flat" cmpd="sng">
              <a:solidFill>
                <a:srgbClr val="000000"/>
              </a:solidFill>
              <a:prstDash val="solid"/>
              <a:round/>
              <a:headEnd type="none" w="med" len="med"/>
              <a:tailEnd type="none" w="med" len="med"/>
            </a:ln>
          </p:spPr>
          <p:txBody>
            <a:bodyPr anchor="t"/>
            <a:p>
              <a:pPr marL="914400" lvl="0" indent="-340995" algn="ctr">
                <a:lnSpc>
                  <a:spcPct val="120000"/>
                </a:lnSpc>
                <a:buClr>
                  <a:schemeClr val="tx2"/>
                </a:buClr>
                <a:buSzPct val="95000"/>
                <a:buFont typeface="Wingdings" panose="05000000000000000000" pitchFamily="2" charset="2"/>
                <a:buBlip>
                  <a:blip r:embed="rId1"/>
                </a:buBlip>
              </a:pPr>
              <a:endParaRPr lang="zh-CN" altLang="en-US" sz="3200" b="0" dirty="0">
                <a:latin typeface="Arial" panose="02080604020202020204" pitchFamily="34" charset="0"/>
                <a:ea typeface="宋体" panose="02010600030101010101" pitchFamily="2" charset="-122"/>
              </a:endParaRPr>
            </a:p>
          </p:txBody>
        </p:sp>
        <p:sp>
          <p:nvSpPr>
            <p:cNvPr id="149510" name="文本框 137222"/>
            <p:cNvSpPr txBox="1"/>
            <p:nvPr/>
          </p:nvSpPr>
          <p:spPr>
            <a:xfrm>
              <a:off x="2476" y="142"/>
              <a:ext cx="491" cy="299"/>
            </a:xfrm>
            <a:prstGeom prst="rect">
              <a:avLst/>
            </a:prstGeom>
            <a:noFill/>
            <a:ln w="9525">
              <a:noFill/>
              <a:miter/>
            </a:ln>
          </p:spPr>
          <p:txBody>
            <a:bodyPr anchor="t"/>
            <a:p>
              <a:pPr lvl="0" algn="just"/>
              <a:r>
                <a:rPr lang="zh-CN" altLang="en-US" sz="1600">
                  <a:solidFill>
                    <a:schemeClr val="tx1"/>
                  </a:solidFill>
                  <a:latin typeface="Times New Roman" panose="02020603050405020304" charset="0"/>
                  <a:ea typeface="宋体" panose="02010600030101010101" pitchFamily="2" charset="-122"/>
                </a:rPr>
                <a:t> 运行</a:t>
              </a:r>
              <a:endParaRPr lang="zh-CN" altLang="en-US" sz="1600">
                <a:solidFill>
                  <a:schemeClr val="tx1"/>
                </a:solidFill>
                <a:latin typeface="Times New Roman" panose="02020603050405020304" charset="0"/>
                <a:ea typeface="宋体" panose="02010600030101010101" pitchFamily="2" charset="-122"/>
              </a:endParaRPr>
            </a:p>
          </p:txBody>
        </p:sp>
        <p:sp>
          <p:nvSpPr>
            <p:cNvPr id="149511" name="文本框 137223"/>
            <p:cNvSpPr txBox="1"/>
            <p:nvPr/>
          </p:nvSpPr>
          <p:spPr>
            <a:xfrm>
              <a:off x="2485" y="1173"/>
              <a:ext cx="834" cy="350"/>
            </a:xfrm>
            <a:prstGeom prst="rect">
              <a:avLst/>
            </a:prstGeom>
            <a:noFill/>
            <a:ln w="9525">
              <a:noFill/>
              <a:miter/>
            </a:ln>
          </p:spPr>
          <p:txBody>
            <a:bodyPr anchor="t"/>
            <a:p>
              <a:pPr lvl="0" algn="just"/>
              <a:r>
                <a:rPr lang="zh-CN" altLang="zh-CN" sz="1600">
                  <a:solidFill>
                    <a:schemeClr val="tx1"/>
                  </a:solidFill>
                  <a:latin typeface="Times New Roman" panose="02020603050405020304" charset="0"/>
                  <a:ea typeface="宋体" panose="02010600030101010101" pitchFamily="2" charset="-122"/>
                </a:rPr>
                <a:t>5. </a:t>
              </a:r>
              <a:r>
                <a:rPr lang="zh-CN" altLang="en-US" sz="1600">
                  <a:solidFill>
                    <a:schemeClr val="tx1"/>
                  </a:solidFill>
                  <a:latin typeface="Times New Roman" panose="02020603050405020304" charset="0"/>
                  <a:ea typeface="宋体" panose="02010600030101010101" pitchFamily="2" charset="-122"/>
                </a:rPr>
                <a:t>首先选择</a:t>
              </a:r>
              <a:endParaRPr lang="zh-CN" altLang="en-US" sz="1600">
                <a:solidFill>
                  <a:schemeClr val="tx1"/>
                </a:solidFill>
                <a:latin typeface="Times New Roman" panose="02020603050405020304" charset="0"/>
                <a:ea typeface="宋体" panose="02010600030101010101" pitchFamily="2" charset="-122"/>
              </a:endParaRPr>
            </a:p>
            <a:p>
              <a:pPr lvl="0" algn="just"/>
              <a:r>
                <a:rPr lang="zh-CN" altLang="en-US" sz="1600">
                  <a:solidFill>
                    <a:schemeClr val="tx1"/>
                  </a:solidFill>
                  <a:latin typeface="Times New Roman" panose="02020603050405020304" charset="0"/>
                  <a:ea typeface="宋体" panose="02010600030101010101" pitchFamily="2" charset="-122"/>
                </a:rPr>
                <a:t>  </a:t>
              </a:r>
              <a:r>
                <a:rPr lang="en-US" altLang="zh-CN" sz="1600">
                  <a:solidFill>
                    <a:schemeClr val="tx1"/>
                  </a:solidFill>
                  <a:latin typeface="Times New Roman" panose="02020603050405020304" charset="0"/>
                  <a:ea typeface="宋体" panose="02010600030101010101" pitchFamily="2" charset="-122"/>
                </a:rPr>
                <a:t>100ms</a:t>
              </a:r>
              <a:endParaRPr lang="en-US" altLang="zh-CN" sz="1600">
                <a:solidFill>
                  <a:schemeClr val="tx1"/>
                </a:solidFill>
                <a:latin typeface="Times New Roman" panose="02020603050405020304" charset="0"/>
                <a:ea typeface="宋体" panose="02010600030101010101" pitchFamily="2" charset="-122"/>
              </a:endParaRPr>
            </a:p>
          </p:txBody>
        </p:sp>
        <p:sp>
          <p:nvSpPr>
            <p:cNvPr id="149512" name="椭圆 137224"/>
            <p:cNvSpPr/>
            <p:nvPr/>
          </p:nvSpPr>
          <p:spPr>
            <a:xfrm>
              <a:off x="3411" y="1010"/>
              <a:ext cx="1315" cy="552"/>
            </a:xfrm>
            <a:prstGeom prst="ellipse">
              <a:avLst/>
            </a:prstGeom>
            <a:noFill/>
            <a:ln w="19050" cap="flat" cmpd="sng">
              <a:solidFill>
                <a:srgbClr val="000000"/>
              </a:solidFill>
              <a:prstDash val="solid"/>
              <a:round/>
              <a:headEnd type="none" w="med" len="med"/>
              <a:tailEnd type="none" w="med" len="med"/>
            </a:ln>
          </p:spPr>
          <p:txBody>
            <a:bodyPr anchor="t"/>
            <a:p>
              <a:pPr marL="914400" lvl="0" indent="-340995" algn="ctr">
                <a:lnSpc>
                  <a:spcPct val="120000"/>
                </a:lnSpc>
                <a:buClr>
                  <a:schemeClr val="tx2"/>
                </a:buClr>
                <a:buSzPct val="95000"/>
                <a:buFont typeface="Wingdings" panose="05000000000000000000" pitchFamily="2" charset="2"/>
                <a:buBlip>
                  <a:blip r:embed="rId1"/>
                </a:buBlip>
              </a:pPr>
              <a:endParaRPr lang="zh-CN" altLang="en-US" sz="3200" b="0" dirty="0">
                <a:latin typeface="Arial" panose="02080604020202020204" pitchFamily="34" charset="0"/>
                <a:ea typeface="宋体" panose="02010600030101010101" pitchFamily="2" charset="-122"/>
              </a:endParaRPr>
            </a:p>
          </p:txBody>
        </p:sp>
        <p:sp>
          <p:nvSpPr>
            <p:cNvPr id="149513" name="文本框 137225"/>
            <p:cNvSpPr txBox="1"/>
            <p:nvPr/>
          </p:nvSpPr>
          <p:spPr>
            <a:xfrm>
              <a:off x="3817" y="1100"/>
              <a:ext cx="633" cy="423"/>
            </a:xfrm>
            <a:prstGeom prst="rect">
              <a:avLst/>
            </a:prstGeom>
            <a:noFill/>
            <a:ln w="9525">
              <a:noFill/>
              <a:miter/>
            </a:ln>
          </p:spPr>
          <p:txBody>
            <a:bodyPr anchor="t"/>
            <a:p>
              <a:pPr lvl="0" algn="just"/>
              <a:r>
                <a:rPr lang="zh-CN" altLang="en-US" sz="1600">
                  <a:solidFill>
                    <a:schemeClr val="tx1"/>
                  </a:solidFill>
                  <a:latin typeface="Times New Roman" panose="02020603050405020304" charset="0"/>
                  <a:ea typeface="宋体" panose="02010600030101010101" pitchFamily="2" charset="-122"/>
                </a:rPr>
                <a:t> 因 </a:t>
              </a:r>
              <a:r>
                <a:rPr lang="en-US" altLang="zh-CN" sz="1600">
                  <a:solidFill>
                    <a:schemeClr val="tx1"/>
                  </a:solidFill>
                  <a:latin typeface="Times New Roman" panose="02020603050405020304" charset="0"/>
                  <a:ea typeface="宋体" panose="02010600030101010101" pitchFamily="2" charset="-122"/>
                </a:rPr>
                <a:t>I∕O</a:t>
              </a:r>
              <a:endParaRPr lang="en-US" altLang="zh-CN" sz="1600">
                <a:solidFill>
                  <a:schemeClr val="tx1"/>
                </a:solidFill>
                <a:latin typeface="Times New Roman" panose="02020603050405020304" charset="0"/>
                <a:ea typeface="宋体" panose="02010600030101010101" pitchFamily="2" charset="-122"/>
              </a:endParaRPr>
            </a:p>
            <a:p>
              <a:pPr lvl="0" algn="just"/>
              <a:r>
                <a:rPr lang="en-US" altLang="zh-CN" sz="1600">
                  <a:solidFill>
                    <a:schemeClr val="tx1"/>
                  </a:solidFill>
                  <a:latin typeface="Times New Roman" panose="02020603050405020304" charset="0"/>
                  <a:ea typeface="宋体" panose="02010600030101010101" pitchFamily="2" charset="-122"/>
                </a:rPr>
                <a:t> </a:t>
              </a:r>
              <a:r>
                <a:rPr lang="zh-CN" altLang="en-US" sz="1600">
                  <a:solidFill>
                    <a:schemeClr val="tx1"/>
                  </a:solidFill>
                  <a:latin typeface="Times New Roman" panose="02020603050405020304" charset="0"/>
                  <a:ea typeface="宋体" panose="02010600030101010101" pitchFamily="2" charset="-122"/>
                </a:rPr>
                <a:t>而等待</a:t>
              </a:r>
              <a:endParaRPr lang="zh-CN" altLang="en-US" sz="1600">
                <a:solidFill>
                  <a:schemeClr val="tx1"/>
                </a:solidFill>
                <a:latin typeface="Times New Roman" panose="02020603050405020304" charset="0"/>
                <a:ea typeface="宋体" panose="02010600030101010101" pitchFamily="2" charset="-122"/>
              </a:endParaRPr>
            </a:p>
            <a:p>
              <a:pPr lvl="0" algn="just"/>
              <a:endParaRPr lang="zh-CN" altLang="en-US" sz="1600">
                <a:solidFill>
                  <a:schemeClr val="tx1"/>
                </a:solidFill>
                <a:latin typeface="Times New Roman" panose="02020603050405020304" charset="0"/>
                <a:ea typeface="宋体" panose="02010600030101010101" pitchFamily="2" charset="-122"/>
              </a:endParaRPr>
            </a:p>
          </p:txBody>
        </p:sp>
        <p:sp>
          <p:nvSpPr>
            <p:cNvPr id="149514" name="椭圆 137226"/>
            <p:cNvSpPr/>
            <p:nvPr/>
          </p:nvSpPr>
          <p:spPr>
            <a:xfrm>
              <a:off x="1386" y="1808"/>
              <a:ext cx="1316" cy="551"/>
            </a:xfrm>
            <a:prstGeom prst="ellipse">
              <a:avLst/>
            </a:prstGeom>
            <a:noFill/>
            <a:ln w="19050" cap="flat" cmpd="sng">
              <a:solidFill>
                <a:srgbClr val="000000"/>
              </a:solidFill>
              <a:prstDash val="solid"/>
              <a:round/>
              <a:headEnd type="none" w="med" len="med"/>
              <a:tailEnd type="none" w="med" len="med"/>
            </a:ln>
          </p:spPr>
          <p:txBody>
            <a:bodyPr anchor="t"/>
            <a:p>
              <a:pPr marL="914400" lvl="0" indent="-340995" algn="ctr">
                <a:lnSpc>
                  <a:spcPct val="120000"/>
                </a:lnSpc>
                <a:buClr>
                  <a:schemeClr val="tx2"/>
                </a:buClr>
                <a:buSzPct val="95000"/>
                <a:buFont typeface="Wingdings" panose="05000000000000000000" pitchFamily="2" charset="2"/>
                <a:buBlip>
                  <a:blip r:embed="rId1"/>
                </a:buBlip>
              </a:pPr>
              <a:endParaRPr lang="zh-CN" altLang="en-US" sz="3200" b="0" dirty="0">
                <a:latin typeface="Arial" panose="02080604020202020204" pitchFamily="34" charset="0"/>
                <a:ea typeface="宋体" panose="02010600030101010101" pitchFamily="2" charset="-122"/>
              </a:endParaRPr>
            </a:p>
          </p:txBody>
        </p:sp>
        <p:sp>
          <p:nvSpPr>
            <p:cNvPr id="149515" name="文本框 137227"/>
            <p:cNvSpPr txBox="1"/>
            <p:nvPr/>
          </p:nvSpPr>
          <p:spPr>
            <a:xfrm>
              <a:off x="1791" y="1897"/>
              <a:ext cx="652" cy="387"/>
            </a:xfrm>
            <a:prstGeom prst="rect">
              <a:avLst/>
            </a:prstGeom>
            <a:noFill/>
            <a:ln w="9525">
              <a:noFill/>
              <a:miter/>
            </a:ln>
          </p:spPr>
          <p:txBody>
            <a:bodyPr anchor="t"/>
            <a:p>
              <a:pPr lvl="0"/>
              <a:r>
                <a:rPr lang="zh-CN" altLang="en-US" sz="1600">
                  <a:solidFill>
                    <a:schemeClr val="tx1"/>
                  </a:solidFill>
                  <a:latin typeface="Times New Roman" panose="02020603050405020304" charset="0"/>
                  <a:ea typeface="宋体" panose="02010600030101010101" pitchFamily="2" charset="-122"/>
                </a:rPr>
                <a:t> 高优先</a:t>
              </a:r>
              <a:endParaRPr lang="zh-CN" altLang="en-US" sz="1600">
                <a:solidFill>
                  <a:schemeClr val="tx1"/>
                </a:solidFill>
                <a:latin typeface="Times New Roman" panose="02020603050405020304" charset="0"/>
                <a:ea typeface="宋体" panose="02010600030101010101" pitchFamily="2" charset="-122"/>
              </a:endParaRPr>
            </a:p>
            <a:p>
              <a:pPr lvl="0"/>
              <a:r>
                <a:rPr lang="zh-CN" altLang="en-US" sz="1600">
                  <a:solidFill>
                    <a:schemeClr val="tx1"/>
                  </a:solidFill>
                  <a:latin typeface="Times New Roman" panose="02020603050405020304" charset="0"/>
                  <a:ea typeface="宋体" panose="02010600030101010101" pitchFamily="2" charset="-122"/>
                </a:rPr>
                <a:t>   就绪</a:t>
              </a:r>
              <a:endParaRPr lang="zh-CN" altLang="en-US" sz="1600">
                <a:solidFill>
                  <a:schemeClr val="tx1"/>
                </a:solidFill>
                <a:latin typeface="Times New Roman" panose="02020603050405020304" charset="0"/>
                <a:ea typeface="宋体" panose="02010600030101010101" pitchFamily="2" charset="-122"/>
              </a:endParaRPr>
            </a:p>
            <a:p>
              <a:pPr lvl="0" algn="just"/>
              <a:endParaRPr lang="zh-CN" altLang="en-US" sz="1600">
                <a:solidFill>
                  <a:schemeClr val="tx1"/>
                </a:solidFill>
                <a:latin typeface="Times New Roman" panose="02020603050405020304" charset="0"/>
                <a:ea typeface="宋体" panose="02010600030101010101" pitchFamily="2" charset="-122"/>
              </a:endParaRPr>
            </a:p>
          </p:txBody>
        </p:sp>
        <p:sp>
          <p:nvSpPr>
            <p:cNvPr id="149516" name="椭圆 137228"/>
            <p:cNvSpPr/>
            <p:nvPr/>
          </p:nvSpPr>
          <p:spPr>
            <a:xfrm>
              <a:off x="0" y="797"/>
              <a:ext cx="1315" cy="552"/>
            </a:xfrm>
            <a:prstGeom prst="ellipse">
              <a:avLst/>
            </a:prstGeom>
            <a:noFill/>
            <a:ln w="19050" cap="flat" cmpd="sng">
              <a:solidFill>
                <a:srgbClr val="000000"/>
              </a:solidFill>
              <a:prstDash val="solid"/>
              <a:round/>
              <a:headEnd type="none" w="med" len="med"/>
              <a:tailEnd type="none" w="med" len="med"/>
            </a:ln>
          </p:spPr>
          <p:txBody>
            <a:bodyPr anchor="t"/>
            <a:p>
              <a:pPr marL="914400" lvl="0" indent="-340995" algn="ctr">
                <a:lnSpc>
                  <a:spcPct val="120000"/>
                </a:lnSpc>
                <a:buClr>
                  <a:schemeClr val="tx2"/>
                </a:buClr>
                <a:buSzPct val="95000"/>
                <a:buFont typeface="Wingdings" panose="05000000000000000000" pitchFamily="2" charset="2"/>
                <a:buBlip>
                  <a:blip r:embed="rId1"/>
                </a:buBlip>
              </a:pPr>
              <a:endParaRPr lang="zh-CN" altLang="en-US" sz="3200" b="0" dirty="0">
                <a:latin typeface="Arial" panose="02080604020202020204" pitchFamily="34" charset="0"/>
                <a:ea typeface="宋体" panose="02010600030101010101" pitchFamily="2" charset="-122"/>
              </a:endParaRPr>
            </a:p>
          </p:txBody>
        </p:sp>
        <p:sp>
          <p:nvSpPr>
            <p:cNvPr id="149517" name="文本框 137229"/>
            <p:cNvSpPr txBox="1"/>
            <p:nvPr/>
          </p:nvSpPr>
          <p:spPr>
            <a:xfrm>
              <a:off x="326" y="908"/>
              <a:ext cx="686" cy="382"/>
            </a:xfrm>
            <a:prstGeom prst="rect">
              <a:avLst/>
            </a:prstGeom>
            <a:noFill/>
            <a:ln w="9525">
              <a:noFill/>
              <a:miter/>
            </a:ln>
          </p:spPr>
          <p:txBody>
            <a:bodyPr anchor="t"/>
            <a:p>
              <a:pPr lvl="0"/>
              <a:r>
                <a:rPr lang="zh-CN" altLang="en-US" sz="1600">
                  <a:solidFill>
                    <a:schemeClr val="tx1"/>
                  </a:solidFill>
                  <a:latin typeface="Times New Roman" panose="02020603050405020304" charset="0"/>
                  <a:ea typeface="宋体" panose="02010600030101010101" pitchFamily="2" charset="-122"/>
                </a:rPr>
                <a:t>   低优先</a:t>
              </a:r>
              <a:endParaRPr lang="zh-CN" altLang="en-US" sz="1600">
                <a:solidFill>
                  <a:schemeClr val="tx1"/>
                </a:solidFill>
                <a:latin typeface="Times New Roman" panose="02020603050405020304" charset="0"/>
                <a:ea typeface="宋体" panose="02010600030101010101" pitchFamily="2" charset="-122"/>
              </a:endParaRPr>
            </a:p>
            <a:p>
              <a:pPr lvl="0"/>
              <a:r>
                <a:rPr lang="zh-CN" altLang="en-US" sz="1600">
                  <a:solidFill>
                    <a:schemeClr val="tx1"/>
                  </a:solidFill>
                  <a:latin typeface="Times New Roman" panose="02020603050405020304" charset="0"/>
                  <a:ea typeface="宋体" panose="02010600030101010101" pitchFamily="2" charset="-122"/>
                </a:rPr>
                <a:t>     就绪</a:t>
              </a:r>
              <a:endParaRPr lang="zh-CN" altLang="en-US" sz="1600">
                <a:solidFill>
                  <a:schemeClr val="tx1"/>
                </a:solidFill>
                <a:latin typeface="Times New Roman" panose="02020603050405020304" charset="0"/>
                <a:ea typeface="宋体" panose="02010600030101010101" pitchFamily="2" charset="-122"/>
              </a:endParaRPr>
            </a:p>
            <a:p>
              <a:pPr lvl="0" algn="just"/>
              <a:endParaRPr lang="zh-CN" altLang="en-US" sz="1600">
                <a:solidFill>
                  <a:schemeClr val="tx1"/>
                </a:solidFill>
                <a:latin typeface="Times New Roman" panose="02020603050405020304" charset="0"/>
                <a:ea typeface="宋体" panose="02010600030101010101" pitchFamily="2" charset="-122"/>
              </a:endParaRPr>
            </a:p>
          </p:txBody>
        </p:sp>
        <p:sp>
          <p:nvSpPr>
            <p:cNvPr id="149518" name="直接连接符 137230"/>
            <p:cNvSpPr/>
            <p:nvPr/>
          </p:nvSpPr>
          <p:spPr>
            <a:xfrm>
              <a:off x="3259" y="390"/>
              <a:ext cx="1008" cy="638"/>
            </a:xfrm>
            <a:prstGeom prst="line">
              <a:avLst/>
            </a:prstGeom>
            <a:ln w="19050" cap="flat" cmpd="sng">
              <a:solidFill>
                <a:schemeClr val="tx1"/>
              </a:solidFill>
              <a:prstDash val="solid"/>
              <a:round/>
              <a:headEnd type="none" w="med" len="med"/>
              <a:tailEnd type="triangle" w="sm" len="med"/>
            </a:ln>
          </p:spPr>
          <p:txBody>
            <a:bodyPr anchor="t"/>
            <a:p>
              <a:pPr lvl="0"/>
              <a:endParaRPr lang="zh-CN" altLang="en-US">
                <a:latin typeface="Arial" panose="02080604020202020204" pitchFamily="34" charset="0"/>
                <a:ea typeface="宋体" panose="02010600030101010101" pitchFamily="2" charset="-122"/>
              </a:endParaRPr>
            </a:p>
          </p:txBody>
        </p:sp>
        <p:sp>
          <p:nvSpPr>
            <p:cNvPr id="149519" name="直接连接符 137231"/>
            <p:cNvSpPr/>
            <p:nvPr/>
          </p:nvSpPr>
          <p:spPr>
            <a:xfrm flipV="1">
              <a:off x="1323" y="531"/>
              <a:ext cx="1135" cy="479"/>
            </a:xfrm>
            <a:prstGeom prst="line">
              <a:avLst/>
            </a:prstGeom>
            <a:ln w="19050" cap="flat" cmpd="sng">
              <a:solidFill>
                <a:schemeClr val="tx1"/>
              </a:solidFill>
              <a:prstDash val="solid"/>
              <a:round/>
              <a:headEnd type="none" w="med" len="med"/>
              <a:tailEnd type="triangle" w="sm" len="med"/>
            </a:ln>
          </p:spPr>
          <p:txBody>
            <a:bodyPr anchor="t"/>
            <a:p>
              <a:pPr lvl="0"/>
              <a:endParaRPr lang="zh-CN" altLang="en-US">
                <a:latin typeface="Arial" panose="02080604020202020204" pitchFamily="34" charset="0"/>
                <a:ea typeface="宋体" panose="02010600030101010101" pitchFamily="2" charset="-122"/>
              </a:endParaRPr>
            </a:p>
          </p:txBody>
        </p:sp>
        <p:sp>
          <p:nvSpPr>
            <p:cNvPr id="149520" name="直接连接符 137232"/>
            <p:cNvSpPr/>
            <p:nvPr/>
          </p:nvSpPr>
          <p:spPr>
            <a:xfrm flipV="1">
              <a:off x="2268" y="531"/>
              <a:ext cx="568" cy="1277"/>
            </a:xfrm>
            <a:prstGeom prst="line">
              <a:avLst/>
            </a:prstGeom>
            <a:ln w="19050" cap="flat" cmpd="sng">
              <a:solidFill>
                <a:schemeClr val="tx1"/>
              </a:solidFill>
              <a:prstDash val="solid"/>
              <a:round/>
              <a:headEnd type="none" w="med" len="med"/>
              <a:tailEnd type="triangle" w="sm" len="med"/>
            </a:ln>
          </p:spPr>
          <p:txBody>
            <a:bodyPr anchor="t"/>
            <a:p>
              <a:pPr lvl="0"/>
              <a:endParaRPr lang="zh-CN" altLang="en-US">
                <a:latin typeface="Arial" panose="02080604020202020204" pitchFamily="34" charset="0"/>
                <a:ea typeface="宋体" panose="02010600030101010101" pitchFamily="2" charset="-122"/>
              </a:endParaRPr>
            </a:p>
          </p:txBody>
        </p:sp>
        <p:sp>
          <p:nvSpPr>
            <p:cNvPr id="149523" name="文本框 137235"/>
            <p:cNvSpPr txBox="1"/>
            <p:nvPr/>
          </p:nvSpPr>
          <p:spPr>
            <a:xfrm>
              <a:off x="939" y="317"/>
              <a:ext cx="782" cy="326"/>
            </a:xfrm>
            <a:prstGeom prst="rect">
              <a:avLst/>
            </a:prstGeom>
            <a:noFill/>
            <a:ln w="9525">
              <a:noFill/>
              <a:miter/>
            </a:ln>
          </p:spPr>
          <p:txBody>
            <a:bodyPr anchor="t"/>
            <a:p>
              <a:pPr lvl="0" algn="just"/>
              <a:r>
                <a:rPr lang="zh-CN" altLang="zh-CN" sz="1600">
                  <a:solidFill>
                    <a:schemeClr val="tx1"/>
                  </a:solidFill>
                  <a:latin typeface="Times New Roman" panose="02020603050405020304" charset="0"/>
                  <a:ea typeface="宋体" panose="02010600030101010101" pitchFamily="2" charset="-122"/>
                </a:rPr>
                <a:t>2.</a:t>
              </a:r>
              <a:r>
                <a:rPr lang="zh-CN" altLang="en-US" sz="1600">
                  <a:solidFill>
                    <a:schemeClr val="tx1"/>
                  </a:solidFill>
                  <a:latin typeface="Times New Roman" panose="02020603050405020304" charset="0"/>
                  <a:ea typeface="宋体" panose="02010600030101010101" pitchFamily="2" charset="-122"/>
                </a:rPr>
                <a:t> </a:t>
              </a:r>
              <a:endParaRPr lang="zh-CN" altLang="zh-CN" sz="1600">
                <a:solidFill>
                  <a:schemeClr val="tx1"/>
                </a:solidFill>
                <a:latin typeface="Times New Roman" panose="02020603050405020304" charset="0"/>
                <a:ea typeface="宋体" panose="02010600030101010101" pitchFamily="2" charset="-122"/>
              </a:endParaRPr>
            </a:p>
          </p:txBody>
        </p:sp>
        <p:sp>
          <p:nvSpPr>
            <p:cNvPr id="149524" name="文本框 137236"/>
            <p:cNvSpPr txBox="1"/>
            <p:nvPr/>
          </p:nvSpPr>
          <p:spPr>
            <a:xfrm>
              <a:off x="3592" y="418"/>
              <a:ext cx="863" cy="326"/>
            </a:xfrm>
            <a:prstGeom prst="rect">
              <a:avLst/>
            </a:prstGeom>
            <a:noFill/>
            <a:ln w="9525">
              <a:noFill/>
              <a:miter/>
            </a:ln>
          </p:spPr>
          <p:txBody>
            <a:bodyPr anchor="t"/>
            <a:p>
              <a:pPr lvl="0" algn="just"/>
              <a:r>
                <a:rPr lang="zh-CN" altLang="zh-CN" sz="1600">
                  <a:solidFill>
                    <a:schemeClr val="tx1"/>
                  </a:solidFill>
                  <a:latin typeface="Times New Roman" panose="02020603050405020304" charset="0"/>
                  <a:ea typeface="宋体" panose="02010600030101010101" pitchFamily="2" charset="-122"/>
                </a:rPr>
                <a:t>3. </a:t>
              </a:r>
              <a:r>
                <a:rPr lang="zh-CN" altLang="en-US" sz="1600">
                  <a:solidFill>
                    <a:schemeClr val="tx1"/>
                  </a:solidFill>
                  <a:latin typeface="Times New Roman" panose="02020603050405020304" charset="0"/>
                  <a:ea typeface="宋体" panose="02010600030101010101" pitchFamily="2" charset="-122"/>
                </a:rPr>
                <a:t>请求</a:t>
              </a:r>
              <a:r>
                <a:rPr lang="en-US" altLang="zh-CN" sz="1600">
                  <a:solidFill>
                    <a:schemeClr val="tx1"/>
                  </a:solidFill>
                  <a:latin typeface="Times New Roman" panose="02020603050405020304" charset="0"/>
                  <a:ea typeface="宋体" panose="02010600030101010101" pitchFamily="2" charset="-122"/>
                </a:rPr>
                <a:t>I/O</a:t>
              </a:r>
              <a:endParaRPr lang="en-US" altLang="zh-CN" sz="1600">
                <a:solidFill>
                  <a:schemeClr val="tx1"/>
                </a:solidFill>
                <a:latin typeface="Times New Roman" panose="02020603050405020304" charset="0"/>
                <a:ea typeface="宋体" panose="02010600030101010101" pitchFamily="2" charset="-122"/>
              </a:endParaRPr>
            </a:p>
          </p:txBody>
        </p:sp>
        <p:sp>
          <p:nvSpPr>
            <p:cNvPr id="149525" name="文本框 137237"/>
            <p:cNvSpPr txBox="1"/>
            <p:nvPr/>
          </p:nvSpPr>
          <p:spPr>
            <a:xfrm>
              <a:off x="3025" y="1808"/>
              <a:ext cx="1008" cy="326"/>
            </a:xfrm>
            <a:prstGeom prst="rect">
              <a:avLst/>
            </a:prstGeom>
            <a:noFill/>
            <a:ln w="9525">
              <a:noFill/>
              <a:miter/>
            </a:ln>
          </p:spPr>
          <p:txBody>
            <a:bodyPr anchor="t"/>
            <a:p>
              <a:pPr lvl="0" algn="just"/>
              <a:r>
                <a:rPr lang="zh-CN" altLang="en-US" sz="1600">
                  <a:solidFill>
                    <a:schemeClr val="tx1"/>
                  </a:solidFill>
                  <a:latin typeface="Times New Roman" panose="02020603050405020304" charset="0"/>
                  <a:ea typeface="宋体" panose="02010600030101010101" pitchFamily="2" charset="-122"/>
                </a:rPr>
                <a:t>4. </a:t>
              </a:r>
              <a:r>
                <a:rPr lang="en-US" altLang="zh-CN" sz="1600">
                  <a:solidFill>
                    <a:schemeClr val="tx1"/>
                  </a:solidFill>
                  <a:latin typeface="Times New Roman" panose="02020603050405020304" charset="0"/>
                  <a:ea typeface="宋体" panose="02010600030101010101" pitchFamily="2" charset="-122"/>
                </a:rPr>
                <a:t>I/O</a:t>
              </a:r>
              <a:r>
                <a:rPr lang="zh-CN" altLang="en-US" sz="1600">
                  <a:solidFill>
                    <a:schemeClr val="tx1"/>
                  </a:solidFill>
                  <a:latin typeface="Times New Roman" panose="02020603050405020304" charset="0"/>
                  <a:ea typeface="宋体" panose="02010600030101010101" pitchFamily="2" charset="-122"/>
                </a:rPr>
                <a:t>完成</a:t>
              </a:r>
              <a:endParaRPr lang="zh-CN" altLang="en-US" sz="1600">
                <a:solidFill>
                  <a:schemeClr val="tx1"/>
                </a:solidFill>
                <a:latin typeface="Times New Roman" panose="02020603050405020304" charset="0"/>
                <a:ea typeface="宋体" panose="02010600030101010101" pitchFamily="2" charset="-122"/>
              </a:endParaRPr>
            </a:p>
          </p:txBody>
        </p:sp>
        <p:sp>
          <p:nvSpPr>
            <p:cNvPr id="149526" name="文本框 137238"/>
            <p:cNvSpPr txBox="1"/>
            <p:nvPr/>
          </p:nvSpPr>
          <p:spPr>
            <a:xfrm>
              <a:off x="1452" y="896"/>
              <a:ext cx="834" cy="350"/>
            </a:xfrm>
            <a:prstGeom prst="rect">
              <a:avLst/>
            </a:prstGeom>
            <a:noFill/>
            <a:ln w="9525">
              <a:noFill/>
              <a:miter/>
            </a:ln>
          </p:spPr>
          <p:txBody>
            <a:bodyPr anchor="t"/>
            <a:p>
              <a:pPr lvl="0" algn="just"/>
              <a:r>
                <a:rPr lang="zh-CN" altLang="zh-CN" sz="1600">
                  <a:solidFill>
                    <a:schemeClr val="tx1"/>
                  </a:solidFill>
                  <a:latin typeface="Times New Roman" panose="02020603050405020304" charset="0"/>
                  <a:ea typeface="宋体" panose="02010600030101010101" pitchFamily="2" charset="-122"/>
                </a:rPr>
                <a:t>1. </a:t>
              </a:r>
              <a:r>
                <a:rPr lang="zh-CN" altLang="en-US" sz="1600">
                  <a:solidFill>
                    <a:schemeClr val="tx1"/>
                  </a:solidFill>
                  <a:latin typeface="Times New Roman" panose="02020603050405020304" charset="0"/>
                  <a:ea typeface="宋体" panose="02010600030101010101" pitchFamily="2" charset="-122"/>
                </a:rPr>
                <a:t>其次选择</a:t>
              </a:r>
              <a:endParaRPr lang="zh-CN" altLang="en-US" sz="1600">
                <a:solidFill>
                  <a:schemeClr val="tx1"/>
                </a:solidFill>
                <a:latin typeface="Times New Roman" panose="02020603050405020304" charset="0"/>
                <a:ea typeface="宋体" panose="02010600030101010101" pitchFamily="2" charset="-122"/>
              </a:endParaRPr>
            </a:p>
            <a:p>
              <a:pPr lvl="0" algn="just"/>
              <a:r>
                <a:rPr lang="zh-CN" altLang="en-US" sz="1600">
                  <a:solidFill>
                    <a:schemeClr val="tx1"/>
                  </a:solidFill>
                  <a:latin typeface="Times New Roman" panose="02020603050405020304" charset="0"/>
                  <a:ea typeface="宋体" panose="02010600030101010101" pitchFamily="2" charset="-122"/>
                </a:rPr>
                <a:t>  </a:t>
              </a:r>
              <a:r>
                <a:rPr lang="en-US" altLang="zh-CN" sz="1600">
                  <a:solidFill>
                    <a:schemeClr val="tx1"/>
                  </a:solidFill>
                  <a:latin typeface="Times New Roman" panose="02020603050405020304" charset="0"/>
                  <a:ea typeface="宋体" panose="02010600030101010101" pitchFamily="2" charset="-122"/>
                </a:rPr>
                <a:t>500ms</a:t>
              </a:r>
              <a:endParaRPr lang="en-US" altLang="zh-CN" sz="1600">
                <a:solidFill>
                  <a:schemeClr val="tx1"/>
                </a:solidFill>
                <a:latin typeface="Times New Roman" panose="02020603050405020304" charset="0"/>
                <a:ea typeface="宋体" panose="02010600030101010101" pitchFamily="2" charset="-122"/>
              </a:endParaRPr>
            </a:p>
          </p:txBody>
        </p:sp>
      </p:grpSp>
      <p:sp>
        <p:nvSpPr>
          <p:cNvPr id="149528" name="文本框 137241"/>
          <p:cNvSpPr txBox="1"/>
          <p:nvPr/>
        </p:nvSpPr>
        <p:spPr>
          <a:xfrm>
            <a:off x="8493125" y="6510338"/>
            <a:ext cx="463550"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b="0">
                <a:solidFill>
                  <a:schemeClr val="tx2"/>
                </a:solidFill>
                <a:latin typeface="Times New Roman" panose="02020603050405020304" charset="0"/>
                <a:ea typeface="宋体" panose="02010600030101010101" pitchFamily="2" charset="-122"/>
              </a:rPr>
              <a:t>105</a:t>
            </a:r>
            <a:endParaRPr lang="en-US" altLang="zh-CN" b="0">
              <a:solidFill>
                <a:schemeClr val="tx2"/>
              </a:solidFill>
              <a:latin typeface="Times New Roman" panose="02020603050405020304" charset="0"/>
              <a:ea typeface="宋体" panose="02010600030101010101" pitchFamily="2" charset="-122"/>
            </a:endParaRPr>
          </a:p>
        </p:txBody>
      </p:sp>
      <p:sp>
        <p:nvSpPr>
          <p:cNvPr id="137243" name="文本框 137242"/>
          <p:cNvSpPr txBox="1"/>
          <p:nvPr/>
        </p:nvSpPr>
        <p:spPr>
          <a:xfrm>
            <a:off x="3246120" y="5917565"/>
            <a:ext cx="2544763" cy="385763"/>
          </a:xfrm>
          <a:prstGeom prst="rect">
            <a:avLst/>
          </a:prstGeom>
          <a:noFill/>
          <a:ln w="9525">
            <a:noFill/>
            <a:miter/>
          </a:ln>
        </p:spPr>
        <p:txBody>
          <a:bodyPr anchor="t">
            <a:spAutoFit/>
          </a:bodyPr>
          <a:p>
            <a:pPr lvl="0" algn="just">
              <a:lnSpc>
                <a:spcPct val="120000"/>
              </a:lnSpc>
              <a:buClr>
                <a:schemeClr val="tx2"/>
              </a:buClr>
              <a:buSzPct val="95000"/>
              <a:buFont typeface="Wingdings" panose="05000000000000000000" pitchFamily="2" charset="2"/>
              <a:buNone/>
            </a:pPr>
            <a:r>
              <a:rPr lang="zh-CN" altLang="en-US" sz="1600" b="0">
                <a:solidFill>
                  <a:schemeClr val="tx1"/>
                </a:solidFill>
                <a:latin typeface="Times New Roman" panose="02020603050405020304" charset="0"/>
                <a:ea typeface="宋体" panose="02010600030101010101" pitchFamily="2" charset="-122"/>
              </a:rPr>
              <a:t>调度用的进程状态变迁图</a:t>
            </a:r>
            <a:endParaRPr lang="zh-CN" altLang="en-US" sz="1600" b="0">
              <a:solidFill>
                <a:schemeClr val="tx1"/>
              </a:solidFill>
              <a:latin typeface="Times New Roman" panose="0202060305040502030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137218" grpId="0" build="p"/>
      <p:bldP spid="137243"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8242" name="矩形 138241"/>
          <p:cNvSpPr/>
          <p:nvPr/>
        </p:nvSpPr>
        <p:spPr>
          <a:xfrm>
            <a:off x="536575" y="698500"/>
            <a:ext cx="5794375" cy="5241925"/>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914400" lvl="1" indent="-457200" fontAlgn="base">
              <a:lnSpc>
                <a:spcPct val="130000"/>
              </a:lnSpc>
              <a:buNone/>
            </a:pPr>
            <a:r>
              <a:rPr lang="zh-CN" altLang="en-US" sz="2400" b="1" strike="noStrike" noProof="1">
                <a:solidFill>
                  <a:srgbClr val="000099"/>
                </a:solidFill>
                <a:latin typeface="Times New Roman" panose="02020603050405020304" charset="0"/>
                <a:ea typeface="宋体" panose="02010600030101010101" pitchFamily="2" charset="-122"/>
                <a:cs typeface="+mn-cs"/>
              </a:rPr>
              <a:t>① 进程状态</a:t>
            </a:r>
            <a:endParaRPr lang="zh-CN" altLang="en-US" sz="2400" b="1" strike="noStrike" noProof="1">
              <a:solidFill>
                <a:srgbClr val="000099"/>
              </a:solidFill>
              <a:latin typeface="Times New Roman" panose="02020603050405020304" charset="0"/>
              <a:ea typeface="宋体" panose="02010600030101010101" pitchFamily="2" charset="-122"/>
            </a:endParaRPr>
          </a:p>
          <a:p>
            <a:pPr marL="1295400" lvl="2" indent="-381000" fontAlgn="base">
              <a:lnSpc>
                <a:spcPct val="130000"/>
              </a:lnSpc>
            </a:pPr>
            <a:r>
              <a:rPr lang="zh-CN" altLang="en-US" strike="noStrike" noProof="1">
                <a:solidFill>
                  <a:schemeClr val="tx1"/>
                </a:solidFill>
                <a:latin typeface="Times New Roman" panose="02020603050405020304" charset="0"/>
                <a:ea typeface="宋体" panose="02010600030101010101" pitchFamily="2" charset="-122"/>
                <a:cs typeface="+mn-cs"/>
              </a:rPr>
              <a:t>运行状态</a:t>
            </a:r>
            <a:endParaRPr lang="zh-CN" altLang="en-US" strike="noStrike" noProof="1">
              <a:solidFill>
                <a:schemeClr val="tx1"/>
              </a:solidFill>
              <a:latin typeface="Times New Roman" panose="02020603050405020304" charset="0"/>
              <a:ea typeface="宋体" panose="02010600030101010101" pitchFamily="2" charset="-122"/>
            </a:endParaRPr>
          </a:p>
          <a:p>
            <a:pPr marL="1295400" lvl="2" indent="-381000" fontAlgn="base">
              <a:lnSpc>
                <a:spcPct val="130000"/>
              </a:lnSpc>
            </a:pPr>
            <a:r>
              <a:rPr lang="zh-CN" altLang="en-US" strike="noStrike" noProof="1">
                <a:solidFill>
                  <a:schemeClr val="tx1"/>
                </a:solidFill>
                <a:latin typeface="Times New Roman" panose="02020603050405020304" charset="0"/>
                <a:ea typeface="宋体" panose="02010600030101010101" pitchFamily="2" charset="-122"/>
                <a:cs typeface="+mn-cs"/>
              </a:rPr>
              <a:t>低优先就绪状态</a:t>
            </a:r>
            <a:endParaRPr lang="zh-CN" altLang="en-US" strike="noStrike" noProof="1">
              <a:solidFill>
                <a:schemeClr val="tx1"/>
              </a:solidFill>
              <a:latin typeface="Times New Roman" panose="02020603050405020304" charset="0"/>
              <a:ea typeface="宋体" panose="02010600030101010101" pitchFamily="2" charset="-122"/>
            </a:endParaRPr>
          </a:p>
          <a:p>
            <a:pPr marL="1295400" lvl="2" indent="-381000" fontAlgn="base">
              <a:lnSpc>
                <a:spcPct val="130000"/>
              </a:lnSpc>
            </a:pPr>
            <a:r>
              <a:rPr lang="zh-CN" altLang="en-US" strike="noStrike" noProof="1">
                <a:solidFill>
                  <a:schemeClr val="tx1"/>
                </a:solidFill>
                <a:latin typeface="Times New Roman" panose="02020603050405020304" charset="0"/>
                <a:ea typeface="宋体" panose="02010600030101010101" pitchFamily="2" charset="-122"/>
                <a:cs typeface="+mn-cs"/>
              </a:rPr>
              <a:t>高优先就绪状态</a:t>
            </a:r>
            <a:endParaRPr lang="zh-CN" altLang="en-US" strike="noStrike" noProof="1">
              <a:solidFill>
                <a:schemeClr val="tx1"/>
              </a:solidFill>
              <a:latin typeface="Times New Roman" panose="02020603050405020304" charset="0"/>
              <a:ea typeface="宋体" panose="02010600030101010101" pitchFamily="2" charset="-122"/>
            </a:endParaRPr>
          </a:p>
          <a:p>
            <a:pPr marL="1295400" lvl="2" indent="-381000" fontAlgn="base">
              <a:lnSpc>
                <a:spcPct val="130000"/>
              </a:lnSpc>
            </a:pPr>
            <a:r>
              <a:rPr lang="zh-CN" altLang="en-US" strike="noStrike" noProof="1">
                <a:solidFill>
                  <a:schemeClr val="tx1"/>
                </a:solidFill>
                <a:latin typeface="Times New Roman" panose="02020603050405020304" charset="0"/>
                <a:ea typeface="宋体" panose="02010600030101010101" pitchFamily="2" charset="-122"/>
                <a:cs typeface="+mn-cs"/>
              </a:rPr>
              <a:t>因</a:t>
            </a:r>
            <a:r>
              <a:rPr lang="en-US" altLang="zh-CN" strike="noStrike" noProof="1">
                <a:solidFill>
                  <a:schemeClr val="tx1"/>
                </a:solidFill>
                <a:latin typeface="Times New Roman" panose="02020603050405020304" charset="0"/>
                <a:ea typeface="宋体" panose="02010600030101010101" pitchFamily="2" charset="-122"/>
                <a:cs typeface="+mn-cs"/>
              </a:rPr>
              <a:t>I/O</a:t>
            </a:r>
            <a:r>
              <a:rPr lang="zh-CN" altLang="en-US" strike="noStrike" noProof="1">
                <a:solidFill>
                  <a:schemeClr val="tx1"/>
                </a:solidFill>
                <a:latin typeface="Times New Roman" panose="02020603050405020304" charset="0"/>
                <a:ea typeface="宋体" panose="02010600030101010101" pitchFamily="2" charset="-122"/>
                <a:cs typeface="+mn-cs"/>
              </a:rPr>
              <a:t>而等待状态</a:t>
            </a:r>
            <a:endParaRPr lang="zh-CN" altLang="en-US" strike="noStrike" noProof="1">
              <a:solidFill>
                <a:schemeClr val="tx1"/>
              </a:solidFill>
              <a:latin typeface="Times New Roman" panose="02020603050405020304" charset="0"/>
              <a:ea typeface="宋体" panose="02010600030101010101" pitchFamily="2" charset="-122"/>
            </a:endParaRPr>
          </a:p>
          <a:p>
            <a:pPr marL="914400" lvl="1" indent="-457200" fontAlgn="base">
              <a:lnSpc>
                <a:spcPct val="130000"/>
              </a:lnSpc>
              <a:buNone/>
            </a:pPr>
            <a:r>
              <a:rPr lang="zh-CN" altLang="en-US" sz="2400" b="1" strike="noStrike" noProof="1">
                <a:solidFill>
                  <a:srgbClr val="000099"/>
                </a:solidFill>
                <a:latin typeface="宋体" panose="02010600030101010101" pitchFamily="2" charset="-122"/>
                <a:ea typeface="宋体" panose="02010600030101010101" pitchFamily="2" charset="-122"/>
                <a:cs typeface="+mn-cs"/>
              </a:rPr>
              <a:t>② </a:t>
            </a:r>
            <a:r>
              <a:rPr lang="zh-CN" altLang="en-US" sz="2400" b="1" strike="noStrike" noProof="1">
                <a:solidFill>
                  <a:srgbClr val="000099"/>
                </a:solidFill>
                <a:latin typeface="Times New Roman" panose="02020603050405020304" charset="0"/>
                <a:ea typeface="宋体" panose="02010600030101010101" pitchFamily="2" charset="-122"/>
                <a:cs typeface="+mn-cs"/>
              </a:rPr>
              <a:t>队列结构</a:t>
            </a:r>
            <a:endParaRPr lang="zh-CN" altLang="en-US" sz="2400" b="1" strike="noStrike" noProof="1">
              <a:solidFill>
                <a:srgbClr val="000099"/>
              </a:solidFill>
              <a:latin typeface="Times New Roman" panose="02020603050405020304" charset="0"/>
              <a:ea typeface="宋体" panose="02010600030101010101" pitchFamily="2" charset="-122"/>
            </a:endParaRPr>
          </a:p>
          <a:p>
            <a:pPr marL="1295400" lvl="2" indent="-381000" fontAlgn="base">
              <a:lnSpc>
                <a:spcPct val="130000"/>
              </a:lnSpc>
            </a:pPr>
            <a:r>
              <a:rPr lang="zh-CN" altLang="en-US" strike="noStrike" noProof="1">
                <a:solidFill>
                  <a:schemeClr val="tx1"/>
                </a:solidFill>
                <a:latin typeface="Times New Roman" panose="02020603050405020304" charset="0"/>
                <a:ea typeface="宋体" panose="02010600030101010101" pitchFamily="2" charset="-122"/>
                <a:cs typeface="+mn-cs"/>
              </a:rPr>
              <a:t>低优先就绪队列</a:t>
            </a:r>
            <a:endParaRPr lang="zh-CN" altLang="en-US" strike="noStrike" noProof="1">
              <a:solidFill>
                <a:schemeClr val="tx1"/>
              </a:solidFill>
              <a:latin typeface="Times New Roman" panose="02020603050405020304" charset="0"/>
              <a:ea typeface="宋体" panose="02010600030101010101" pitchFamily="2" charset="-122"/>
            </a:endParaRPr>
          </a:p>
          <a:p>
            <a:pPr marL="1295400" lvl="2" indent="-381000" fontAlgn="base">
              <a:lnSpc>
                <a:spcPct val="130000"/>
              </a:lnSpc>
            </a:pPr>
            <a:r>
              <a:rPr lang="zh-CN" altLang="en-US" strike="noStrike" noProof="1">
                <a:solidFill>
                  <a:schemeClr val="tx1"/>
                </a:solidFill>
                <a:latin typeface="Times New Roman" panose="02020603050405020304" charset="0"/>
                <a:ea typeface="宋体" panose="02010600030101010101" pitchFamily="2" charset="-122"/>
                <a:cs typeface="+mn-cs"/>
              </a:rPr>
              <a:t>高优先就绪队列</a:t>
            </a:r>
            <a:endParaRPr lang="zh-CN" altLang="en-US" strike="noStrike" noProof="1">
              <a:solidFill>
                <a:schemeClr val="tx1"/>
              </a:solidFill>
              <a:latin typeface="Times New Roman" panose="02020603050405020304" charset="0"/>
              <a:ea typeface="宋体" panose="02010600030101010101" pitchFamily="2" charset="-122"/>
            </a:endParaRPr>
          </a:p>
          <a:p>
            <a:pPr marL="1295400" lvl="2" indent="-381000" fontAlgn="base">
              <a:lnSpc>
                <a:spcPct val="130000"/>
              </a:lnSpc>
            </a:pPr>
            <a:r>
              <a:rPr lang="zh-CN" altLang="en-US" strike="noStrike" noProof="1">
                <a:solidFill>
                  <a:schemeClr val="tx1"/>
                </a:solidFill>
                <a:latin typeface="Times New Roman" panose="02020603050405020304" charset="0"/>
                <a:ea typeface="宋体" panose="02010600030101010101" pitchFamily="2" charset="-122"/>
                <a:cs typeface="+mn-cs"/>
              </a:rPr>
              <a:t>因</a:t>
            </a:r>
            <a:r>
              <a:rPr lang="en-US" altLang="zh-CN" strike="noStrike" noProof="1">
                <a:solidFill>
                  <a:schemeClr val="tx1"/>
                </a:solidFill>
                <a:latin typeface="Times New Roman" panose="02020603050405020304" charset="0"/>
                <a:ea typeface="宋体" panose="02010600030101010101" pitchFamily="2" charset="-122"/>
                <a:cs typeface="+mn-cs"/>
              </a:rPr>
              <a:t>I/O</a:t>
            </a:r>
            <a:r>
              <a:rPr lang="zh-CN" altLang="en-US" strike="noStrike" noProof="1">
                <a:solidFill>
                  <a:schemeClr val="tx1"/>
                </a:solidFill>
                <a:latin typeface="Times New Roman" panose="02020603050405020304" charset="0"/>
                <a:ea typeface="宋体" panose="02010600030101010101" pitchFamily="2" charset="-122"/>
                <a:cs typeface="+mn-cs"/>
              </a:rPr>
              <a:t>而等待队列</a:t>
            </a:r>
            <a:endParaRPr lang="zh-CN" altLang="en-US" strike="noStrike" noProof="1">
              <a:solidFill>
                <a:schemeClr val="tx1"/>
              </a:solidFill>
              <a:latin typeface="Times New Roman" panose="02020603050405020304" charset="0"/>
              <a:ea typeface="宋体" panose="02010600030101010101" pitchFamily="2" charset="-122"/>
            </a:endParaRPr>
          </a:p>
        </p:txBody>
      </p:sp>
      <p:sp>
        <p:nvSpPr>
          <p:cNvPr id="150531" name="文本框 138243"/>
          <p:cNvSpPr txBox="1"/>
          <p:nvPr/>
        </p:nvSpPr>
        <p:spPr>
          <a:xfrm>
            <a:off x="8493125" y="6510338"/>
            <a:ext cx="463550"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b="0">
                <a:solidFill>
                  <a:schemeClr val="tx2"/>
                </a:solidFill>
                <a:latin typeface="Times New Roman" panose="02020603050405020304" charset="0"/>
                <a:ea typeface="宋体" panose="02010600030101010101" pitchFamily="2" charset="-122"/>
              </a:rPr>
              <a:t>106</a:t>
            </a:r>
            <a:endParaRPr lang="en-US" altLang="zh-CN" b="0">
              <a:solidFill>
                <a:schemeClr val="tx2"/>
              </a:solidFill>
              <a:latin typeface="Times New Roman" panose="0202060305040502030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9266" name="矩形 139265"/>
          <p:cNvSpPr/>
          <p:nvPr/>
        </p:nvSpPr>
        <p:spPr>
          <a:xfrm>
            <a:off x="210820" y="644525"/>
            <a:ext cx="8728710" cy="5179695"/>
          </a:xfrm>
          <a:prstGeom prst="rect">
            <a:avLst/>
          </a:prstGeom>
          <a:noFill/>
          <a:ln w="9525">
            <a:noFill/>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914400" lvl="1" indent="-457200" fontAlgn="base">
              <a:lnSpc>
                <a:spcPct val="130000"/>
              </a:lnSpc>
              <a:buNone/>
            </a:pPr>
            <a:r>
              <a:rPr lang="zh-CN" altLang="en-US" sz="2400" b="1" strike="noStrike" noProof="1">
                <a:solidFill>
                  <a:srgbClr val="000099"/>
                </a:solidFill>
                <a:effectLst/>
                <a:latin typeface="Times New Roman" panose="02020603050405020304" charset="0"/>
                <a:ea typeface="宋体" panose="02010600030101010101" pitchFamily="2" charset="-122"/>
                <a:cs typeface="+mn-cs"/>
              </a:rPr>
              <a:t>③ 进程调度算法</a:t>
            </a:r>
            <a:endParaRPr lang="zh-CN" altLang="en-US" sz="2400" b="1" strike="noStrike" noProof="1">
              <a:solidFill>
                <a:srgbClr val="000099"/>
              </a:solidFill>
              <a:effectLst/>
              <a:latin typeface="Times New Roman" panose="02020603050405020304" charset="0"/>
              <a:ea typeface="宋体" panose="02010600030101010101" pitchFamily="2" charset="-122"/>
            </a:endParaRPr>
          </a:p>
          <a:p>
            <a:pPr marL="914400" lvl="1" indent="-457200" fontAlgn="base">
              <a:lnSpc>
                <a:spcPct val="130000"/>
              </a:lnSpc>
              <a:buNone/>
            </a:pPr>
            <a:r>
              <a:rPr lang="zh-CN" altLang="en-US" sz="2400" b="1" strike="noStrike" noProof="1">
                <a:solidFill>
                  <a:schemeClr val="tx1"/>
                </a:solidFill>
                <a:effectLst/>
                <a:latin typeface="Times New Roman" panose="02020603050405020304" charset="0"/>
                <a:ea typeface="宋体" panose="02010600030101010101" pitchFamily="2" charset="-122"/>
                <a:cs typeface="+mn-cs"/>
              </a:rPr>
              <a:t>优先调度与时间片调度相结合的调度算法</a:t>
            </a:r>
            <a:endParaRPr lang="zh-CN" altLang="en-US" sz="2400" b="1" strike="noStrike" noProof="1">
              <a:solidFill>
                <a:schemeClr val="tx1"/>
              </a:solidFill>
              <a:effectLst/>
              <a:latin typeface="Times New Roman" panose="02020603050405020304" charset="0"/>
              <a:ea typeface="宋体" panose="02010600030101010101" pitchFamily="2" charset="-122"/>
            </a:endParaRPr>
          </a:p>
          <a:p>
            <a:pPr marL="914400" lvl="1" indent="-457200" fontAlgn="base">
              <a:lnSpc>
                <a:spcPct val="130000"/>
              </a:lnSpc>
              <a:buNone/>
            </a:pPr>
            <a:r>
              <a:rPr lang="en-US" altLang="zh-CN" sz="2400" b="1" strike="noStrike" noProof="1">
                <a:solidFill>
                  <a:schemeClr val="tx1"/>
                </a:solidFill>
                <a:effectLst/>
                <a:latin typeface="宋体" panose="02010600030101010101" pitchFamily="2" charset="-122"/>
                <a:ea typeface="宋体" panose="02010600030101010101" pitchFamily="2" charset="-122"/>
                <a:cs typeface="+mn-cs"/>
              </a:rPr>
              <a:t>ⅰ </a:t>
            </a:r>
            <a:r>
              <a:rPr lang="zh-CN" altLang="en-US" sz="2400" strike="noStrike" noProof="1">
                <a:solidFill>
                  <a:schemeClr val="tx1"/>
                </a:solidFill>
                <a:effectLst/>
                <a:latin typeface="Times New Roman" panose="02020603050405020304" charset="0"/>
                <a:ea typeface="宋体" panose="02010600030101010101" pitchFamily="2" charset="-122"/>
                <a:cs typeface="+mn-cs"/>
              </a:rPr>
              <a:t>当</a:t>
            </a:r>
            <a:r>
              <a:rPr lang="en-US" altLang="zh-CN" sz="2400" strike="noStrike" noProof="1">
                <a:solidFill>
                  <a:schemeClr val="tx1"/>
                </a:solidFill>
                <a:effectLst/>
                <a:latin typeface="Times New Roman" panose="02020603050405020304" charset="0"/>
                <a:ea typeface="宋体" panose="02010600030101010101" pitchFamily="2" charset="-122"/>
                <a:cs typeface="+mn-cs"/>
              </a:rPr>
              <a:t>CPU</a:t>
            </a:r>
            <a:r>
              <a:rPr lang="zh-CN" altLang="en-US" sz="2400" strike="noStrike" noProof="1">
                <a:solidFill>
                  <a:schemeClr val="tx1"/>
                </a:solidFill>
                <a:effectLst/>
                <a:latin typeface="Times New Roman" panose="02020603050405020304" charset="0"/>
                <a:ea typeface="宋体" panose="02010600030101010101" pitchFamily="2" charset="-122"/>
                <a:cs typeface="+mn-cs"/>
              </a:rPr>
              <a:t>空闲时，若高优先就绪队列非空，则从高优先就</a:t>
            </a:r>
            <a:endParaRPr lang="zh-CN" altLang="en-US" sz="2400" strike="noStrike" noProof="1">
              <a:solidFill>
                <a:schemeClr val="tx1"/>
              </a:solidFill>
              <a:effectLst/>
              <a:latin typeface="Times New Roman" panose="02020603050405020304" charset="0"/>
              <a:ea typeface="宋体" panose="02010600030101010101" pitchFamily="2" charset="-122"/>
            </a:endParaRPr>
          </a:p>
          <a:p>
            <a:pPr marL="914400" lvl="1" indent="-457200" fontAlgn="base">
              <a:lnSpc>
                <a:spcPct val="130000"/>
              </a:lnSpc>
              <a:buNone/>
            </a:pPr>
            <a:r>
              <a:rPr lang="zh-CN" altLang="en-US" sz="2400" strike="noStrike" noProof="1">
                <a:solidFill>
                  <a:schemeClr val="tx1"/>
                </a:solidFill>
                <a:effectLst/>
                <a:latin typeface="Times New Roman" panose="02020603050405020304" charset="0"/>
                <a:ea typeface="宋体" panose="02010600030101010101" pitchFamily="2" charset="-122"/>
                <a:cs typeface="+mn-cs"/>
              </a:rPr>
              <a:t>    绪队列中选择一个进程运行，分配时间片为</a:t>
            </a:r>
            <a:r>
              <a:rPr lang="en-US" altLang="zh-CN" sz="2400" strike="noStrike" noProof="1">
                <a:solidFill>
                  <a:schemeClr val="tx1"/>
                </a:solidFill>
                <a:effectLst/>
                <a:latin typeface="Times New Roman" panose="02020603050405020304" charset="0"/>
                <a:ea typeface="宋体" panose="02010600030101010101" pitchFamily="2" charset="-122"/>
                <a:cs typeface="+mn-cs"/>
              </a:rPr>
              <a:t>100ms</a:t>
            </a:r>
            <a:r>
              <a:rPr lang="zh-CN" altLang="en-US" sz="2400" strike="noStrike" noProof="1">
                <a:solidFill>
                  <a:schemeClr val="tx1"/>
                </a:solidFill>
                <a:effectLst/>
                <a:latin typeface="Times New Roman" panose="02020603050405020304" charset="0"/>
                <a:ea typeface="宋体" panose="02010600030101010101" pitchFamily="2" charset="-122"/>
                <a:cs typeface="+mn-cs"/>
              </a:rPr>
              <a:t>。</a:t>
            </a:r>
            <a:endParaRPr lang="zh-CN" altLang="en-US" sz="2400" strike="noStrike" noProof="1">
              <a:solidFill>
                <a:schemeClr val="tx1"/>
              </a:solidFill>
              <a:effectLst/>
              <a:latin typeface="Times New Roman" panose="02020603050405020304" charset="0"/>
              <a:ea typeface="宋体" panose="02010600030101010101" pitchFamily="2" charset="-122"/>
            </a:endParaRPr>
          </a:p>
          <a:p>
            <a:pPr marL="838200" lvl="1" indent="-381000" fontAlgn="base">
              <a:lnSpc>
                <a:spcPct val="130000"/>
              </a:lnSpc>
              <a:buNone/>
            </a:pPr>
            <a:r>
              <a:rPr lang="en-US" altLang="zh-CN" sz="2400" strike="noStrike" noProof="1">
                <a:solidFill>
                  <a:schemeClr val="tx1"/>
                </a:solidFill>
                <a:effectLst/>
                <a:latin typeface="宋体" panose="02010600030101010101" pitchFamily="2" charset="-122"/>
                <a:ea typeface="宋体" panose="02010600030101010101" pitchFamily="2" charset="-122"/>
                <a:cs typeface="+mn-cs"/>
              </a:rPr>
              <a:t>ⅱ </a:t>
            </a:r>
            <a:r>
              <a:rPr lang="zh-CN" altLang="en-US" sz="2400" strike="noStrike" noProof="1">
                <a:solidFill>
                  <a:schemeClr val="tx1"/>
                </a:solidFill>
                <a:effectLst/>
                <a:latin typeface="Times New Roman" panose="02020603050405020304" charset="0"/>
                <a:ea typeface="宋体" panose="02010600030101010101" pitchFamily="2" charset="-122"/>
                <a:cs typeface="+mn-cs"/>
              </a:rPr>
              <a:t>当</a:t>
            </a:r>
            <a:r>
              <a:rPr lang="en-US" altLang="zh-CN" sz="2400" strike="noStrike" noProof="1">
                <a:solidFill>
                  <a:schemeClr val="tx1"/>
                </a:solidFill>
                <a:effectLst/>
                <a:latin typeface="Times New Roman" panose="02020603050405020304" charset="0"/>
                <a:ea typeface="宋体" panose="02010600030101010101" pitchFamily="2" charset="-122"/>
                <a:cs typeface="+mn-cs"/>
              </a:rPr>
              <a:t>CPU</a:t>
            </a:r>
            <a:r>
              <a:rPr lang="zh-CN" altLang="en-US" sz="2400" strike="noStrike" noProof="1">
                <a:solidFill>
                  <a:schemeClr val="tx1"/>
                </a:solidFill>
                <a:effectLst/>
                <a:latin typeface="Times New Roman" panose="02020603050405020304" charset="0"/>
                <a:ea typeface="宋体" panose="02010600030101010101" pitchFamily="2" charset="-122"/>
                <a:cs typeface="+mn-cs"/>
              </a:rPr>
              <a:t>空闲时，若高优先就绪队列为空，则从低优先就绪队列中选择一个进程运行，分配时间片为</a:t>
            </a:r>
            <a:r>
              <a:rPr lang="en-US" altLang="zh-CN" sz="2400" strike="noStrike" noProof="1">
                <a:solidFill>
                  <a:schemeClr val="tx1"/>
                </a:solidFill>
                <a:effectLst/>
                <a:latin typeface="Times New Roman" panose="02020603050405020304" charset="0"/>
                <a:ea typeface="宋体" panose="02010600030101010101" pitchFamily="2" charset="-122"/>
                <a:cs typeface="+mn-cs"/>
              </a:rPr>
              <a:t>500ms</a:t>
            </a:r>
            <a:r>
              <a:rPr lang="zh-CN" altLang="en-US" sz="2400" strike="noStrike" noProof="1">
                <a:solidFill>
                  <a:schemeClr val="tx1"/>
                </a:solidFill>
                <a:effectLst/>
                <a:latin typeface="Times New Roman" panose="02020603050405020304" charset="0"/>
                <a:ea typeface="宋体" panose="02010600030101010101" pitchFamily="2" charset="-122"/>
                <a:cs typeface="+mn-cs"/>
              </a:rPr>
              <a:t>。</a:t>
            </a:r>
            <a:endParaRPr lang="zh-CN" altLang="en-US" strike="noStrike" noProof="1">
              <a:solidFill>
                <a:schemeClr val="tx1"/>
              </a:solidFill>
              <a:effectLst/>
              <a:latin typeface="Times New Roman" panose="02020603050405020304" charset="0"/>
              <a:ea typeface="宋体" panose="02010600030101010101" pitchFamily="2" charset="-122"/>
            </a:endParaRPr>
          </a:p>
          <a:p>
            <a:pPr marL="533400" lvl="0" indent="-533400" fontAlgn="base">
              <a:lnSpc>
                <a:spcPct val="130000"/>
              </a:lnSpc>
              <a:buNone/>
            </a:pPr>
            <a:r>
              <a:rPr lang="x-none" altLang="zh-CN" sz="2400" b="1" strike="noStrike" noProof="1">
                <a:solidFill>
                  <a:srgbClr val="000099"/>
                </a:solidFill>
                <a:effectLst/>
                <a:latin typeface="Times New Roman" panose="02020603050405020304" charset="0"/>
                <a:ea typeface="宋体" panose="02010600030101010101" pitchFamily="2" charset="-122"/>
                <a:cs typeface="+mn-cs"/>
              </a:rPr>
              <a:t>    </a:t>
            </a:r>
            <a:r>
              <a:rPr lang="zh-CN" altLang="en-US" sz="2400" b="1" strike="noStrike" noProof="1">
                <a:solidFill>
                  <a:srgbClr val="000099"/>
                </a:solidFill>
                <a:effectLst/>
                <a:latin typeface="Times New Roman" panose="02020603050405020304" charset="0"/>
                <a:ea typeface="宋体" panose="02010600030101010101" pitchFamily="2" charset="-122"/>
                <a:cs typeface="+mn-cs"/>
              </a:rPr>
              <a:t>④ 调度效果</a:t>
            </a:r>
            <a:endParaRPr lang="zh-CN" altLang="en-US" sz="2400" b="1" strike="noStrike" noProof="1">
              <a:solidFill>
                <a:srgbClr val="000099"/>
              </a:solidFill>
              <a:effectLst/>
              <a:latin typeface="Times New Roman" panose="02020603050405020304" charset="0"/>
              <a:ea typeface="宋体" panose="02010600030101010101" pitchFamily="2" charset="-122"/>
            </a:endParaRPr>
          </a:p>
          <a:p>
            <a:pPr marL="533400" lvl="0" indent="-533400" fontAlgn="base">
              <a:lnSpc>
                <a:spcPct val="130000"/>
              </a:lnSpc>
              <a:buNone/>
            </a:pPr>
            <a:r>
              <a:rPr lang="zh-CN" altLang="en-US" sz="2400" strike="noStrike" noProof="1">
                <a:solidFill>
                  <a:schemeClr val="tx1"/>
                </a:solidFill>
                <a:effectLst/>
                <a:latin typeface="Times New Roman" panose="02020603050405020304" charset="0"/>
                <a:ea typeface="宋体" panose="02010600030101010101" pitchFamily="2" charset="-122"/>
                <a:cs typeface="+mn-ea"/>
              </a:rPr>
              <a:t>          优先照顾</a:t>
            </a:r>
            <a:r>
              <a:rPr lang="en-US" altLang="zh-CN" sz="2400" strike="noStrike" noProof="1">
                <a:solidFill>
                  <a:schemeClr val="tx1"/>
                </a:solidFill>
                <a:effectLst/>
                <a:latin typeface="Times New Roman" panose="02020603050405020304" charset="0"/>
                <a:ea typeface="宋体" panose="02010600030101010101" pitchFamily="2" charset="-122"/>
                <a:cs typeface="+mn-ea"/>
              </a:rPr>
              <a:t>I∕O</a:t>
            </a:r>
            <a:r>
              <a:rPr lang="zh-CN" altLang="en-US" sz="2400" strike="noStrike" noProof="1">
                <a:solidFill>
                  <a:schemeClr val="tx1"/>
                </a:solidFill>
                <a:effectLst/>
                <a:latin typeface="Times New Roman" panose="02020603050405020304" charset="0"/>
                <a:ea typeface="宋体" panose="02010600030101010101" pitchFamily="2" charset="-122"/>
                <a:cs typeface="+mn-ea"/>
              </a:rPr>
              <a:t>量大的进程；适当照顾计算量大的进程。</a:t>
            </a:r>
            <a:endParaRPr lang="zh-CN" altLang="en-US" sz="2400" strike="noStrike" noProof="1">
              <a:solidFill>
                <a:schemeClr val="tx1"/>
              </a:solidFill>
              <a:effectLst/>
              <a:latin typeface="Times New Roman" panose="02020603050405020304" charset="0"/>
              <a:ea typeface="宋体" panose="02010600030101010101" pitchFamily="2" charset="-122"/>
              <a:cs typeface="+mn-ea"/>
            </a:endParaRPr>
          </a:p>
          <a:p>
            <a:pPr marL="533400" lvl="0" indent="-533400" fontAlgn="base">
              <a:lnSpc>
                <a:spcPct val="130000"/>
              </a:lnSpc>
              <a:buNone/>
            </a:pPr>
            <a:r>
              <a:rPr lang="x-none" altLang="zh-CN" sz="2400" strike="noStrike" noProof="1">
                <a:solidFill>
                  <a:schemeClr val="tx1"/>
                </a:solidFill>
                <a:effectLst/>
                <a:latin typeface="Times New Roman" panose="02020603050405020304" charset="0"/>
                <a:ea typeface="宋体" panose="02010600030101010101" pitchFamily="2" charset="-122"/>
                <a:cs typeface="+mn-ea"/>
              </a:rPr>
              <a:t>		提高了系统资源利用率。</a:t>
            </a:r>
            <a:endParaRPr lang="x-none" altLang="zh-CN" sz="2400" strike="noStrike" noProof="1">
              <a:solidFill>
                <a:schemeClr val="tx1"/>
              </a:solidFill>
              <a:effectLst/>
              <a:latin typeface="Times New Roman" panose="0202060305040502030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139266"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7218" name="矩形 137217"/>
          <p:cNvSpPr/>
          <p:nvPr/>
        </p:nvSpPr>
        <p:spPr>
          <a:xfrm>
            <a:off x="157163" y="573088"/>
            <a:ext cx="6475413" cy="534035"/>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buNone/>
            </a:pPr>
            <a:r>
              <a:rPr lang="zh-CN" altLang="en-US" sz="2400" b="1" strike="noStrike" noProof="1">
                <a:solidFill>
                  <a:schemeClr val="tx1"/>
                </a:solidFill>
                <a:effectLst/>
                <a:ea typeface="宋体" panose="02010600030101010101" pitchFamily="2" charset="-122"/>
              </a:rPr>
              <a:t>习题</a:t>
            </a:r>
            <a:r>
              <a:rPr lang="x-none" altLang="zh-CN" sz="2400" b="1" strike="noStrike" noProof="1">
                <a:solidFill>
                  <a:schemeClr val="tx1"/>
                </a:solidFill>
                <a:effectLst/>
                <a:ea typeface="宋体" panose="02010600030101010101" pitchFamily="2" charset="-122"/>
              </a:rPr>
              <a:t>6</a:t>
            </a:r>
            <a:r>
              <a:rPr lang="en-US" altLang="zh-CN" sz="2400" b="1" strike="noStrike" noProof="1">
                <a:solidFill>
                  <a:schemeClr val="tx1"/>
                </a:solidFill>
                <a:effectLst/>
                <a:ea typeface="宋体" panose="02010600030101010101" pitchFamily="2" charset="-122"/>
              </a:rPr>
              <a:t>-</a:t>
            </a:r>
            <a:r>
              <a:rPr lang="x-none" altLang="en-US" sz="2400" b="1" strike="noStrike" noProof="1">
                <a:solidFill>
                  <a:schemeClr val="tx1"/>
                </a:solidFill>
                <a:effectLst/>
                <a:ea typeface="宋体" panose="02010600030101010101" pitchFamily="2" charset="-122"/>
              </a:rPr>
              <a:t>3</a:t>
            </a:r>
            <a:r>
              <a:rPr lang="zh-CN" altLang="en-US" sz="2400" b="1" strike="noStrike" noProof="1">
                <a:solidFill>
                  <a:schemeClr val="tx1"/>
                </a:solidFill>
                <a:effectLst/>
                <a:ea typeface="宋体" panose="02010600030101010101" pitchFamily="2" charset="-122"/>
              </a:rPr>
              <a:t>：该系统调度方式为非剥夺调度</a:t>
            </a:r>
            <a:endParaRPr lang="zh-CN" altLang="en-US" sz="2400" b="1" strike="noStrike" noProof="1">
              <a:solidFill>
                <a:schemeClr val="tx1"/>
              </a:solidFill>
              <a:effectLst/>
              <a:ea typeface="宋体" panose="02010600030101010101" pitchFamily="2" charset="-122"/>
            </a:endParaRPr>
          </a:p>
        </p:txBody>
      </p:sp>
      <p:grpSp>
        <p:nvGrpSpPr>
          <p:cNvPr id="137219" name="组合 137218"/>
          <p:cNvGrpSpPr/>
          <p:nvPr/>
        </p:nvGrpSpPr>
        <p:grpSpPr>
          <a:xfrm>
            <a:off x="466725" y="1107440"/>
            <a:ext cx="7427595" cy="3352165"/>
            <a:chOff x="0" y="0"/>
            <a:chExt cx="4726" cy="2359"/>
          </a:xfrm>
        </p:grpSpPr>
        <p:sp>
          <p:nvSpPr>
            <p:cNvPr id="149507" name="直接连接符 137219"/>
            <p:cNvSpPr/>
            <p:nvPr/>
          </p:nvSpPr>
          <p:spPr>
            <a:xfrm flipH="1">
              <a:off x="2647" y="1561"/>
              <a:ext cx="1376" cy="406"/>
            </a:xfrm>
            <a:prstGeom prst="line">
              <a:avLst/>
            </a:prstGeom>
            <a:ln w="19050" cap="flat" cmpd="sng">
              <a:solidFill>
                <a:schemeClr val="tx1"/>
              </a:solidFill>
              <a:prstDash val="solid"/>
              <a:round/>
              <a:headEnd type="none" w="med" len="med"/>
              <a:tailEnd type="triangle" w="sm" len="med"/>
            </a:ln>
          </p:spPr>
          <p:txBody>
            <a:bodyPr anchor="t"/>
            <a:p>
              <a:pPr lvl="0"/>
              <a:endParaRPr lang="zh-CN" altLang="en-US">
                <a:latin typeface="Arial" panose="02080604020202020204" pitchFamily="34" charset="0"/>
                <a:ea typeface="宋体" panose="02010600030101010101" pitchFamily="2" charset="-122"/>
              </a:endParaRPr>
            </a:p>
          </p:txBody>
        </p:sp>
        <p:sp>
          <p:nvSpPr>
            <p:cNvPr id="149508" name="直接连接符 137220"/>
            <p:cNvSpPr/>
            <p:nvPr/>
          </p:nvSpPr>
          <p:spPr>
            <a:xfrm flipH="1">
              <a:off x="837" y="270"/>
              <a:ext cx="1175" cy="527"/>
            </a:xfrm>
            <a:prstGeom prst="line">
              <a:avLst/>
            </a:prstGeom>
            <a:ln w="19050" cap="flat" cmpd="sng">
              <a:solidFill>
                <a:schemeClr val="tx1"/>
              </a:solidFill>
              <a:prstDash val="solid"/>
              <a:round/>
              <a:headEnd type="none" w="med" len="med"/>
              <a:tailEnd type="triangle" w="sm" len="med"/>
            </a:ln>
          </p:spPr>
          <p:txBody>
            <a:bodyPr anchor="t"/>
            <a:p>
              <a:pPr lvl="0"/>
              <a:endParaRPr lang="zh-CN" altLang="en-US">
                <a:latin typeface="Arial" panose="02080604020202020204" pitchFamily="34" charset="0"/>
                <a:ea typeface="宋体" panose="02010600030101010101" pitchFamily="2" charset="-122"/>
              </a:endParaRPr>
            </a:p>
          </p:txBody>
        </p:sp>
        <p:sp>
          <p:nvSpPr>
            <p:cNvPr id="149509" name="椭圆 137221"/>
            <p:cNvSpPr/>
            <p:nvPr/>
          </p:nvSpPr>
          <p:spPr>
            <a:xfrm>
              <a:off x="2016" y="0"/>
              <a:ext cx="1316" cy="551"/>
            </a:xfrm>
            <a:prstGeom prst="ellipse">
              <a:avLst/>
            </a:prstGeom>
            <a:noFill/>
            <a:ln w="19050" cap="flat" cmpd="sng">
              <a:solidFill>
                <a:srgbClr val="000000"/>
              </a:solidFill>
              <a:prstDash val="solid"/>
              <a:round/>
              <a:headEnd type="none" w="med" len="med"/>
              <a:tailEnd type="none" w="med" len="med"/>
            </a:ln>
          </p:spPr>
          <p:txBody>
            <a:bodyPr anchor="t"/>
            <a:p>
              <a:pPr marL="914400" lvl="0" indent="-340995" algn="ctr">
                <a:lnSpc>
                  <a:spcPct val="120000"/>
                </a:lnSpc>
                <a:buClr>
                  <a:schemeClr val="tx2"/>
                </a:buClr>
                <a:buSzPct val="95000"/>
                <a:buFont typeface="Wingdings" panose="05000000000000000000" pitchFamily="2" charset="2"/>
                <a:buBlip>
                  <a:blip r:embed="rId1"/>
                </a:buBlip>
              </a:pPr>
              <a:endParaRPr lang="zh-CN" altLang="en-US" sz="3200" b="0" dirty="0">
                <a:latin typeface="Arial" panose="02080604020202020204" pitchFamily="34" charset="0"/>
                <a:ea typeface="宋体" panose="02010600030101010101" pitchFamily="2" charset="-122"/>
              </a:endParaRPr>
            </a:p>
          </p:txBody>
        </p:sp>
        <p:sp>
          <p:nvSpPr>
            <p:cNvPr id="149510" name="文本框 137222"/>
            <p:cNvSpPr txBox="1"/>
            <p:nvPr/>
          </p:nvSpPr>
          <p:spPr>
            <a:xfrm>
              <a:off x="2476" y="142"/>
              <a:ext cx="491" cy="299"/>
            </a:xfrm>
            <a:prstGeom prst="rect">
              <a:avLst/>
            </a:prstGeom>
            <a:noFill/>
            <a:ln w="9525">
              <a:noFill/>
              <a:miter/>
            </a:ln>
          </p:spPr>
          <p:txBody>
            <a:bodyPr anchor="t"/>
            <a:p>
              <a:pPr lvl="0" algn="just"/>
              <a:r>
                <a:rPr lang="zh-CN" altLang="en-US" sz="1600">
                  <a:solidFill>
                    <a:schemeClr val="tx1"/>
                  </a:solidFill>
                  <a:latin typeface="Times New Roman" panose="02020603050405020304" charset="0"/>
                  <a:ea typeface="宋体" panose="02010600030101010101" pitchFamily="2" charset="-122"/>
                </a:rPr>
                <a:t> 运行</a:t>
              </a:r>
              <a:endParaRPr lang="zh-CN" altLang="en-US" sz="1600">
                <a:solidFill>
                  <a:schemeClr val="tx1"/>
                </a:solidFill>
                <a:latin typeface="Times New Roman" panose="02020603050405020304" charset="0"/>
                <a:ea typeface="宋体" panose="02010600030101010101" pitchFamily="2" charset="-122"/>
              </a:endParaRPr>
            </a:p>
          </p:txBody>
        </p:sp>
        <p:sp>
          <p:nvSpPr>
            <p:cNvPr id="149511" name="文本框 137223"/>
            <p:cNvSpPr txBox="1"/>
            <p:nvPr/>
          </p:nvSpPr>
          <p:spPr>
            <a:xfrm>
              <a:off x="2485" y="1173"/>
              <a:ext cx="834" cy="350"/>
            </a:xfrm>
            <a:prstGeom prst="rect">
              <a:avLst/>
            </a:prstGeom>
            <a:noFill/>
            <a:ln w="9525">
              <a:noFill/>
              <a:miter/>
            </a:ln>
          </p:spPr>
          <p:txBody>
            <a:bodyPr anchor="t"/>
            <a:p>
              <a:pPr lvl="0" algn="just"/>
              <a:r>
                <a:rPr lang="zh-CN" altLang="zh-CN" sz="1600">
                  <a:solidFill>
                    <a:schemeClr val="tx1"/>
                  </a:solidFill>
                  <a:latin typeface="Times New Roman" panose="02020603050405020304" charset="0"/>
                  <a:ea typeface="宋体" panose="02010600030101010101" pitchFamily="2" charset="-122"/>
                </a:rPr>
                <a:t>5. </a:t>
              </a:r>
              <a:r>
                <a:rPr lang="zh-CN" altLang="en-US" sz="1600">
                  <a:solidFill>
                    <a:schemeClr val="tx1"/>
                  </a:solidFill>
                  <a:latin typeface="Times New Roman" panose="02020603050405020304" charset="0"/>
                  <a:ea typeface="宋体" panose="02010600030101010101" pitchFamily="2" charset="-122"/>
                </a:rPr>
                <a:t>首先选择</a:t>
              </a:r>
              <a:endParaRPr lang="zh-CN" altLang="en-US" sz="1600">
                <a:solidFill>
                  <a:schemeClr val="tx1"/>
                </a:solidFill>
                <a:latin typeface="Times New Roman" panose="02020603050405020304" charset="0"/>
                <a:ea typeface="宋体" panose="02010600030101010101" pitchFamily="2" charset="-122"/>
              </a:endParaRPr>
            </a:p>
            <a:p>
              <a:pPr lvl="0" algn="just"/>
              <a:r>
                <a:rPr lang="zh-CN" altLang="en-US" sz="1600">
                  <a:solidFill>
                    <a:schemeClr val="tx1"/>
                  </a:solidFill>
                  <a:latin typeface="Times New Roman" panose="02020603050405020304" charset="0"/>
                  <a:ea typeface="宋体" panose="02010600030101010101" pitchFamily="2" charset="-122"/>
                </a:rPr>
                <a:t>  </a:t>
              </a:r>
              <a:r>
                <a:rPr lang="en-US" altLang="zh-CN" sz="1600">
                  <a:solidFill>
                    <a:schemeClr val="tx1"/>
                  </a:solidFill>
                  <a:latin typeface="Times New Roman" panose="02020603050405020304" charset="0"/>
                  <a:ea typeface="宋体" panose="02010600030101010101" pitchFamily="2" charset="-122"/>
                </a:rPr>
                <a:t>100ms</a:t>
              </a:r>
              <a:endParaRPr lang="en-US" altLang="zh-CN" sz="1600">
                <a:solidFill>
                  <a:schemeClr val="tx1"/>
                </a:solidFill>
                <a:latin typeface="Times New Roman" panose="02020603050405020304" charset="0"/>
                <a:ea typeface="宋体" panose="02010600030101010101" pitchFamily="2" charset="-122"/>
              </a:endParaRPr>
            </a:p>
          </p:txBody>
        </p:sp>
        <p:sp>
          <p:nvSpPr>
            <p:cNvPr id="149512" name="椭圆 137224"/>
            <p:cNvSpPr/>
            <p:nvPr/>
          </p:nvSpPr>
          <p:spPr>
            <a:xfrm>
              <a:off x="3411" y="1010"/>
              <a:ext cx="1315" cy="552"/>
            </a:xfrm>
            <a:prstGeom prst="ellipse">
              <a:avLst/>
            </a:prstGeom>
            <a:noFill/>
            <a:ln w="19050" cap="flat" cmpd="sng">
              <a:solidFill>
                <a:srgbClr val="000000"/>
              </a:solidFill>
              <a:prstDash val="solid"/>
              <a:round/>
              <a:headEnd type="none" w="med" len="med"/>
              <a:tailEnd type="none" w="med" len="med"/>
            </a:ln>
          </p:spPr>
          <p:txBody>
            <a:bodyPr anchor="t"/>
            <a:p>
              <a:pPr marL="914400" lvl="0" indent="-340995" algn="ctr">
                <a:lnSpc>
                  <a:spcPct val="120000"/>
                </a:lnSpc>
                <a:buClr>
                  <a:schemeClr val="tx2"/>
                </a:buClr>
                <a:buSzPct val="95000"/>
                <a:buFont typeface="Wingdings" panose="05000000000000000000" pitchFamily="2" charset="2"/>
                <a:buBlip>
                  <a:blip r:embed="rId1"/>
                </a:buBlip>
              </a:pPr>
              <a:endParaRPr lang="zh-CN" altLang="en-US" sz="3200" b="0" dirty="0">
                <a:latin typeface="Arial" panose="02080604020202020204" pitchFamily="34" charset="0"/>
                <a:ea typeface="宋体" panose="02010600030101010101" pitchFamily="2" charset="-122"/>
              </a:endParaRPr>
            </a:p>
          </p:txBody>
        </p:sp>
        <p:sp>
          <p:nvSpPr>
            <p:cNvPr id="149513" name="文本框 137225"/>
            <p:cNvSpPr txBox="1"/>
            <p:nvPr/>
          </p:nvSpPr>
          <p:spPr>
            <a:xfrm>
              <a:off x="3817" y="1100"/>
              <a:ext cx="633" cy="423"/>
            </a:xfrm>
            <a:prstGeom prst="rect">
              <a:avLst/>
            </a:prstGeom>
            <a:noFill/>
            <a:ln w="9525">
              <a:noFill/>
              <a:miter/>
            </a:ln>
          </p:spPr>
          <p:txBody>
            <a:bodyPr anchor="t"/>
            <a:p>
              <a:pPr lvl="0" algn="just"/>
              <a:r>
                <a:rPr lang="zh-CN" altLang="en-US" sz="1600">
                  <a:solidFill>
                    <a:schemeClr val="tx1"/>
                  </a:solidFill>
                  <a:latin typeface="Times New Roman" panose="02020603050405020304" charset="0"/>
                  <a:ea typeface="宋体" panose="02010600030101010101" pitchFamily="2" charset="-122"/>
                </a:rPr>
                <a:t> 因 </a:t>
              </a:r>
              <a:r>
                <a:rPr lang="en-US" altLang="zh-CN" sz="1600">
                  <a:solidFill>
                    <a:schemeClr val="tx1"/>
                  </a:solidFill>
                  <a:latin typeface="Times New Roman" panose="02020603050405020304" charset="0"/>
                  <a:ea typeface="宋体" panose="02010600030101010101" pitchFamily="2" charset="-122"/>
                </a:rPr>
                <a:t>I∕O</a:t>
              </a:r>
              <a:endParaRPr lang="en-US" altLang="zh-CN" sz="1600">
                <a:solidFill>
                  <a:schemeClr val="tx1"/>
                </a:solidFill>
                <a:latin typeface="Times New Roman" panose="02020603050405020304" charset="0"/>
                <a:ea typeface="宋体" panose="02010600030101010101" pitchFamily="2" charset="-122"/>
              </a:endParaRPr>
            </a:p>
            <a:p>
              <a:pPr lvl="0" algn="just"/>
              <a:r>
                <a:rPr lang="en-US" altLang="zh-CN" sz="1600">
                  <a:solidFill>
                    <a:schemeClr val="tx1"/>
                  </a:solidFill>
                  <a:latin typeface="Times New Roman" panose="02020603050405020304" charset="0"/>
                  <a:ea typeface="宋体" panose="02010600030101010101" pitchFamily="2" charset="-122"/>
                </a:rPr>
                <a:t> </a:t>
              </a:r>
              <a:r>
                <a:rPr lang="zh-CN" altLang="en-US" sz="1600">
                  <a:solidFill>
                    <a:schemeClr val="tx1"/>
                  </a:solidFill>
                  <a:latin typeface="Times New Roman" panose="02020603050405020304" charset="0"/>
                  <a:ea typeface="宋体" panose="02010600030101010101" pitchFamily="2" charset="-122"/>
                </a:rPr>
                <a:t>而等待</a:t>
              </a:r>
              <a:endParaRPr lang="zh-CN" altLang="en-US" sz="1600">
                <a:solidFill>
                  <a:schemeClr val="tx1"/>
                </a:solidFill>
                <a:latin typeface="Times New Roman" panose="02020603050405020304" charset="0"/>
                <a:ea typeface="宋体" panose="02010600030101010101" pitchFamily="2" charset="-122"/>
              </a:endParaRPr>
            </a:p>
            <a:p>
              <a:pPr lvl="0" algn="just"/>
              <a:endParaRPr lang="zh-CN" altLang="en-US" sz="1600">
                <a:solidFill>
                  <a:schemeClr val="tx1"/>
                </a:solidFill>
                <a:latin typeface="Times New Roman" panose="02020603050405020304" charset="0"/>
                <a:ea typeface="宋体" panose="02010600030101010101" pitchFamily="2" charset="-122"/>
              </a:endParaRPr>
            </a:p>
          </p:txBody>
        </p:sp>
        <p:sp>
          <p:nvSpPr>
            <p:cNvPr id="149514" name="椭圆 137226"/>
            <p:cNvSpPr/>
            <p:nvPr/>
          </p:nvSpPr>
          <p:spPr>
            <a:xfrm>
              <a:off x="1386" y="1808"/>
              <a:ext cx="1316" cy="551"/>
            </a:xfrm>
            <a:prstGeom prst="ellipse">
              <a:avLst/>
            </a:prstGeom>
            <a:noFill/>
            <a:ln w="19050" cap="flat" cmpd="sng">
              <a:solidFill>
                <a:srgbClr val="000000"/>
              </a:solidFill>
              <a:prstDash val="solid"/>
              <a:round/>
              <a:headEnd type="none" w="med" len="med"/>
              <a:tailEnd type="none" w="med" len="med"/>
            </a:ln>
          </p:spPr>
          <p:txBody>
            <a:bodyPr anchor="t"/>
            <a:p>
              <a:pPr marL="914400" lvl="0" indent="-340995" algn="ctr">
                <a:lnSpc>
                  <a:spcPct val="120000"/>
                </a:lnSpc>
                <a:buClr>
                  <a:schemeClr val="tx2"/>
                </a:buClr>
                <a:buSzPct val="95000"/>
                <a:buFont typeface="Wingdings" panose="05000000000000000000" pitchFamily="2" charset="2"/>
                <a:buBlip>
                  <a:blip r:embed="rId1"/>
                </a:buBlip>
              </a:pPr>
              <a:endParaRPr lang="zh-CN" altLang="en-US" sz="3200" b="0" dirty="0">
                <a:latin typeface="Arial" panose="02080604020202020204" pitchFamily="34" charset="0"/>
                <a:ea typeface="宋体" panose="02010600030101010101" pitchFamily="2" charset="-122"/>
              </a:endParaRPr>
            </a:p>
          </p:txBody>
        </p:sp>
        <p:sp>
          <p:nvSpPr>
            <p:cNvPr id="149515" name="文本框 137227"/>
            <p:cNvSpPr txBox="1"/>
            <p:nvPr/>
          </p:nvSpPr>
          <p:spPr>
            <a:xfrm>
              <a:off x="1791" y="1897"/>
              <a:ext cx="652" cy="387"/>
            </a:xfrm>
            <a:prstGeom prst="rect">
              <a:avLst/>
            </a:prstGeom>
            <a:noFill/>
            <a:ln w="9525">
              <a:noFill/>
              <a:miter/>
            </a:ln>
          </p:spPr>
          <p:txBody>
            <a:bodyPr anchor="t"/>
            <a:p>
              <a:pPr lvl="0"/>
              <a:r>
                <a:rPr lang="zh-CN" altLang="en-US" sz="1600">
                  <a:solidFill>
                    <a:schemeClr val="tx1"/>
                  </a:solidFill>
                  <a:latin typeface="Times New Roman" panose="02020603050405020304" charset="0"/>
                  <a:ea typeface="宋体" panose="02010600030101010101" pitchFamily="2" charset="-122"/>
                </a:rPr>
                <a:t> 高优先</a:t>
              </a:r>
              <a:endParaRPr lang="zh-CN" altLang="en-US" sz="1600">
                <a:solidFill>
                  <a:schemeClr val="tx1"/>
                </a:solidFill>
                <a:latin typeface="Times New Roman" panose="02020603050405020304" charset="0"/>
                <a:ea typeface="宋体" panose="02010600030101010101" pitchFamily="2" charset="-122"/>
              </a:endParaRPr>
            </a:p>
            <a:p>
              <a:pPr lvl="0"/>
              <a:r>
                <a:rPr lang="zh-CN" altLang="en-US" sz="1600">
                  <a:solidFill>
                    <a:schemeClr val="tx1"/>
                  </a:solidFill>
                  <a:latin typeface="Times New Roman" panose="02020603050405020304" charset="0"/>
                  <a:ea typeface="宋体" panose="02010600030101010101" pitchFamily="2" charset="-122"/>
                </a:rPr>
                <a:t>   就绪</a:t>
              </a:r>
              <a:endParaRPr lang="zh-CN" altLang="en-US" sz="1600">
                <a:solidFill>
                  <a:schemeClr val="tx1"/>
                </a:solidFill>
                <a:latin typeface="Times New Roman" panose="02020603050405020304" charset="0"/>
                <a:ea typeface="宋体" panose="02010600030101010101" pitchFamily="2" charset="-122"/>
              </a:endParaRPr>
            </a:p>
            <a:p>
              <a:pPr lvl="0" algn="just"/>
              <a:endParaRPr lang="zh-CN" altLang="en-US" sz="1600">
                <a:solidFill>
                  <a:schemeClr val="tx1"/>
                </a:solidFill>
                <a:latin typeface="Times New Roman" panose="02020603050405020304" charset="0"/>
                <a:ea typeface="宋体" panose="02010600030101010101" pitchFamily="2" charset="-122"/>
              </a:endParaRPr>
            </a:p>
          </p:txBody>
        </p:sp>
        <p:sp>
          <p:nvSpPr>
            <p:cNvPr id="149516" name="椭圆 137228"/>
            <p:cNvSpPr/>
            <p:nvPr/>
          </p:nvSpPr>
          <p:spPr>
            <a:xfrm>
              <a:off x="0" y="797"/>
              <a:ext cx="1315" cy="552"/>
            </a:xfrm>
            <a:prstGeom prst="ellipse">
              <a:avLst/>
            </a:prstGeom>
            <a:noFill/>
            <a:ln w="19050" cap="flat" cmpd="sng">
              <a:solidFill>
                <a:srgbClr val="000000"/>
              </a:solidFill>
              <a:prstDash val="solid"/>
              <a:round/>
              <a:headEnd type="none" w="med" len="med"/>
              <a:tailEnd type="none" w="med" len="med"/>
            </a:ln>
          </p:spPr>
          <p:txBody>
            <a:bodyPr anchor="t"/>
            <a:p>
              <a:pPr marL="914400" lvl="0" indent="-340995" algn="ctr">
                <a:lnSpc>
                  <a:spcPct val="120000"/>
                </a:lnSpc>
                <a:buClr>
                  <a:schemeClr val="tx2"/>
                </a:buClr>
                <a:buSzPct val="95000"/>
                <a:buFont typeface="Wingdings" panose="05000000000000000000" pitchFamily="2" charset="2"/>
                <a:buBlip>
                  <a:blip r:embed="rId1"/>
                </a:buBlip>
              </a:pPr>
              <a:endParaRPr lang="zh-CN" altLang="en-US" sz="3200" b="0" dirty="0">
                <a:latin typeface="Arial" panose="02080604020202020204" pitchFamily="34" charset="0"/>
                <a:ea typeface="宋体" panose="02010600030101010101" pitchFamily="2" charset="-122"/>
              </a:endParaRPr>
            </a:p>
          </p:txBody>
        </p:sp>
        <p:sp>
          <p:nvSpPr>
            <p:cNvPr id="149517" name="文本框 137229"/>
            <p:cNvSpPr txBox="1"/>
            <p:nvPr/>
          </p:nvSpPr>
          <p:spPr>
            <a:xfrm>
              <a:off x="326" y="908"/>
              <a:ext cx="686" cy="382"/>
            </a:xfrm>
            <a:prstGeom prst="rect">
              <a:avLst/>
            </a:prstGeom>
            <a:noFill/>
            <a:ln w="9525">
              <a:noFill/>
              <a:miter/>
            </a:ln>
          </p:spPr>
          <p:txBody>
            <a:bodyPr anchor="t"/>
            <a:p>
              <a:pPr lvl="0"/>
              <a:r>
                <a:rPr lang="zh-CN" altLang="en-US" sz="1600">
                  <a:solidFill>
                    <a:schemeClr val="tx1"/>
                  </a:solidFill>
                  <a:latin typeface="Times New Roman" panose="02020603050405020304" charset="0"/>
                  <a:ea typeface="宋体" panose="02010600030101010101" pitchFamily="2" charset="-122"/>
                </a:rPr>
                <a:t>   低优先</a:t>
              </a:r>
              <a:endParaRPr lang="zh-CN" altLang="en-US" sz="1600">
                <a:solidFill>
                  <a:schemeClr val="tx1"/>
                </a:solidFill>
                <a:latin typeface="Times New Roman" panose="02020603050405020304" charset="0"/>
                <a:ea typeface="宋体" panose="02010600030101010101" pitchFamily="2" charset="-122"/>
              </a:endParaRPr>
            </a:p>
            <a:p>
              <a:pPr lvl="0"/>
              <a:r>
                <a:rPr lang="zh-CN" altLang="en-US" sz="1600">
                  <a:solidFill>
                    <a:schemeClr val="tx1"/>
                  </a:solidFill>
                  <a:latin typeface="Times New Roman" panose="02020603050405020304" charset="0"/>
                  <a:ea typeface="宋体" panose="02010600030101010101" pitchFamily="2" charset="-122"/>
                </a:rPr>
                <a:t>     就绪</a:t>
              </a:r>
              <a:endParaRPr lang="zh-CN" altLang="en-US" sz="1600">
                <a:solidFill>
                  <a:schemeClr val="tx1"/>
                </a:solidFill>
                <a:latin typeface="Times New Roman" panose="02020603050405020304" charset="0"/>
                <a:ea typeface="宋体" panose="02010600030101010101" pitchFamily="2" charset="-122"/>
              </a:endParaRPr>
            </a:p>
            <a:p>
              <a:pPr lvl="0" algn="just"/>
              <a:endParaRPr lang="zh-CN" altLang="en-US" sz="1600">
                <a:solidFill>
                  <a:schemeClr val="tx1"/>
                </a:solidFill>
                <a:latin typeface="Times New Roman" panose="02020603050405020304" charset="0"/>
                <a:ea typeface="宋体" panose="02010600030101010101" pitchFamily="2" charset="-122"/>
              </a:endParaRPr>
            </a:p>
          </p:txBody>
        </p:sp>
        <p:sp>
          <p:nvSpPr>
            <p:cNvPr id="149518" name="直接连接符 137230"/>
            <p:cNvSpPr/>
            <p:nvPr/>
          </p:nvSpPr>
          <p:spPr>
            <a:xfrm>
              <a:off x="3259" y="390"/>
              <a:ext cx="1008" cy="638"/>
            </a:xfrm>
            <a:prstGeom prst="line">
              <a:avLst/>
            </a:prstGeom>
            <a:ln w="19050" cap="flat" cmpd="sng">
              <a:solidFill>
                <a:schemeClr val="tx1"/>
              </a:solidFill>
              <a:prstDash val="solid"/>
              <a:round/>
              <a:headEnd type="none" w="med" len="med"/>
              <a:tailEnd type="triangle" w="sm" len="med"/>
            </a:ln>
          </p:spPr>
          <p:txBody>
            <a:bodyPr anchor="t"/>
            <a:p>
              <a:pPr lvl="0"/>
              <a:endParaRPr lang="zh-CN" altLang="en-US">
                <a:latin typeface="Arial" panose="02080604020202020204" pitchFamily="34" charset="0"/>
                <a:ea typeface="宋体" panose="02010600030101010101" pitchFamily="2" charset="-122"/>
              </a:endParaRPr>
            </a:p>
          </p:txBody>
        </p:sp>
        <p:sp>
          <p:nvSpPr>
            <p:cNvPr id="149519" name="直接连接符 137231"/>
            <p:cNvSpPr/>
            <p:nvPr/>
          </p:nvSpPr>
          <p:spPr>
            <a:xfrm flipV="1">
              <a:off x="1323" y="531"/>
              <a:ext cx="1135" cy="479"/>
            </a:xfrm>
            <a:prstGeom prst="line">
              <a:avLst/>
            </a:prstGeom>
            <a:ln w="19050" cap="flat" cmpd="sng">
              <a:solidFill>
                <a:schemeClr val="tx1"/>
              </a:solidFill>
              <a:prstDash val="solid"/>
              <a:round/>
              <a:headEnd type="none" w="med" len="med"/>
              <a:tailEnd type="triangle" w="sm" len="med"/>
            </a:ln>
          </p:spPr>
          <p:txBody>
            <a:bodyPr anchor="t"/>
            <a:p>
              <a:pPr lvl="0"/>
              <a:endParaRPr lang="zh-CN" altLang="en-US">
                <a:latin typeface="Arial" panose="02080604020202020204" pitchFamily="34" charset="0"/>
                <a:ea typeface="宋体" panose="02010600030101010101" pitchFamily="2" charset="-122"/>
              </a:endParaRPr>
            </a:p>
          </p:txBody>
        </p:sp>
        <p:sp>
          <p:nvSpPr>
            <p:cNvPr id="149520" name="直接连接符 137232"/>
            <p:cNvSpPr/>
            <p:nvPr/>
          </p:nvSpPr>
          <p:spPr>
            <a:xfrm flipV="1">
              <a:off x="2268" y="531"/>
              <a:ext cx="568" cy="1277"/>
            </a:xfrm>
            <a:prstGeom prst="line">
              <a:avLst/>
            </a:prstGeom>
            <a:ln w="19050" cap="flat" cmpd="sng">
              <a:solidFill>
                <a:schemeClr val="tx1"/>
              </a:solidFill>
              <a:prstDash val="solid"/>
              <a:round/>
              <a:headEnd type="none" w="med" len="med"/>
              <a:tailEnd type="triangle" w="sm" len="med"/>
            </a:ln>
          </p:spPr>
          <p:txBody>
            <a:bodyPr anchor="t"/>
            <a:p>
              <a:pPr lvl="0"/>
              <a:endParaRPr lang="zh-CN" altLang="en-US">
                <a:latin typeface="Arial" panose="02080604020202020204" pitchFamily="34" charset="0"/>
                <a:ea typeface="宋体" panose="02010600030101010101" pitchFamily="2" charset="-122"/>
              </a:endParaRPr>
            </a:p>
          </p:txBody>
        </p:sp>
        <p:sp>
          <p:nvSpPr>
            <p:cNvPr id="149523" name="文本框 137235"/>
            <p:cNvSpPr txBox="1"/>
            <p:nvPr/>
          </p:nvSpPr>
          <p:spPr>
            <a:xfrm>
              <a:off x="939" y="317"/>
              <a:ext cx="782" cy="326"/>
            </a:xfrm>
            <a:prstGeom prst="rect">
              <a:avLst/>
            </a:prstGeom>
            <a:noFill/>
            <a:ln w="9525">
              <a:noFill/>
              <a:miter/>
            </a:ln>
          </p:spPr>
          <p:txBody>
            <a:bodyPr anchor="t"/>
            <a:p>
              <a:pPr lvl="0" algn="just"/>
              <a:r>
                <a:rPr lang="zh-CN" altLang="zh-CN" sz="1600">
                  <a:solidFill>
                    <a:schemeClr val="tx1"/>
                  </a:solidFill>
                  <a:latin typeface="Times New Roman" panose="02020603050405020304" charset="0"/>
                  <a:ea typeface="宋体" panose="02010600030101010101" pitchFamily="2" charset="-122"/>
                </a:rPr>
                <a:t>2.</a:t>
              </a:r>
              <a:r>
                <a:rPr lang="zh-CN" altLang="en-US" sz="1600">
                  <a:solidFill>
                    <a:schemeClr val="tx1"/>
                  </a:solidFill>
                  <a:latin typeface="Times New Roman" panose="02020603050405020304" charset="0"/>
                  <a:ea typeface="宋体" panose="02010600030101010101" pitchFamily="2" charset="-122"/>
                </a:rPr>
                <a:t> </a:t>
              </a:r>
              <a:endParaRPr lang="zh-CN" altLang="zh-CN" sz="1600">
                <a:solidFill>
                  <a:schemeClr val="tx1"/>
                </a:solidFill>
                <a:latin typeface="Times New Roman" panose="02020603050405020304" charset="0"/>
                <a:ea typeface="宋体" panose="02010600030101010101" pitchFamily="2" charset="-122"/>
              </a:endParaRPr>
            </a:p>
          </p:txBody>
        </p:sp>
        <p:sp>
          <p:nvSpPr>
            <p:cNvPr id="149524" name="文本框 137236"/>
            <p:cNvSpPr txBox="1"/>
            <p:nvPr/>
          </p:nvSpPr>
          <p:spPr>
            <a:xfrm>
              <a:off x="3592" y="418"/>
              <a:ext cx="863" cy="326"/>
            </a:xfrm>
            <a:prstGeom prst="rect">
              <a:avLst/>
            </a:prstGeom>
            <a:noFill/>
            <a:ln w="9525">
              <a:noFill/>
              <a:miter/>
            </a:ln>
          </p:spPr>
          <p:txBody>
            <a:bodyPr anchor="t"/>
            <a:p>
              <a:pPr lvl="0" algn="just"/>
              <a:r>
                <a:rPr lang="zh-CN" altLang="zh-CN" sz="1600">
                  <a:solidFill>
                    <a:schemeClr val="tx1"/>
                  </a:solidFill>
                  <a:latin typeface="Times New Roman" panose="02020603050405020304" charset="0"/>
                  <a:ea typeface="宋体" panose="02010600030101010101" pitchFamily="2" charset="-122"/>
                </a:rPr>
                <a:t>3. </a:t>
              </a:r>
              <a:r>
                <a:rPr lang="zh-CN" altLang="en-US" sz="1600">
                  <a:solidFill>
                    <a:schemeClr val="tx1"/>
                  </a:solidFill>
                  <a:latin typeface="Times New Roman" panose="02020603050405020304" charset="0"/>
                  <a:ea typeface="宋体" panose="02010600030101010101" pitchFamily="2" charset="-122"/>
                </a:rPr>
                <a:t>请求</a:t>
              </a:r>
              <a:r>
                <a:rPr lang="en-US" altLang="zh-CN" sz="1600">
                  <a:solidFill>
                    <a:schemeClr val="tx1"/>
                  </a:solidFill>
                  <a:latin typeface="Times New Roman" panose="02020603050405020304" charset="0"/>
                  <a:ea typeface="宋体" panose="02010600030101010101" pitchFamily="2" charset="-122"/>
                </a:rPr>
                <a:t>I/O</a:t>
              </a:r>
              <a:endParaRPr lang="en-US" altLang="zh-CN" sz="1600">
                <a:solidFill>
                  <a:schemeClr val="tx1"/>
                </a:solidFill>
                <a:latin typeface="Times New Roman" panose="02020603050405020304" charset="0"/>
                <a:ea typeface="宋体" panose="02010600030101010101" pitchFamily="2" charset="-122"/>
              </a:endParaRPr>
            </a:p>
          </p:txBody>
        </p:sp>
        <p:sp>
          <p:nvSpPr>
            <p:cNvPr id="149525" name="文本框 137237"/>
            <p:cNvSpPr txBox="1"/>
            <p:nvPr/>
          </p:nvSpPr>
          <p:spPr>
            <a:xfrm>
              <a:off x="3025" y="1808"/>
              <a:ext cx="1008" cy="326"/>
            </a:xfrm>
            <a:prstGeom prst="rect">
              <a:avLst/>
            </a:prstGeom>
            <a:noFill/>
            <a:ln w="9525">
              <a:noFill/>
              <a:miter/>
            </a:ln>
          </p:spPr>
          <p:txBody>
            <a:bodyPr anchor="t"/>
            <a:p>
              <a:pPr lvl="0" algn="just"/>
              <a:r>
                <a:rPr lang="zh-CN" altLang="en-US" sz="1600">
                  <a:solidFill>
                    <a:schemeClr val="tx1"/>
                  </a:solidFill>
                  <a:latin typeface="Times New Roman" panose="02020603050405020304" charset="0"/>
                  <a:ea typeface="宋体" panose="02010600030101010101" pitchFamily="2" charset="-122"/>
                </a:rPr>
                <a:t>4. </a:t>
              </a:r>
              <a:r>
                <a:rPr lang="en-US" altLang="zh-CN" sz="1600">
                  <a:solidFill>
                    <a:schemeClr val="tx1"/>
                  </a:solidFill>
                  <a:latin typeface="Times New Roman" panose="02020603050405020304" charset="0"/>
                  <a:ea typeface="宋体" panose="02010600030101010101" pitchFamily="2" charset="-122"/>
                </a:rPr>
                <a:t>I/O</a:t>
              </a:r>
              <a:r>
                <a:rPr lang="zh-CN" altLang="en-US" sz="1600">
                  <a:solidFill>
                    <a:schemeClr val="tx1"/>
                  </a:solidFill>
                  <a:latin typeface="Times New Roman" panose="02020603050405020304" charset="0"/>
                  <a:ea typeface="宋体" panose="02010600030101010101" pitchFamily="2" charset="-122"/>
                </a:rPr>
                <a:t>完成</a:t>
              </a:r>
              <a:endParaRPr lang="zh-CN" altLang="en-US" sz="1600">
                <a:solidFill>
                  <a:schemeClr val="tx1"/>
                </a:solidFill>
                <a:latin typeface="Times New Roman" panose="02020603050405020304" charset="0"/>
                <a:ea typeface="宋体" panose="02010600030101010101" pitchFamily="2" charset="-122"/>
              </a:endParaRPr>
            </a:p>
          </p:txBody>
        </p:sp>
        <p:sp>
          <p:nvSpPr>
            <p:cNvPr id="149526" name="文本框 137238"/>
            <p:cNvSpPr txBox="1"/>
            <p:nvPr/>
          </p:nvSpPr>
          <p:spPr>
            <a:xfrm>
              <a:off x="1452" y="896"/>
              <a:ext cx="834" cy="350"/>
            </a:xfrm>
            <a:prstGeom prst="rect">
              <a:avLst/>
            </a:prstGeom>
            <a:noFill/>
            <a:ln w="9525">
              <a:noFill/>
              <a:miter/>
            </a:ln>
          </p:spPr>
          <p:txBody>
            <a:bodyPr anchor="t"/>
            <a:p>
              <a:pPr lvl="0" algn="just"/>
              <a:r>
                <a:rPr lang="zh-CN" altLang="zh-CN" sz="1600">
                  <a:solidFill>
                    <a:schemeClr val="tx1"/>
                  </a:solidFill>
                  <a:latin typeface="Times New Roman" panose="02020603050405020304" charset="0"/>
                  <a:ea typeface="宋体" panose="02010600030101010101" pitchFamily="2" charset="-122"/>
                </a:rPr>
                <a:t>1. </a:t>
              </a:r>
              <a:r>
                <a:rPr lang="zh-CN" altLang="en-US" sz="1600">
                  <a:solidFill>
                    <a:schemeClr val="tx1"/>
                  </a:solidFill>
                  <a:latin typeface="Times New Roman" panose="02020603050405020304" charset="0"/>
                  <a:ea typeface="宋体" panose="02010600030101010101" pitchFamily="2" charset="-122"/>
                </a:rPr>
                <a:t>其次选择</a:t>
              </a:r>
              <a:endParaRPr lang="zh-CN" altLang="en-US" sz="1600">
                <a:solidFill>
                  <a:schemeClr val="tx1"/>
                </a:solidFill>
                <a:latin typeface="Times New Roman" panose="02020603050405020304" charset="0"/>
                <a:ea typeface="宋体" panose="02010600030101010101" pitchFamily="2" charset="-122"/>
              </a:endParaRPr>
            </a:p>
            <a:p>
              <a:pPr lvl="0" algn="just"/>
              <a:r>
                <a:rPr lang="zh-CN" altLang="en-US" sz="1600">
                  <a:solidFill>
                    <a:schemeClr val="tx1"/>
                  </a:solidFill>
                  <a:latin typeface="Times New Roman" panose="02020603050405020304" charset="0"/>
                  <a:ea typeface="宋体" panose="02010600030101010101" pitchFamily="2" charset="-122"/>
                </a:rPr>
                <a:t>  </a:t>
              </a:r>
              <a:r>
                <a:rPr lang="en-US" altLang="zh-CN" sz="1600">
                  <a:solidFill>
                    <a:schemeClr val="tx1"/>
                  </a:solidFill>
                  <a:latin typeface="Times New Roman" panose="02020603050405020304" charset="0"/>
                  <a:ea typeface="宋体" panose="02010600030101010101" pitchFamily="2" charset="-122"/>
                </a:rPr>
                <a:t>500ms</a:t>
              </a:r>
              <a:endParaRPr lang="en-US" altLang="zh-CN" sz="1600">
                <a:solidFill>
                  <a:schemeClr val="tx1"/>
                </a:solidFill>
                <a:latin typeface="Times New Roman" panose="02020603050405020304" charset="0"/>
                <a:ea typeface="宋体" panose="02010600030101010101" pitchFamily="2" charset="-122"/>
              </a:endParaRPr>
            </a:p>
          </p:txBody>
        </p:sp>
      </p:grpSp>
      <p:sp>
        <p:nvSpPr>
          <p:cNvPr id="149528" name="文本框 137241"/>
          <p:cNvSpPr txBox="1"/>
          <p:nvPr/>
        </p:nvSpPr>
        <p:spPr>
          <a:xfrm>
            <a:off x="8493125" y="6510338"/>
            <a:ext cx="463550"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b="0">
                <a:solidFill>
                  <a:schemeClr val="tx2"/>
                </a:solidFill>
                <a:latin typeface="Times New Roman" panose="02020603050405020304" charset="0"/>
                <a:ea typeface="宋体" panose="02010600030101010101" pitchFamily="2" charset="-122"/>
              </a:rPr>
              <a:t>105</a:t>
            </a:r>
            <a:endParaRPr lang="en-US" altLang="zh-CN" b="0">
              <a:solidFill>
                <a:schemeClr val="tx2"/>
              </a:solidFill>
              <a:latin typeface="Times New Roman" panose="02020603050405020304" charset="0"/>
              <a:ea typeface="宋体" panose="02010600030101010101" pitchFamily="2" charset="-122"/>
            </a:endParaRPr>
          </a:p>
        </p:txBody>
      </p:sp>
      <p:sp>
        <p:nvSpPr>
          <p:cNvPr id="2" name="文本框 1"/>
          <p:cNvSpPr txBox="1"/>
          <p:nvPr/>
        </p:nvSpPr>
        <p:spPr>
          <a:xfrm>
            <a:off x="466725" y="4693920"/>
            <a:ext cx="7427595" cy="1691640"/>
          </a:xfrm>
          <a:prstGeom prst="rect">
            <a:avLst/>
          </a:prstGeom>
          <a:noFill/>
        </p:spPr>
        <p:txBody>
          <a:bodyPr wrap="square" rtlCol="0" anchor="t">
            <a:spAutoFit/>
          </a:bodyPr>
          <a:p>
            <a:pPr marL="533400" lvl="0" indent="-533400" fontAlgn="base">
              <a:lnSpc>
                <a:spcPct val="130000"/>
              </a:lnSpc>
              <a:buNone/>
            </a:pPr>
            <a:r>
              <a:rPr lang="en-US" altLang="zh-CN" sz="2000" b="0">
                <a:solidFill>
                  <a:schemeClr val="tx1"/>
                </a:solidFill>
                <a:latin typeface="Times New Roman" panose="02020603050405020304" charset="0"/>
                <a:cs typeface="+mn-ea"/>
                <a:sym typeface="+mn-ea"/>
              </a:rPr>
              <a:t>1</a:t>
            </a:r>
            <a:r>
              <a:rPr lang="zh-CN" altLang="en-US" sz="2000" b="0">
                <a:solidFill>
                  <a:schemeClr val="tx1"/>
                </a:solidFill>
                <a:latin typeface="Times New Roman" panose="02020603050405020304" charset="0"/>
                <a:cs typeface="+mn-ea"/>
                <a:sym typeface="+mn-ea"/>
              </a:rPr>
              <a:t>、说明变迁</a:t>
            </a:r>
            <a:r>
              <a:rPr lang="en-US" altLang="zh-CN" sz="2000" b="0">
                <a:solidFill>
                  <a:schemeClr val="tx1"/>
                </a:solidFill>
                <a:latin typeface="Times New Roman" panose="02020603050405020304" charset="0"/>
                <a:cs typeface="+mn-ea"/>
                <a:sym typeface="+mn-ea"/>
              </a:rPr>
              <a:t>3</a:t>
            </a:r>
            <a:r>
              <a:rPr lang="zh-CN" altLang="en-US" sz="2000" b="0">
                <a:solidFill>
                  <a:schemeClr val="tx1"/>
                </a:solidFill>
                <a:latin typeface="Times New Roman" panose="02020603050405020304" charset="0"/>
                <a:cs typeface="+mn-ea"/>
                <a:sym typeface="+mn-ea"/>
              </a:rPr>
              <a:t>、变迁</a:t>
            </a:r>
            <a:r>
              <a:rPr lang="en-US" altLang="zh-CN" sz="2000" b="0">
                <a:solidFill>
                  <a:schemeClr val="tx1"/>
                </a:solidFill>
                <a:latin typeface="Times New Roman" panose="02020603050405020304" charset="0"/>
                <a:cs typeface="+mn-ea"/>
                <a:sym typeface="+mn-ea"/>
              </a:rPr>
              <a:t>2</a:t>
            </a:r>
            <a:r>
              <a:rPr lang="zh-CN" altLang="en-US" sz="2000" b="0">
                <a:solidFill>
                  <a:schemeClr val="tx1"/>
                </a:solidFill>
                <a:latin typeface="Times New Roman" panose="02020603050405020304" charset="0"/>
                <a:cs typeface="+mn-ea"/>
                <a:sym typeface="+mn-ea"/>
              </a:rPr>
              <a:t>、变迁</a:t>
            </a:r>
            <a:r>
              <a:rPr lang="en-US" altLang="zh-CN" sz="2000" b="0">
                <a:solidFill>
                  <a:schemeClr val="tx1"/>
                </a:solidFill>
                <a:latin typeface="Times New Roman" panose="02020603050405020304" charset="0"/>
                <a:cs typeface="+mn-ea"/>
                <a:sym typeface="+mn-ea"/>
              </a:rPr>
              <a:t>4</a:t>
            </a:r>
            <a:r>
              <a:rPr lang="zh-CN" altLang="en-US" sz="2000" b="0">
                <a:solidFill>
                  <a:schemeClr val="tx1"/>
                </a:solidFill>
                <a:latin typeface="Times New Roman" panose="02020603050405020304" charset="0"/>
                <a:cs typeface="+mn-ea"/>
                <a:sym typeface="+mn-ea"/>
              </a:rPr>
              <a:t>的原因</a:t>
            </a:r>
            <a:r>
              <a:rPr lang="x-none" altLang="zh-CN" sz="2000" b="0">
                <a:solidFill>
                  <a:schemeClr val="tx1"/>
                </a:solidFill>
                <a:latin typeface="Times New Roman" panose="02020603050405020304" charset="0"/>
                <a:cs typeface="+mn-ea"/>
                <a:sym typeface="+mn-ea"/>
              </a:rPr>
              <a:t>。</a:t>
            </a:r>
            <a:endParaRPr lang="x-none" altLang="zh-CN" sz="2000" b="0">
              <a:solidFill>
                <a:schemeClr val="tx1"/>
              </a:solidFill>
              <a:latin typeface="Times New Roman" panose="02020603050405020304" charset="0"/>
              <a:cs typeface="+mn-ea"/>
              <a:sym typeface="+mn-ea"/>
            </a:endParaRPr>
          </a:p>
          <a:p>
            <a:pPr marL="533400" lvl="0" indent="-533400" fontAlgn="base">
              <a:lnSpc>
                <a:spcPct val="130000"/>
              </a:lnSpc>
              <a:buNone/>
            </a:pPr>
            <a:r>
              <a:rPr lang="en-US" altLang="zh-CN" sz="2000" b="0">
                <a:solidFill>
                  <a:schemeClr val="tx1"/>
                </a:solidFill>
              </a:rPr>
              <a:t>2</a:t>
            </a:r>
            <a:r>
              <a:rPr lang="zh-CN" altLang="en-US" sz="2000" b="0">
                <a:solidFill>
                  <a:schemeClr val="tx1"/>
                </a:solidFill>
              </a:rPr>
              <a:t>、下述因果变迁是否会发生，什么情况下发生：</a:t>
            </a:r>
            <a:endParaRPr lang="zh-CN" altLang="en-US" sz="2000" b="0">
              <a:solidFill>
                <a:schemeClr val="tx1"/>
              </a:solidFill>
            </a:endParaRPr>
          </a:p>
          <a:p>
            <a:pPr marL="533400" lvl="0" indent="-533400" fontAlgn="base">
              <a:lnSpc>
                <a:spcPct val="130000"/>
              </a:lnSpc>
              <a:buNone/>
            </a:pPr>
            <a:r>
              <a:rPr lang="en-US" altLang="zh-CN" sz="2000" b="0">
                <a:solidFill>
                  <a:schemeClr val="tx1"/>
                </a:solidFill>
              </a:rPr>
              <a:t>	2-&gt;5             2-&gt;1              4-&gt;5                 4-&gt;2              3-&gt;5</a:t>
            </a:r>
            <a:endParaRPr lang="en-US" altLang="zh-CN" sz="2000" b="0">
              <a:solidFill>
                <a:schemeClr val="tx1"/>
              </a:solidFill>
            </a:endParaRPr>
          </a:p>
          <a:p>
            <a:pPr marL="533400" lvl="0" indent="-533400" algn="l" fontAlgn="base">
              <a:lnSpc>
                <a:spcPct val="130000"/>
              </a:lnSpc>
              <a:buNone/>
            </a:pPr>
            <a:r>
              <a:rPr lang="en-US" altLang="zh-CN" sz="2000" b="0">
                <a:solidFill>
                  <a:schemeClr val="tx1"/>
                </a:solidFill>
              </a:rPr>
              <a:t>3</a:t>
            </a:r>
            <a:r>
              <a:rPr lang="zh-CN" altLang="en-US" sz="2000" b="0">
                <a:solidFill>
                  <a:schemeClr val="tx1"/>
                </a:solidFill>
              </a:rPr>
              <a:t>、根据状态变迁图叙述该系统的调度策略、调度效果</a:t>
            </a:r>
            <a:r>
              <a:rPr lang="zh-CN" altLang="en-US" sz="2000" b="0">
                <a:solidFill>
                  <a:schemeClr val="tx1"/>
                </a:solidFill>
                <a:cs typeface="+mn-ea"/>
              </a:rPr>
              <a:t>。</a:t>
            </a:r>
            <a:endParaRPr lang="zh-CN" altLang="en-US" sz="2000" b="0">
              <a:solidFill>
                <a:schemeClr val="tx1"/>
              </a:solidFill>
              <a:cs typeface="+mn-ea"/>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137218"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7218" name="矩形 137217"/>
          <p:cNvSpPr/>
          <p:nvPr/>
        </p:nvSpPr>
        <p:spPr>
          <a:xfrm>
            <a:off x="157480" y="573405"/>
            <a:ext cx="8335010" cy="977265"/>
          </a:xfrm>
          <a:prstGeom prst="rect">
            <a:avLst/>
          </a:prstGeom>
          <a:noFill/>
          <a:ln w="9525">
            <a:noFill/>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buNone/>
            </a:pPr>
            <a:r>
              <a:rPr lang="zh-CN" altLang="en-US" sz="2400" b="1" strike="noStrike" noProof="1">
                <a:solidFill>
                  <a:schemeClr val="tx1"/>
                </a:solidFill>
                <a:effectLst/>
                <a:ea typeface="宋体" panose="02010600030101010101" pitchFamily="2" charset="-122"/>
              </a:rPr>
              <a:t>习题</a:t>
            </a:r>
            <a:r>
              <a:rPr lang="x-none" altLang="zh-CN" sz="2400" b="1" strike="noStrike" noProof="1">
                <a:solidFill>
                  <a:schemeClr val="tx1"/>
                </a:solidFill>
                <a:effectLst/>
                <a:ea typeface="宋体" panose="02010600030101010101" pitchFamily="2" charset="-122"/>
              </a:rPr>
              <a:t>6</a:t>
            </a:r>
            <a:r>
              <a:rPr lang="en-US" altLang="zh-CN" sz="2400" b="1" strike="noStrike" noProof="1">
                <a:solidFill>
                  <a:schemeClr val="tx1"/>
                </a:solidFill>
                <a:effectLst/>
                <a:ea typeface="宋体" panose="02010600030101010101" pitchFamily="2" charset="-122"/>
              </a:rPr>
              <a:t>-11</a:t>
            </a:r>
            <a:r>
              <a:rPr lang="zh-CN" altLang="en-US" sz="2400" b="1" strike="noStrike" noProof="1">
                <a:solidFill>
                  <a:schemeClr val="tx1"/>
                </a:solidFill>
                <a:effectLst/>
                <a:ea typeface="宋体" panose="02010600030101010101" pitchFamily="2" charset="-122"/>
              </a:rPr>
              <a:t>：一实时系统采用不可抢占的优先级调度算法，进程的基本状态为运行、就绪和等待。</a:t>
            </a:r>
            <a:endParaRPr lang="zh-CN" altLang="en-US" sz="2400" b="1" strike="noStrike" noProof="1">
              <a:solidFill>
                <a:schemeClr val="tx1"/>
              </a:solidFill>
              <a:effectLst/>
              <a:ea typeface="宋体" panose="02010600030101010101" pitchFamily="2" charset="-122"/>
            </a:endParaRPr>
          </a:p>
        </p:txBody>
      </p:sp>
      <p:sp>
        <p:nvSpPr>
          <p:cNvPr id="149528" name="文本框 137241"/>
          <p:cNvSpPr txBox="1"/>
          <p:nvPr/>
        </p:nvSpPr>
        <p:spPr>
          <a:xfrm>
            <a:off x="8493125" y="6510338"/>
            <a:ext cx="463550"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b="0">
                <a:solidFill>
                  <a:schemeClr val="tx2"/>
                </a:solidFill>
                <a:latin typeface="Times New Roman" panose="02020603050405020304" charset="0"/>
                <a:ea typeface="宋体" panose="02010600030101010101" pitchFamily="2" charset="-122"/>
              </a:rPr>
              <a:t>105</a:t>
            </a:r>
            <a:endParaRPr lang="en-US" altLang="zh-CN" b="0">
              <a:solidFill>
                <a:schemeClr val="tx2"/>
              </a:solidFill>
              <a:latin typeface="Times New Roman" panose="02020603050405020304" charset="0"/>
              <a:ea typeface="宋体" panose="02010600030101010101" pitchFamily="2" charset="-122"/>
            </a:endParaRPr>
          </a:p>
        </p:txBody>
      </p:sp>
      <p:sp>
        <p:nvSpPr>
          <p:cNvPr id="2" name="文本框 1"/>
          <p:cNvSpPr txBox="1"/>
          <p:nvPr/>
        </p:nvSpPr>
        <p:spPr>
          <a:xfrm>
            <a:off x="292735" y="1840230"/>
            <a:ext cx="8456295" cy="2891790"/>
          </a:xfrm>
          <a:prstGeom prst="rect">
            <a:avLst/>
          </a:prstGeom>
          <a:noFill/>
        </p:spPr>
        <p:txBody>
          <a:bodyPr wrap="square" rtlCol="0" anchor="t">
            <a:spAutoFit/>
          </a:bodyPr>
          <a:p>
            <a:pPr marL="533400" lvl="0" indent="-533400" fontAlgn="base">
              <a:lnSpc>
                <a:spcPct val="130000"/>
              </a:lnSpc>
              <a:buNone/>
            </a:pPr>
            <a:r>
              <a:rPr lang="en-US" altLang="zh-CN" sz="2000" b="0">
                <a:solidFill>
                  <a:schemeClr val="tx1"/>
                </a:solidFill>
                <a:latin typeface="Times New Roman" panose="02020603050405020304" charset="0"/>
                <a:cs typeface="+mn-ea"/>
                <a:sym typeface="+mn-ea"/>
              </a:rPr>
              <a:t>1</a:t>
            </a:r>
            <a:r>
              <a:rPr lang="zh-CN" altLang="en-US" sz="2000" b="0">
                <a:solidFill>
                  <a:schemeClr val="tx1"/>
                </a:solidFill>
                <a:latin typeface="Times New Roman" panose="02020603050405020304" charset="0"/>
                <a:cs typeface="+mn-ea"/>
                <a:sym typeface="+mn-ea"/>
              </a:rPr>
              <a:t>、</a:t>
            </a:r>
            <a:r>
              <a:rPr lang="zh-CN" sz="2000" b="0">
                <a:solidFill>
                  <a:schemeClr val="tx1"/>
                </a:solidFill>
                <a:latin typeface="Times New Roman" panose="02020603050405020304" charset="0"/>
                <a:cs typeface="+mn-ea"/>
                <a:sym typeface="+mn-ea"/>
              </a:rPr>
              <a:t>给出进程的状态变迁图及变迁的原因</a:t>
            </a:r>
            <a:r>
              <a:rPr lang="x-none" altLang="zh-CN" sz="2000" b="0">
                <a:solidFill>
                  <a:schemeClr val="tx1"/>
                </a:solidFill>
                <a:latin typeface="Times New Roman" panose="02020603050405020304" charset="0"/>
                <a:cs typeface="+mn-ea"/>
                <a:sym typeface="+mn-ea"/>
              </a:rPr>
              <a:t>。</a:t>
            </a:r>
            <a:endParaRPr lang="x-none" altLang="zh-CN" sz="2000" b="0">
              <a:solidFill>
                <a:schemeClr val="tx1"/>
              </a:solidFill>
              <a:latin typeface="Times New Roman" panose="02020603050405020304" charset="0"/>
              <a:cs typeface="+mn-ea"/>
              <a:sym typeface="+mn-ea"/>
            </a:endParaRPr>
          </a:p>
          <a:p>
            <a:pPr marL="533400" lvl="0" indent="-533400" fontAlgn="base">
              <a:lnSpc>
                <a:spcPct val="130000"/>
              </a:lnSpc>
              <a:buNone/>
            </a:pPr>
            <a:r>
              <a:rPr lang="en-US" altLang="zh-CN" sz="2000" b="0">
                <a:solidFill>
                  <a:schemeClr val="tx1"/>
                </a:solidFill>
              </a:rPr>
              <a:t>2</a:t>
            </a:r>
            <a:r>
              <a:rPr lang="zh-CN" altLang="en-US" sz="2000" b="0">
                <a:solidFill>
                  <a:schemeClr val="tx1"/>
                </a:solidFill>
              </a:rPr>
              <a:t>、如果有</a:t>
            </a:r>
            <a:r>
              <a:rPr lang="en-US" altLang="zh-CN" sz="2000" b="0">
                <a:solidFill>
                  <a:schemeClr val="tx1"/>
                </a:solidFill>
              </a:rPr>
              <a:t>3</a:t>
            </a:r>
            <a:r>
              <a:rPr lang="zh-CN" altLang="en-US" sz="2000" b="0">
                <a:solidFill>
                  <a:schemeClr val="tx1"/>
                </a:solidFill>
              </a:rPr>
              <a:t>个进程</a:t>
            </a:r>
            <a:r>
              <a:rPr lang="en-US" altLang="zh-CN" sz="2000" b="0">
                <a:solidFill>
                  <a:schemeClr val="tx1"/>
                </a:solidFill>
              </a:rPr>
              <a:t>A</a:t>
            </a:r>
            <a:r>
              <a:rPr lang="zh-CN" altLang="en-US" sz="2000" b="0">
                <a:solidFill>
                  <a:schemeClr val="tx1"/>
                </a:solidFill>
              </a:rPr>
              <a:t>、</a:t>
            </a:r>
            <a:r>
              <a:rPr lang="en-US" altLang="zh-CN" sz="2000" b="0">
                <a:solidFill>
                  <a:schemeClr val="tx1"/>
                </a:solidFill>
              </a:rPr>
              <a:t>B</a:t>
            </a:r>
            <a:r>
              <a:rPr lang="zh-CN" altLang="en-US" sz="2000" b="0">
                <a:solidFill>
                  <a:schemeClr val="tx1"/>
                </a:solidFill>
              </a:rPr>
              <a:t>、</a:t>
            </a:r>
            <a:r>
              <a:rPr lang="en-US" altLang="zh-CN" sz="2000" b="0">
                <a:solidFill>
                  <a:schemeClr val="tx1"/>
                </a:solidFill>
              </a:rPr>
              <a:t>C</a:t>
            </a:r>
            <a:r>
              <a:rPr lang="zh-CN" altLang="en-US" sz="2000" b="0">
                <a:solidFill>
                  <a:schemeClr val="tx1"/>
                </a:solidFill>
              </a:rPr>
              <a:t>同时创建，优先级</a:t>
            </a:r>
            <a:r>
              <a:rPr lang="en-US" altLang="zh-CN" sz="2000" b="0">
                <a:solidFill>
                  <a:schemeClr val="tx1"/>
                </a:solidFill>
              </a:rPr>
              <a:t>A&gt;B&gt;C</a:t>
            </a:r>
            <a:r>
              <a:rPr lang="zh-CN" altLang="en-US" sz="2000" b="0">
                <a:solidFill>
                  <a:schemeClr val="tx1"/>
                </a:solidFill>
              </a:rPr>
              <a:t>，执行过程如下：</a:t>
            </a:r>
            <a:endParaRPr lang="zh-CN" altLang="en-US" sz="2000" b="0">
              <a:solidFill>
                <a:schemeClr val="tx1"/>
              </a:solidFill>
            </a:endParaRPr>
          </a:p>
          <a:p>
            <a:pPr marL="533400" lvl="0" indent="-533400" fontAlgn="base">
              <a:lnSpc>
                <a:spcPct val="130000"/>
              </a:lnSpc>
              <a:buNone/>
            </a:pPr>
            <a:r>
              <a:rPr lang="en-US" altLang="zh-CN" sz="2000" b="0">
                <a:solidFill>
                  <a:schemeClr val="tx1"/>
                </a:solidFill>
                <a:cs typeface="+mn-ea"/>
              </a:rPr>
              <a:t>    A</a:t>
            </a:r>
            <a:r>
              <a:rPr lang="zh-CN" altLang="en-US" sz="2000" b="0">
                <a:solidFill>
                  <a:schemeClr val="tx1"/>
                </a:solidFill>
                <a:cs typeface="+mn-ea"/>
              </a:rPr>
              <a:t>：计算</a:t>
            </a:r>
            <a:r>
              <a:rPr lang="en-US" altLang="zh-CN" sz="2000" b="0">
                <a:solidFill>
                  <a:schemeClr val="tx1"/>
                </a:solidFill>
                <a:cs typeface="+mn-ea"/>
              </a:rPr>
              <a:t>30ms</a:t>
            </a:r>
            <a:r>
              <a:rPr lang="zh-CN" altLang="en-US" sz="2000" b="0">
                <a:solidFill>
                  <a:schemeClr val="tx1"/>
                </a:solidFill>
                <a:cs typeface="+mn-ea"/>
              </a:rPr>
              <a:t>，</a:t>
            </a:r>
            <a:r>
              <a:rPr lang="en-US" altLang="zh-CN" sz="2000" b="0">
                <a:solidFill>
                  <a:schemeClr val="tx1"/>
                </a:solidFill>
                <a:cs typeface="+mn-ea"/>
              </a:rPr>
              <a:t>I/O 20ms</a:t>
            </a:r>
            <a:r>
              <a:rPr lang="zh-CN" altLang="en-US" sz="2000" b="0">
                <a:solidFill>
                  <a:schemeClr val="tx1"/>
                </a:solidFill>
                <a:cs typeface="+mn-ea"/>
              </a:rPr>
              <a:t>，计算</a:t>
            </a:r>
            <a:r>
              <a:rPr lang="en-US" altLang="zh-CN" sz="2000" b="0">
                <a:solidFill>
                  <a:schemeClr val="tx1"/>
                </a:solidFill>
                <a:cs typeface="+mn-ea"/>
              </a:rPr>
              <a:t>10ms</a:t>
            </a:r>
            <a:r>
              <a:rPr lang="zh-CN" altLang="en-US" sz="2000" b="0">
                <a:solidFill>
                  <a:schemeClr val="tx1"/>
                </a:solidFill>
                <a:cs typeface="+mn-ea"/>
              </a:rPr>
              <a:t>；</a:t>
            </a:r>
            <a:endParaRPr lang="en-US" altLang="zh-CN" sz="2000" b="0">
              <a:solidFill>
                <a:schemeClr val="tx1"/>
              </a:solidFill>
              <a:cs typeface="+mn-ea"/>
            </a:endParaRPr>
          </a:p>
          <a:p>
            <a:pPr marL="533400" lvl="0" indent="-533400" fontAlgn="base">
              <a:lnSpc>
                <a:spcPct val="130000"/>
              </a:lnSpc>
              <a:buNone/>
            </a:pPr>
            <a:r>
              <a:rPr lang="en-US" altLang="zh-CN" sz="2000" b="0">
                <a:solidFill>
                  <a:schemeClr val="tx1"/>
                </a:solidFill>
                <a:cs typeface="+mn-ea"/>
                <a:sym typeface="+mn-ea"/>
              </a:rPr>
              <a:t>    B</a:t>
            </a:r>
            <a:r>
              <a:rPr lang="zh-CN" altLang="en-US" sz="2000" b="0">
                <a:solidFill>
                  <a:schemeClr val="tx1"/>
                </a:solidFill>
                <a:cs typeface="+mn-ea"/>
                <a:sym typeface="+mn-ea"/>
              </a:rPr>
              <a:t>：计算</a:t>
            </a:r>
            <a:r>
              <a:rPr lang="en-US" altLang="zh-CN" sz="2000" b="0">
                <a:solidFill>
                  <a:schemeClr val="tx1"/>
                </a:solidFill>
                <a:cs typeface="+mn-ea"/>
                <a:sym typeface="+mn-ea"/>
              </a:rPr>
              <a:t>30ms</a:t>
            </a:r>
            <a:r>
              <a:rPr lang="zh-CN" altLang="en-US" sz="2000" b="0">
                <a:solidFill>
                  <a:schemeClr val="tx1"/>
                </a:solidFill>
                <a:cs typeface="+mn-ea"/>
                <a:sym typeface="+mn-ea"/>
              </a:rPr>
              <a:t>，</a:t>
            </a:r>
            <a:r>
              <a:rPr lang="en-US" altLang="zh-CN" sz="2000" b="0">
                <a:solidFill>
                  <a:schemeClr val="tx1"/>
                </a:solidFill>
                <a:cs typeface="+mn-ea"/>
                <a:sym typeface="+mn-ea"/>
              </a:rPr>
              <a:t>I/O 30ms</a:t>
            </a:r>
            <a:r>
              <a:rPr lang="zh-CN" altLang="en-US" sz="2000" b="0">
                <a:solidFill>
                  <a:schemeClr val="tx1"/>
                </a:solidFill>
                <a:cs typeface="+mn-ea"/>
                <a:sym typeface="+mn-ea"/>
              </a:rPr>
              <a:t>，计算</a:t>
            </a:r>
            <a:r>
              <a:rPr lang="en-US" altLang="zh-CN" sz="2000" b="0">
                <a:solidFill>
                  <a:schemeClr val="tx1"/>
                </a:solidFill>
                <a:cs typeface="+mn-ea"/>
                <a:sym typeface="+mn-ea"/>
              </a:rPr>
              <a:t>10ms</a:t>
            </a:r>
            <a:r>
              <a:rPr lang="zh-CN" altLang="en-US" sz="2000" b="0">
                <a:solidFill>
                  <a:schemeClr val="tx1"/>
                </a:solidFill>
                <a:cs typeface="+mn-ea"/>
                <a:sym typeface="+mn-ea"/>
              </a:rPr>
              <a:t>；</a:t>
            </a:r>
            <a:endParaRPr lang="en-US" altLang="zh-CN" sz="2000" b="0">
              <a:solidFill>
                <a:schemeClr val="tx1"/>
              </a:solidFill>
              <a:cs typeface="+mn-ea"/>
            </a:endParaRPr>
          </a:p>
          <a:p>
            <a:pPr marL="533400" lvl="0" indent="-533400" fontAlgn="base">
              <a:lnSpc>
                <a:spcPct val="130000"/>
              </a:lnSpc>
              <a:buNone/>
            </a:pPr>
            <a:r>
              <a:rPr lang="en-US" altLang="zh-CN" sz="2000" b="0">
                <a:solidFill>
                  <a:schemeClr val="tx1"/>
                </a:solidFill>
                <a:cs typeface="+mn-ea"/>
                <a:sym typeface="+mn-ea"/>
              </a:rPr>
              <a:t>    C</a:t>
            </a:r>
            <a:r>
              <a:rPr lang="zh-CN" altLang="en-US" sz="2000" b="0">
                <a:solidFill>
                  <a:schemeClr val="tx1"/>
                </a:solidFill>
                <a:cs typeface="+mn-ea"/>
                <a:sym typeface="+mn-ea"/>
              </a:rPr>
              <a:t>：计算</a:t>
            </a:r>
            <a:r>
              <a:rPr lang="en-US" altLang="zh-CN" sz="2000" b="0">
                <a:solidFill>
                  <a:schemeClr val="tx1"/>
                </a:solidFill>
                <a:cs typeface="+mn-ea"/>
                <a:sym typeface="+mn-ea"/>
              </a:rPr>
              <a:t>20ms</a:t>
            </a:r>
            <a:r>
              <a:rPr lang="zh-CN" altLang="en-US" sz="2000" b="0">
                <a:solidFill>
                  <a:schemeClr val="tx1"/>
                </a:solidFill>
                <a:cs typeface="+mn-ea"/>
                <a:sym typeface="+mn-ea"/>
              </a:rPr>
              <a:t>，</a:t>
            </a:r>
            <a:r>
              <a:rPr lang="en-US" altLang="zh-CN" sz="2000" b="0">
                <a:solidFill>
                  <a:schemeClr val="tx1"/>
                </a:solidFill>
                <a:cs typeface="+mn-ea"/>
                <a:sym typeface="+mn-ea"/>
              </a:rPr>
              <a:t>I/O 10ms</a:t>
            </a:r>
            <a:r>
              <a:rPr lang="zh-CN" altLang="en-US" sz="2000" b="0">
                <a:solidFill>
                  <a:schemeClr val="tx1"/>
                </a:solidFill>
                <a:cs typeface="+mn-ea"/>
                <a:sym typeface="+mn-ea"/>
              </a:rPr>
              <a:t>，计算</a:t>
            </a:r>
            <a:r>
              <a:rPr lang="en-US" altLang="zh-CN" sz="2000" b="0">
                <a:solidFill>
                  <a:schemeClr val="tx1"/>
                </a:solidFill>
                <a:cs typeface="+mn-ea"/>
                <a:sym typeface="+mn-ea"/>
              </a:rPr>
              <a:t>20ms</a:t>
            </a:r>
            <a:r>
              <a:rPr lang="zh-CN" altLang="en-US" sz="2000" b="0">
                <a:solidFill>
                  <a:schemeClr val="tx1"/>
                </a:solidFill>
                <a:cs typeface="+mn-ea"/>
                <a:sym typeface="+mn-ea"/>
              </a:rPr>
              <a:t>；</a:t>
            </a:r>
            <a:endParaRPr lang="zh-CN" altLang="en-US" sz="2000" b="0">
              <a:solidFill>
                <a:schemeClr val="tx1"/>
              </a:solidFill>
              <a:cs typeface="+mn-ea"/>
              <a:sym typeface="+mn-ea"/>
            </a:endParaRPr>
          </a:p>
          <a:p>
            <a:pPr marL="533400" lvl="0" indent="-533400" fontAlgn="base">
              <a:lnSpc>
                <a:spcPct val="130000"/>
              </a:lnSpc>
              <a:buNone/>
            </a:pPr>
            <a:r>
              <a:rPr lang="zh-CN" altLang="en-US" sz="2000" b="0">
                <a:solidFill>
                  <a:schemeClr val="tx1"/>
                </a:solidFill>
                <a:cs typeface="+mn-ea"/>
              </a:rPr>
              <a:t>给出</a:t>
            </a:r>
            <a:r>
              <a:rPr lang="en-US" altLang="zh-CN" sz="2000" b="0">
                <a:solidFill>
                  <a:schemeClr val="tx1"/>
                </a:solidFill>
                <a:cs typeface="+mn-ea"/>
              </a:rPr>
              <a:t>3</a:t>
            </a:r>
            <a:r>
              <a:rPr lang="zh-CN" altLang="en-US" sz="2000" b="0">
                <a:solidFill>
                  <a:schemeClr val="tx1"/>
                </a:solidFill>
                <a:cs typeface="+mn-ea"/>
              </a:rPr>
              <a:t>个进程的调度次序及每次占用</a:t>
            </a:r>
            <a:r>
              <a:rPr lang="en-US" altLang="zh-CN" sz="2000" b="0">
                <a:solidFill>
                  <a:schemeClr val="tx1"/>
                </a:solidFill>
                <a:cs typeface="+mn-ea"/>
              </a:rPr>
              <a:t>CPU</a:t>
            </a:r>
            <a:r>
              <a:rPr lang="zh-CN" altLang="en-US" sz="2000" b="0">
                <a:solidFill>
                  <a:schemeClr val="tx1"/>
                </a:solidFill>
                <a:cs typeface="+mn-ea"/>
              </a:rPr>
              <a:t>的时间。</a:t>
            </a:r>
            <a:endParaRPr lang="en-US" altLang="zh-CN" sz="2000" b="0">
              <a:solidFill>
                <a:schemeClr val="tx1"/>
              </a:solidFill>
              <a:cs typeface="+mn-ea"/>
            </a:endParaRPr>
          </a:p>
          <a:p>
            <a:pPr marL="533400" lvl="0" indent="-533400" fontAlgn="base">
              <a:lnSpc>
                <a:spcPct val="130000"/>
              </a:lnSpc>
              <a:buNone/>
            </a:pPr>
            <a:endParaRPr lang="en-US" altLang="zh-CN" sz="2000" b="0">
              <a:solidFill>
                <a:schemeClr val="tx1"/>
              </a:solidFill>
              <a:cs typeface="+mn-ea"/>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137218" grpId="0" build="p"/>
    </p:bldLst>
  </p:timing>
</p:sld>
</file>

<file path=ppt/theme/theme1.xml><?xml version="1.0" encoding="utf-8"?>
<a:theme xmlns:a="http://schemas.openxmlformats.org/drawingml/2006/main" name="SAF_2004_Template">
  <a:themeElements>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fontScheme nam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FFFFFF"/>
        </a:dk1>
        <a:lt1>
          <a:srgbClr val="00478E"/>
        </a:lt1>
        <a:dk2>
          <a:srgbClr val="FFCC29"/>
        </a:dk2>
        <a:lt2>
          <a:srgbClr val="000000"/>
        </a:lt2>
        <a:accent1>
          <a:srgbClr val="FCEB98"/>
        </a:accent1>
        <a:accent2>
          <a:srgbClr val="FA7438"/>
        </a:accent2>
        <a:accent3>
          <a:srgbClr val="AAB1C6"/>
        </a:accent3>
        <a:accent4>
          <a:srgbClr val="DCDCDC"/>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FA7438"/>
        </a:accent2>
        <a:accent3>
          <a:srgbClr val="FFFFFF"/>
        </a:accent3>
        <a:accent4>
          <a:srgbClr val="000000"/>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FF"/>
        </a:accent2>
        <a:accent3>
          <a:srgbClr val="FFFFFF"/>
        </a:accent3>
        <a:accent4>
          <a:srgbClr val="000000"/>
        </a:accent4>
        <a:accent5>
          <a:srgbClr val="FDF3CA"/>
        </a:accent5>
        <a:accent6>
          <a:srgbClr val="0000E5"/>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5_SAF_2004_Template">
  <a:themeElements>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fontScheme nam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FFFFFF"/>
        </a:dk1>
        <a:lt1>
          <a:srgbClr val="00478E"/>
        </a:lt1>
        <a:dk2>
          <a:srgbClr val="FFCC29"/>
        </a:dk2>
        <a:lt2>
          <a:srgbClr val="000000"/>
        </a:lt2>
        <a:accent1>
          <a:srgbClr val="FCEB98"/>
        </a:accent1>
        <a:accent2>
          <a:srgbClr val="FA7438"/>
        </a:accent2>
        <a:accent3>
          <a:srgbClr val="AAB1C6"/>
        </a:accent3>
        <a:accent4>
          <a:srgbClr val="DCDCDC"/>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FA7438"/>
        </a:accent2>
        <a:accent3>
          <a:srgbClr val="FFFFFF"/>
        </a:accent3>
        <a:accent4>
          <a:srgbClr val="000000"/>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FF"/>
        </a:accent2>
        <a:accent3>
          <a:srgbClr val="FFFFFF"/>
        </a:accent3>
        <a:accent4>
          <a:srgbClr val="000000"/>
        </a:accent4>
        <a:accent5>
          <a:srgbClr val="FDF3CA"/>
        </a:accent5>
        <a:accent6>
          <a:srgbClr val="0000E5"/>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6_SAF_2004_Template">
  <a:themeElements>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fontScheme nam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FFFFFF"/>
        </a:dk1>
        <a:lt1>
          <a:srgbClr val="00478E"/>
        </a:lt1>
        <a:dk2>
          <a:srgbClr val="FFCC29"/>
        </a:dk2>
        <a:lt2>
          <a:srgbClr val="000000"/>
        </a:lt2>
        <a:accent1>
          <a:srgbClr val="FCEB98"/>
        </a:accent1>
        <a:accent2>
          <a:srgbClr val="FA7438"/>
        </a:accent2>
        <a:accent3>
          <a:srgbClr val="AAB1C6"/>
        </a:accent3>
        <a:accent4>
          <a:srgbClr val="DCDCDC"/>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FA7438"/>
        </a:accent2>
        <a:accent3>
          <a:srgbClr val="FFFFFF"/>
        </a:accent3>
        <a:accent4>
          <a:srgbClr val="000000"/>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FF"/>
        </a:accent2>
        <a:accent3>
          <a:srgbClr val="FFFFFF"/>
        </a:accent3>
        <a:accent4>
          <a:srgbClr val="000000"/>
        </a:accent4>
        <a:accent5>
          <a:srgbClr val="FDF3CA"/>
        </a:accent5>
        <a:accent6>
          <a:srgbClr val="0000E5"/>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_SAF_2004_Template">
  <a:themeElements>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fontScheme nam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FFFFFF"/>
        </a:dk1>
        <a:lt1>
          <a:srgbClr val="00478E"/>
        </a:lt1>
        <a:dk2>
          <a:srgbClr val="FFCC29"/>
        </a:dk2>
        <a:lt2>
          <a:srgbClr val="000000"/>
        </a:lt2>
        <a:accent1>
          <a:srgbClr val="FCEB98"/>
        </a:accent1>
        <a:accent2>
          <a:srgbClr val="FA7438"/>
        </a:accent2>
        <a:accent3>
          <a:srgbClr val="AAB1C6"/>
        </a:accent3>
        <a:accent4>
          <a:srgbClr val="DCDCDC"/>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FA7438"/>
        </a:accent2>
        <a:accent3>
          <a:srgbClr val="FFFFFF"/>
        </a:accent3>
        <a:accent4>
          <a:srgbClr val="000000"/>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FF"/>
        </a:accent2>
        <a:accent3>
          <a:srgbClr val="FFFFFF"/>
        </a:accent3>
        <a:accent4>
          <a:srgbClr val="000000"/>
        </a:accent4>
        <a:accent5>
          <a:srgbClr val="FDF3CA"/>
        </a:accent5>
        <a:accent6>
          <a:srgbClr val="0000E5"/>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2_SAF_2004_Template">
  <a:themeElements>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fontScheme nam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FFFFFF"/>
        </a:dk1>
        <a:lt1>
          <a:srgbClr val="00478E"/>
        </a:lt1>
        <a:dk2>
          <a:srgbClr val="FFCC29"/>
        </a:dk2>
        <a:lt2>
          <a:srgbClr val="000000"/>
        </a:lt2>
        <a:accent1>
          <a:srgbClr val="FCEB98"/>
        </a:accent1>
        <a:accent2>
          <a:srgbClr val="FA7438"/>
        </a:accent2>
        <a:accent3>
          <a:srgbClr val="AAB1C6"/>
        </a:accent3>
        <a:accent4>
          <a:srgbClr val="DCDCDC"/>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FA7438"/>
        </a:accent2>
        <a:accent3>
          <a:srgbClr val="FFFFFF"/>
        </a:accent3>
        <a:accent4>
          <a:srgbClr val="000000"/>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FF"/>
        </a:accent2>
        <a:accent3>
          <a:srgbClr val="FFFFFF"/>
        </a:accent3>
        <a:accent4>
          <a:srgbClr val="000000"/>
        </a:accent4>
        <a:accent5>
          <a:srgbClr val="FDF3CA"/>
        </a:accent5>
        <a:accent6>
          <a:srgbClr val="0000E5"/>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3_SAF_2004_Template">
  <a:themeElements>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fontScheme nam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FFFFFF"/>
        </a:dk1>
        <a:lt1>
          <a:srgbClr val="00478E"/>
        </a:lt1>
        <a:dk2>
          <a:srgbClr val="FFCC29"/>
        </a:dk2>
        <a:lt2>
          <a:srgbClr val="000000"/>
        </a:lt2>
        <a:accent1>
          <a:srgbClr val="FCEB98"/>
        </a:accent1>
        <a:accent2>
          <a:srgbClr val="FA7438"/>
        </a:accent2>
        <a:accent3>
          <a:srgbClr val="AAB1C6"/>
        </a:accent3>
        <a:accent4>
          <a:srgbClr val="DCDCDC"/>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FA7438"/>
        </a:accent2>
        <a:accent3>
          <a:srgbClr val="FFFFFF"/>
        </a:accent3>
        <a:accent4>
          <a:srgbClr val="000000"/>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FF"/>
        </a:accent2>
        <a:accent3>
          <a:srgbClr val="FFFFFF"/>
        </a:accent3>
        <a:accent4>
          <a:srgbClr val="000000"/>
        </a:accent4>
        <a:accent5>
          <a:srgbClr val="FDF3CA"/>
        </a:accent5>
        <a:accent6>
          <a:srgbClr val="0000E5"/>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4_SAF_2004_Template">
  <a:themeElements>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fontScheme nam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FFFFFF"/>
        </a:dk1>
        <a:lt1>
          <a:srgbClr val="00478E"/>
        </a:lt1>
        <a:dk2>
          <a:srgbClr val="FFCC29"/>
        </a:dk2>
        <a:lt2>
          <a:srgbClr val="000000"/>
        </a:lt2>
        <a:accent1>
          <a:srgbClr val="FCEB98"/>
        </a:accent1>
        <a:accent2>
          <a:srgbClr val="FA7438"/>
        </a:accent2>
        <a:accent3>
          <a:srgbClr val="AAB1C6"/>
        </a:accent3>
        <a:accent4>
          <a:srgbClr val="DCDCDC"/>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FA7438"/>
        </a:accent2>
        <a:accent3>
          <a:srgbClr val="FFFFFF"/>
        </a:accent3>
        <a:accent4>
          <a:srgbClr val="000000"/>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FF"/>
        </a:accent2>
        <a:accent3>
          <a:srgbClr val="FFFFFF"/>
        </a:accent3>
        <a:accent4>
          <a:srgbClr val="000000"/>
        </a:accent4>
        <a:accent5>
          <a:srgbClr val="FDF3CA"/>
        </a:accent5>
        <a:accent6>
          <a:srgbClr val="0000E5"/>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5_SAF_2004_Template">
  <a:themeElements>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fontScheme nam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FFFFFF"/>
        </a:dk1>
        <a:lt1>
          <a:srgbClr val="00478E"/>
        </a:lt1>
        <a:dk2>
          <a:srgbClr val="FFCC29"/>
        </a:dk2>
        <a:lt2>
          <a:srgbClr val="000000"/>
        </a:lt2>
        <a:accent1>
          <a:srgbClr val="FCEB98"/>
        </a:accent1>
        <a:accent2>
          <a:srgbClr val="FA7438"/>
        </a:accent2>
        <a:accent3>
          <a:srgbClr val="AAB1C6"/>
        </a:accent3>
        <a:accent4>
          <a:srgbClr val="DCDCDC"/>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FA7438"/>
        </a:accent2>
        <a:accent3>
          <a:srgbClr val="FFFFFF"/>
        </a:accent3>
        <a:accent4>
          <a:srgbClr val="000000"/>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FF"/>
        </a:accent2>
        <a:accent3>
          <a:srgbClr val="FFFFFF"/>
        </a:accent3>
        <a:accent4>
          <a:srgbClr val="000000"/>
        </a:accent4>
        <a:accent5>
          <a:srgbClr val="FDF3CA"/>
        </a:accent5>
        <a:accent6>
          <a:srgbClr val="0000E5"/>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6_SAF_2004_Template">
  <a:themeElements>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fontScheme nam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FFFFFF"/>
        </a:dk1>
        <a:lt1>
          <a:srgbClr val="00478E"/>
        </a:lt1>
        <a:dk2>
          <a:srgbClr val="FFCC29"/>
        </a:dk2>
        <a:lt2>
          <a:srgbClr val="000000"/>
        </a:lt2>
        <a:accent1>
          <a:srgbClr val="FCEB98"/>
        </a:accent1>
        <a:accent2>
          <a:srgbClr val="FA7438"/>
        </a:accent2>
        <a:accent3>
          <a:srgbClr val="AAB1C6"/>
        </a:accent3>
        <a:accent4>
          <a:srgbClr val="DCDCDC"/>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FA7438"/>
        </a:accent2>
        <a:accent3>
          <a:srgbClr val="FFFFFF"/>
        </a:accent3>
        <a:accent4>
          <a:srgbClr val="000000"/>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FF"/>
        </a:accent2>
        <a:accent3>
          <a:srgbClr val="FFFFFF"/>
        </a:accent3>
        <a:accent4>
          <a:srgbClr val="000000"/>
        </a:accent4>
        <a:accent5>
          <a:srgbClr val="FDF3CA"/>
        </a:accent5>
        <a:accent6>
          <a:srgbClr val="0000E5"/>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7_SAF_2004_Template">
  <a:themeElements>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fontScheme nam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FFFFFF"/>
        </a:dk1>
        <a:lt1>
          <a:srgbClr val="00478E"/>
        </a:lt1>
        <a:dk2>
          <a:srgbClr val="FFCC29"/>
        </a:dk2>
        <a:lt2>
          <a:srgbClr val="000000"/>
        </a:lt2>
        <a:accent1>
          <a:srgbClr val="FCEB98"/>
        </a:accent1>
        <a:accent2>
          <a:srgbClr val="FA7438"/>
        </a:accent2>
        <a:accent3>
          <a:srgbClr val="AAB1C6"/>
        </a:accent3>
        <a:accent4>
          <a:srgbClr val="DCDCDC"/>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FA7438"/>
        </a:accent2>
        <a:accent3>
          <a:srgbClr val="FFFFFF"/>
        </a:accent3>
        <a:accent4>
          <a:srgbClr val="000000"/>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FF"/>
        </a:accent2>
        <a:accent3>
          <a:srgbClr val="FFFFFF"/>
        </a:accent3>
        <a:accent4>
          <a:srgbClr val="000000"/>
        </a:accent4>
        <a:accent5>
          <a:srgbClr val="FDF3CA"/>
        </a:accent5>
        <a:accent6>
          <a:srgbClr val="0000E5"/>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8_SAF_2004_Template">
  <a:themeElements>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fontScheme nam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FFFFFF"/>
        </a:dk1>
        <a:lt1>
          <a:srgbClr val="00478E"/>
        </a:lt1>
        <a:dk2>
          <a:srgbClr val="FFCC29"/>
        </a:dk2>
        <a:lt2>
          <a:srgbClr val="000000"/>
        </a:lt2>
        <a:accent1>
          <a:srgbClr val="FCEB98"/>
        </a:accent1>
        <a:accent2>
          <a:srgbClr val="FA7438"/>
        </a:accent2>
        <a:accent3>
          <a:srgbClr val="AAB1C6"/>
        </a:accent3>
        <a:accent4>
          <a:srgbClr val="DCDCDC"/>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FA7438"/>
        </a:accent2>
        <a:accent3>
          <a:srgbClr val="FFFFFF"/>
        </a:accent3>
        <a:accent4>
          <a:srgbClr val="000000"/>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FF"/>
        </a:accent2>
        <a:accent3>
          <a:srgbClr val="FFFFFF"/>
        </a:accent3>
        <a:accent4>
          <a:srgbClr val="000000"/>
        </a:accent4>
        <a:accent5>
          <a:srgbClr val="FDF3CA"/>
        </a:accent5>
        <a:accent6>
          <a:srgbClr val="0000E5"/>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9_SAF_2004_Template">
  <a:themeElements>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fontScheme nam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FFFFFF"/>
        </a:dk1>
        <a:lt1>
          <a:srgbClr val="00478E"/>
        </a:lt1>
        <a:dk2>
          <a:srgbClr val="FFCC29"/>
        </a:dk2>
        <a:lt2>
          <a:srgbClr val="000000"/>
        </a:lt2>
        <a:accent1>
          <a:srgbClr val="FCEB98"/>
        </a:accent1>
        <a:accent2>
          <a:srgbClr val="FA7438"/>
        </a:accent2>
        <a:accent3>
          <a:srgbClr val="AAB1C6"/>
        </a:accent3>
        <a:accent4>
          <a:srgbClr val="DCDCDC"/>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FA7438"/>
        </a:accent2>
        <a:accent3>
          <a:srgbClr val="FFFFFF"/>
        </a:accent3>
        <a:accent4>
          <a:srgbClr val="000000"/>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FF"/>
        </a:accent2>
        <a:accent3>
          <a:srgbClr val="FFFFFF"/>
        </a:accent3>
        <a:accent4>
          <a:srgbClr val="000000"/>
        </a:accent4>
        <a:accent5>
          <a:srgbClr val="FDF3CA"/>
        </a:accent5>
        <a:accent6>
          <a:srgbClr val="0000E5"/>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3.xml><?xml version="1.0" encoding="utf-8"?>
<a:theme xmlns:a="http://schemas.openxmlformats.org/drawingml/2006/main" name="10_SAF_2004_Template">
  <a:themeElements>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fontScheme nam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FFFFFF"/>
        </a:dk1>
        <a:lt1>
          <a:srgbClr val="00478E"/>
        </a:lt1>
        <a:dk2>
          <a:srgbClr val="FFCC29"/>
        </a:dk2>
        <a:lt2>
          <a:srgbClr val="000000"/>
        </a:lt2>
        <a:accent1>
          <a:srgbClr val="FCEB98"/>
        </a:accent1>
        <a:accent2>
          <a:srgbClr val="FA7438"/>
        </a:accent2>
        <a:accent3>
          <a:srgbClr val="AAB1C6"/>
        </a:accent3>
        <a:accent4>
          <a:srgbClr val="DCDCDC"/>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FA7438"/>
        </a:accent2>
        <a:accent3>
          <a:srgbClr val="FFFFFF"/>
        </a:accent3>
        <a:accent4>
          <a:srgbClr val="000000"/>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FF"/>
        </a:accent2>
        <a:accent3>
          <a:srgbClr val="FFFFFF"/>
        </a:accent3>
        <a:accent4>
          <a:srgbClr val="000000"/>
        </a:accent4>
        <a:accent5>
          <a:srgbClr val="FDF3CA"/>
        </a:accent5>
        <a:accent6>
          <a:srgbClr val="0000E5"/>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4.xml><?xml version="1.0" encoding="utf-8"?>
<a:theme xmlns:a="http://schemas.openxmlformats.org/drawingml/2006/main" name="11_SAF_2004_Template">
  <a:themeElements>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fontScheme nam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FFFFFF"/>
        </a:dk1>
        <a:lt1>
          <a:srgbClr val="00478E"/>
        </a:lt1>
        <a:dk2>
          <a:srgbClr val="FFCC29"/>
        </a:dk2>
        <a:lt2>
          <a:srgbClr val="000000"/>
        </a:lt2>
        <a:accent1>
          <a:srgbClr val="FCEB98"/>
        </a:accent1>
        <a:accent2>
          <a:srgbClr val="FA7438"/>
        </a:accent2>
        <a:accent3>
          <a:srgbClr val="AAB1C6"/>
        </a:accent3>
        <a:accent4>
          <a:srgbClr val="DCDCDC"/>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FA7438"/>
        </a:accent2>
        <a:accent3>
          <a:srgbClr val="FFFFFF"/>
        </a:accent3>
        <a:accent4>
          <a:srgbClr val="000000"/>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FF"/>
        </a:accent2>
        <a:accent3>
          <a:srgbClr val="FFFFFF"/>
        </a:accent3>
        <a:accent4>
          <a:srgbClr val="000000"/>
        </a:accent4>
        <a:accent5>
          <a:srgbClr val="FDF3CA"/>
        </a:accent5>
        <a:accent6>
          <a:srgbClr val="0000E5"/>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5.xml><?xml version="1.0" encoding="utf-8"?>
<a:theme xmlns:a="http://schemas.openxmlformats.org/drawingml/2006/main" name="12_SAF_2004_Template">
  <a:themeElements>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fontScheme nam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FFFFFF"/>
        </a:dk1>
        <a:lt1>
          <a:srgbClr val="00478E"/>
        </a:lt1>
        <a:dk2>
          <a:srgbClr val="FFCC29"/>
        </a:dk2>
        <a:lt2>
          <a:srgbClr val="000000"/>
        </a:lt2>
        <a:accent1>
          <a:srgbClr val="FCEB98"/>
        </a:accent1>
        <a:accent2>
          <a:srgbClr val="FA7438"/>
        </a:accent2>
        <a:accent3>
          <a:srgbClr val="AAB1C6"/>
        </a:accent3>
        <a:accent4>
          <a:srgbClr val="DCDCDC"/>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FA7438"/>
        </a:accent2>
        <a:accent3>
          <a:srgbClr val="FFFFFF"/>
        </a:accent3>
        <a:accent4>
          <a:srgbClr val="000000"/>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FF"/>
        </a:accent2>
        <a:accent3>
          <a:srgbClr val="FFFFFF"/>
        </a:accent3>
        <a:accent4>
          <a:srgbClr val="000000"/>
        </a:accent4>
        <a:accent5>
          <a:srgbClr val="FDF3CA"/>
        </a:accent5>
        <a:accent6>
          <a:srgbClr val="0000E5"/>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6.xml><?xml version="1.0" encoding="utf-8"?>
<a:theme xmlns:a="http://schemas.openxmlformats.org/drawingml/2006/main" name="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6549</Words>
  <Application>WPS 演示</Application>
  <PresentationFormat>在屏幕上显示</PresentationFormat>
  <Paragraphs>683</Paragraphs>
  <Slides>29</Slides>
  <Notes>0</Notes>
  <HiddenSlides>0</HiddenSlides>
  <MMClips>0</MMClips>
  <ScaleCrop>false</ScaleCrop>
  <HeadingPairs>
    <vt:vector size="8" baseType="variant">
      <vt:variant>
        <vt:lpstr>已用的字体</vt:lpstr>
      </vt:variant>
      <vt:variant>
        <vt:i4>11</vt:i4>
      </vt:variant>
      <vt:variant>
        <vt:lpstr>主题</vt:lpstr>
      </vt:variant>
      <vt:variant>
        <vt:i4>15</vt:i4>
      </vt:variant>
      <vt:variant>
        <vt:lpstr>嵌入 OLE 服务器</vt:lpstr>
      </vt:variant>
      <vt:variant>
        <vt:i4>16</vt:i4>
      </vt:variant>
      <vt:variant>
        <vt:lpstr>幻灯片标题</vt:lpstr>
      </vt:variant>
      <vt:variant>
        <vt:i4>29</vt:i4>
      </vt:variant>
    </vt:vector>
  </HeadingPairs>
  <TitlesOfParts>
    <vt:vector size="71" baseType="lpstr">
      <vt:lpstr>Arial</vt:lpstr>
      <vt:lpstr>宋体</vt:lpstr>
      <vt:lpstr>Wingdings</vt:lpstr>
      <vt:lpstr>Times New Roman</vt:lpstr>
      <vt:lpstr>微软雅黑</vt:lpstr>
      <vt:lpstr>Arial Unicode MS</vt:lpstr>
      <vt:lpstr>思源黑体 CN Heavy</vt:lpstr>
      <vt:lpstr>DejaVu Math TeX Gyre</vt:lpstr>
      <vt:lpstr>MT Extra</vt:lpstr>
      <vt:lpstr>仿宋_GB2312</vt:lpstr>
      <vt:lpstr>Symbol</vt:lpstr>
      <vt:lpstr>SAF_2004_Template</vt:lpstr>
      <vt:lpstr>25_SAF_2004_Template</vt:lpstr>
      <vt:lpstr>26_SAF_2004_Template</vt:lpstr>
      <vt:lpstr>1_SAF_2004_Template</vt:lpstr>
      <vt:lpstr>2_SAF_2004_Template</vt:lpstr>
      <vt:lpstr>3_SAF_2004_Template</vt:lpstr>
      <vt:lpstr>4_SAF_2004_Template</vt:lpstr>
      <vt:lpstr>5_SAF_2004_Template</vt:lpstr>
      <vt:lpstr>6_SAF_2004_Template</vt:lpstr>
      <vt:lpstr>7_SAF_2004_Template</vt:lpstr>
      <vt:lpstr>8_SAF_2004_Template</vt:lpstr>
      <vt:lpstr>9_SAF_2004_Template</vt:lpstr>
      <vt:lpstr>10_SAF_2004_Template</vt:lpstr>
      <vt:lpstr>11_SAF_2004_Template</vt:lpstr>
      <vt:lpstr>12_SAF_2004_Template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② 简单循环轮转调度算法</vt:lpstr>
      <vt:lpstr>PowerPoint 演示文稿</vt:lpstr>
      <vt:lpstr>PowerPoint 演示文稿</vt:lpstr>
      <vt:lpstr>多级时间片循环调度:</vt:lpstr>
      <vt:lpstr>多级时间片循环调度:</vt:lpstr>
      <vt:lpstr>PowerPoint 演示文稿</vt:lpstr>
      <vt:lpstr>PowerPoint 演示文稿</vt:lpstr>
      <vt:lpstr>PowerPoint 演示文稿</vt:lpstr>
      <vt:lpstr>PowerPoint 演示文稿</vt:lpstr>
      <vt:lpstr>PowerPoint 演示文稿</vt:lpstr>
    </vt:vector>
  </TitlesOfParts>
  <Company>hust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!leaf</dc:creator>
  <cp:lastModifiedBy>zjie</cp:lastModifiedBy>
  <cp:revision>1694</cp:revision>
  <dcterms:created xsi:type="dcterms:W3CDTF">2023-11-06T11:22:46Z</dcterms:created>
  <dcterms:modified xsi:type="dcterms:W3CDTF">2023-11-06T11:22:46Z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2052-11.1.0.11704</vt:lpwstr>
  </property>
  <property fmtid="{D5CDD505-2E9C-101B-9397-08002B2CF9AE}" pid="3" name="ICV">
    <vt:lpwstr/>
  </property>
</Properties>
</file>