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3"/>
    <p:sldMasterId id="2147483678" r:id="rId4"/>
    <p:sldMasterId id="2147483693" r:id="rId5"/>
    <p:sldMasterId id="2147483708" r:id="rId6"/>
    <p:sldMasterId id="2147483723" r:id="rId7"/>
    <p:sldMasterId id="2147483738" r:id="rId8"/>
    <p:sldMasterId id="2147483753" r:id="rId9"/>
    <p:sldMasterId id="2147483768" r:id="rId10"/>
    <p:sldMasterId id="2147483783" r:id="rId11"/>
    <p:sldMasterId id="2147483798" r:id="rId12"/>
  </p:sldMasterIdLst>
  <p:notesMasterIdLst>
    <p:notesMasterId r:id="rId99"/>
  </p:notesMasterIdLst>
  <p:sldIdLst>
    <p:sldId id="615" r:id="rId13"/>
    <p:sldId id="616" r:id="rId14"/>
    <p:sldId id="678" r:id="rId15"/>
    <p:sldId id="627" r:id="rId16"/>
    <p:sldId id="819" r:id="rId17"/>
    <p:sldId id="820" r:id="rId18"/>
    <p:sldId id="821" r:id="rId19"/>
    <p:sldId id="628" r:id="rId20"/>
    <p:sldId id="630" r:id="rId21"/>
    <p:sldId id="1209" r:id="rId22"/>
    <p:sldId id="663" r:id="rId23"/>
    <p:sldId id="631" r:id="rId24"/>
    <p:sldId id="823" r:id="rId25"/>
    <p:sldId id="824" r:id="rId26"/>
    <p:sldId id="822" r:id="rId27"/>
    <p:sldId id="633" r:id="rId28"/>
    <p:sldId id="753" r:id="rId29"/>
    <p:sldId id="679" r:id="rId30"/>
    <p:sldId id="617" r:id="rId31"/>
    <p:sldId id="1070" r:id="rId32"/>
    <p:sldId id="1071" r:id="rId33"/>
    <p:sldId id="1072" r:id="rId34"/>
    <p:sldId id="1073" r:id="rId35"/>
    <p:sldId id="634" r:id="rId36"/>
    <p:sldId id="1284" r:id="rId37"/>
    <p:sldId id="618" r:id="rId38"/>
    <p:sldId id="637" r:id="rId39"/>
    <p:sldId id="638" r:id="rId40"/>
    <p:sldId id="658" r:id="rId41"/>
    <p:sldId id="893" r:id="rId42"/>
    <p:sldId id="894" r:id="rId43"/>
    <p:sldId id="1396" r:id="rId44"/>
    <p:sldId id="666" r:id="rId45"/>
    <p:sldId id="1143" r:id="rId46"/>
    <p:sldId id="1344" r:id="rId47"/>
    <p:sldId id="668" r:id="rId48"/>
    <p:sldId id="669" r:id="rId49"/>
    <p:sldId id="960" r:id="rId50"/>
    <p:sldId id="670" r:id="rId51"/>
    <p:sldId id="1144" r:id="rId52"/>
    <p:sldId id="1145" r:id="rId53"/>
    <p:sldId id="675" r:id="rId54"/>
    <p:sldId id="1146" r:id="rId55"/>
    <p:sldId id="1397" r:id="rId56"/>
    <p:sldId id="1147" r:id="rId57"/>
    <p:sldId id="1148" r:id="rId58"/>
    <p:sldId id="680" r:id="rId59"/>
    <p:sldId id="641" r:id="rId60"/>
    <p:sldId id="676" r:id="rId61"/>
    <p:sldId id="642" r:id="rId62"/>
    <p:sldId id="644" r:id="rId63"/>
    <p:sldId id="677" r:id="rId64"/>
    <p:sldId id="1452" r:id="rId65"/>
    <p:sldId id="645" r:id="rId66"/>
    <p:sldId id="646" r:id="rId67"/>
    <p:sldId id="681" r:id="rId68"/>
    <p:sldId id="895" r:id="rId69"/>
    <p:sldId id="896" r:id="rId70"/>
    <p:sldId id="1020" r:id="rId71"/>
    <p:sldId id="900" r:id="rId72"/>
    <p:sldId id="1453" r:id="rId73"/>
    <p:sldId id="902" r:id="rId74"/>
    <p:sldId id="903" r:id="rId75"/>
    <p:sldId id="904" r:id="rId76"/>
    <p:sldId id="905" r:id="rId77"/>
    <p:sldId id="906" r:id="rId78"/>
    <p:sldId id="907" r:id="rId79"/>
    <p:sldId id="908" r:id="rId80"/>
    <p:sldId id="910" r:id="rId81"/>
    <p:sldId id="1492" r:id="rId82"/>
    <p:sldId id="911" r:id="rId83"/>
    <p:sldId id="912" r:id="rId84"/>
    <p:sldId id="648" r:id="rId85"/>
    <p:sldId id="649" r:id="rId86"/>
    <p:sldId id="650" r:id="rId87"/>
    <p:sldId id="652" r:id="rId88"/>
    <p:sldId id="651" r:id="rId89"/>
    <p:sldId id="653" r:id="rId90"/>
    <p:sldId id="1484" r:id="rId91"/>
    <p:sldId id="1485" r:id="rId92"/>
    <p:sldId id="1056" r:id="rId93"/>
    <p:sldId id="656" r:id="rId94"/>
    <p:sldId id="657" r:id="rId95"/>
    <p:sldId id="682" r:id="rId96"/>
    <p:sldId id="612" r:id="rId97"/>
    <p:sldId id="661" r:id="rId98"/>
  </p:sldIdLst>
  <p:sldSz cx="9144000" cy="6858000" type="screen4x3"/>
  <p:notesSz cx="6815455" cy="9942830"/>
  <p:defaultTextStyle>
    <a:defPPr>
      <a:defRPr lang="zh-CN"/>
    </a:defPPr>
    <a:lvl1pPr marL="0" lvl="0" indent="0" algn="l" defTabSz="914400" eaLnBrk="1" fontAlgn="base" latinLnBrk="0" hangingPunct="1">
      <a:lnSpc>
        <a:spcPct val="100000"/>
      </a:lnSpc>
      <a:spcBef>
        <a:spcPct val="0"/>
      </a:spcBef>
      <a:spcAft>
        <a:spcPct val="0"/>
      </a:spcAft>
      <a:buNone/>
      <a:defRPr sz="3200" b="0" i="0" u="none" kern="1200" baseline="0">
        <a:solidFill>
          <a:srgbClr val="4138FA"/>
        </a:solidFill>
        <a:latin typeface="Arial" panose="0208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0" i="0" u="none" kern="1200" baseline="0">
        <a:solidFill>
          <a:srgbClr val="4138FA"/>
        </a:solidFill>
        <a:latin typeface="Arial" panose="0208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0" i="0" u="none" kern="1200" baseline="0">
        <a:solidFill>
          <a:srgbClr val="4138FA"/>
        </a:solidFill>
        <a:latin typeface="Arial" panose="0208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0" i="0" u="none" kern="1200" baseline="0">
        <a:solidFill>
          <a:srgbClr val="4138FA"/>
        </a:solidFill>
        <a:latin typeface="Arial" panose="0208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0" i="0" u="none" kern="1200" baseline="0">
        <a:solidFill>
          <a:srgbClr val="4138FA"/>
        </a:solidFill>
        <a:latin typeface="Arial" panose="0208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0" i="0" u="none" kern="1200" baseline="0">
        <a:solidFill>
          <a:srgbClr val="4138FA"/>
        </a:solidFill>
        <a:latin typeface="Arial" panose="0208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0" i="0" u="none" kern="1200" baseline="0">
        <a:solidFill>
          <a:srgbClr val="4138FA"/>
        </a:solidFill>
        <a:latin typeface="Arial" panose="0208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0" i="0" u="none" kern="1200" baseline="0">
        <a:solidFill>
          <a:srgbClr val="4138FA"/>
        </a:solidFill>
        <a:latin typeface="Arial" panose="0208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0" i="0" u="none" kern="1200" baseline="0">
        <a:solidFill>
          <a:srgbClr val="4138FA"/>
        </a:solidFill>
        <a:latin typeface="Arial" panose="02080604020202020204" pitchFamily="34" charset="0"/>
        <a:ea typeface="宋体" panose="02010600030101010101" pitchFamily="2" charset="-122"/>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4138FA"/>
    <a:srgbClr val="3399FF"/>
    <a:srgbClr val="6699FF"/>
    <a:srgbClr val="FF0000"/>
    <a:srgbClr val="990033"/>
    <a:srgbClr val="000099"/>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howGuides="1">
      <p:cViewPr varScale="1">
        <p:scale>
          <a:sx n="69" d="100"/>
          <a:sy n="69" d="100"/>
        </p:scale>
        <p:origin x="-138" y="-102"/>
      </p:cViewPr>
      <p:guideLst>
        <p:guide orient="horz" pos="2296"/>
        <p:guide pos="2883"/>
      </p:guideLst>
    </p:cSldViewPr>
  </p:slide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notesMaster" Target="notesMasters/notesMaster1.xml"/><Relationship Id="rId98" Type="http://schemas.openxmlformats.org/officeDocument/2006/relationships/slide" Target="slides/slide86.xml"/><Relationship Id="rId97" Type="http://schemas.openxmlformats.org/officeDocument/2006/relationships/slide" Target="slides/slide85.xml"/><Relationship Id="rId96" Type="http://schemas.openxmlformats.org/officeDocument/2006/relationships/slide" Target="slides/slide84.xml"/><Relationship Id="rId95" Type="http://schemas.openxmlformats.org/officeDocument/2006/relationships/slide" Target="slides/slide83.xml"/><Relationship Id="rId94" Type="http://schemas.openxmlformats.org/officeDocument/2006/relationships/slide" Target="slides/slide82.xml"/><Relationship Id="rId93" Type="http://schemas.openxmlformats.org/officeDocument/2006/relationships/slide" Target="slides/slide81.xml"/><Relationship Id="rId92" Type="http://schemas.openxmlformats.org/officeDocument/2006/relationships/slide" Target="slides/slide80.xml"/><Relationship Id="rId91" Type="http://schemas.openxmlformats.org/officeDocument/2006/relationships/slide" Target="slides/slide79.xml"/><Relationship Id="rId90" Type="http://schemas.openxmlformats.org/officeDocument/2006/relationships/slide" Target="slides/slide78.xml"/><Relationship Id="rId9" Type="http://schemas.openxmlformats.org/officeDocument/2006/relationships/slideMaster" Target="slideMasters/slideMaster8.xml"/><Relationship Id="rId89" Type="http://schemas.openxmlformats.org/officeDocument/2006/relationships/slide" Target="slides/slide77.xml"/><Relationship Id="rId88" Type="http://schemas.openxmlformats.org/officeDocument/2006/relationships/slide" Target="slides/slide76.xml"/><Relationship Id="rId87" Type="http://schemas.openxmlformats.org/officeDocument/2006/relationships/slide" Target="slides/slide75.xml"/><Relationship Id="rId86" Type="http://schemas.openxmlformats.org/officeDocument/2006/relationships/slide" Target="slides/slide74.xml"/><Relationship Id="rId85" Type="http://schemas.openxmlformats.org/officeDocument/2006/relationships/slide" Target="slides/slide73.xml"/><Relationship Id="rId84" Type="http://schemas.openxmlformats.org/officeDocument/2006/relationships/slide" Target="slides/slide72.xml"/><Relationship Id="rId83" Type="http://schemas.openxmlformats.org/officeDocument/2006/relationships/slide" Target="slides/slide71.xml"/><Relationship Id="rId82" Type="http://schemas.openxmlformats.org/officeDocument/2006/relationships/slide" Target="slides/slide70.xml"/><Relationship Id="rId81" Type="http://schemas.openxmlformats.org/officeDocument/2006/relationships/slide" Target="slides/slide69.xml"/><Relationship Id="rId80" Type="http://schemas.openxmlformats.org/officeDocument/2006/relationships/slide" Target="slides/slide68.xml"/><Relationship Id="rId8" Type="http://schemas.openxmlformats.org/officeDocument/2006/relationships/slideMaster" Target="slideMasters/slideMaster7.xml"/><Relationship Id="rId79" Type="http://schemas.openxmlformats.org/officeDocument/2006/relationships/slide" Target="slides/slide67.xml"/><Relationship Id="rId78" Type="http://schemas.openxmlformats.org/officeDocument/2006/relationships/slide" Target="slides/slide66.xml"/><Relationship Id="rId77" Type="http://schemas.openxmlformats.org/officeDocument/2006/relationships/slide" Target="slides/slide65.xml"/><Relationship Id="rId76" Type="http://schemas.openxmlformats.org/officeDocument/2006/relationships/slide" Target="slides/slide64.xml"/><Relationship Id="rId75" Type="http://schemas.openxmlformats.org/officeDocument/2006/relationships/slide" Target="slides/slide63.xml"/><Relationship Id="rId74" Type="http://schemas.openxmlformats.org/officeDocument/2006/relationships/slide" Target="slides/slide62.xml"/><Relationship Id="rId73" Type="http://schemas.openxmlformats.org/officeDocument/2006/relationships/slide" Target="slides/slide61.xml"/><Relationship Id="rId72" Type="http://schemas.openxmlformats.org/officeDocument/2006/relationships/slide" Target="slides/slide60.xml"/><Relationship Id="rId71" Type="http://schemas.openxmlformats.org/officeDocument/2006/relationships/slide" Target="slides/slide59.xml"/><Relationship Id="rId70" Type="http://schemas.openxmlformats.org/officeDocument/2006/relationships/slide" Target="slides/slide58.xml"/><Relationship Id="rId7" Type="http://schemas.openxmlformats.org/officeDocument/2006/relationships/slideMaster" Target="slideMasters/slideMaster6.xml"/><Relationship Id="rId69" Type="http://schemas.openxmlformats.org/officeDocument/2006/relationships/slide" Target="slides/slide57.xml"/><Relationship Id="rId68" Type="http://schemas.openxmlformats.org/officeDocument/2006/relationships/slide" Target="slides/slide56.xml"/><Relationship Id="rId67" Type="http://schemas.openxmlformats.org/officeDocument/2006/relationships/slide" Target="slides/slide55.xml"/><Relationship Id="rId66" Type="http://schemas.openxmlformats.org/officeDocument/2006/relationships/slide" Target="slides/slide54.xml"/><Relationship Id="rId65" Type="http://schemas.openxmlformats.org/officeDocument/2006/relationships/slide" Target="slides/slide53.xml"/><Relationship Id="rId64" Type="http://schemas.openxmlformats.org/officeDocument/2006/relationships/slide" Target="slides/slide52.xml"/><Relationship Id="rId63" Type="http://schemas.openxmlformats.org/officeDocument/2006/relationships/slide" Target="slides/slide51.xml"/><Relationship Id="rId62" Type="http://schemas.openxmlformats.org/officeDocument/2006/relationships/slide" Target="slides/slide50.xml"/><Relationship Id="rId61" Type="http://schemas.openxmlformats.org/officeDocument/2006/relationships/slide" Target="slides/slide49.xml"/><Relationship Id="rId60" Type="http://schemas.openxmlformats.org/officeDocument/2006/relationships/slide" Target="slides/slide48.xml"/><Relationship Id="rId6" Type="http://schemas.openxmlformats.org/officeDocument/2006/relationships/slideMaster" Target="slideMasters/slideMaster5.xml"/><Relationship Id="rId59" Type="http://schemas.openxmlformats.org/officeDocument/2006/relationships/slide" Target="slides/slide47.xml"/><Relationship Id="rId58" Type="http://schemas.openxmlformats.org/officeDocument/2006/relationships/slide" Target="slides/slide46.xml"/><Relationship Id="rId57" Type="http://schemas.openxmlformats.org/officeDocument/2006/relationships/slide" Target="slides/slide45.xml"/><Relationship Id="rId56" Type="http://schemas.openxmlformats.org/officeDocument/2006/relationships/slide" Target="slides/slide44.xml"/><Relationship Id="rId55" Type="http://schemas.openxmlformats.org/officeDocument/2006/relationships/slide" Target="slides/slide43.xml"/><Relationship Id="rId54" Type="http://schemas.openxmlformats.org/officeDocument/2006/relationships/slide" Target="slides/slide42.xml"/><Relationship Id="rId53" Type="http://schemas.openxmlformats.org/officeDocument/2006/relationships/slide" Target="slides/slide41.xml"/><Relationship Id="rId52" Type="http://schemas.openxmlformats.org/officeDocument/2006/relationships/slide" Target="slides/slide40.xml"/><Relationship Id="rId51" Type="http://schemas.openxmlformats.org/officeDocument/2006/relationships/slide" Target="slides/slide39.xml"/><Relationship Id="rId50" Type="http://schemas.openxmlformats.org/officeDocument/2006/relationships/slide" Target="slides/slide38.xml"/><Relationship Id="rId5" Type="http://schemas.openxmlformats.org/officeDocument/2006/relationships/slideMaster" Target="slideMasters/slideMaster4.xml"/><Relationship Id="rId49" Type="http://schemas.openxmlformats.org/officeDocument/2006/relationships/slide" Target="slides/slide37.xml"/><Relationship Id="rId48" Type="http://schemas.openxmlformats.org/officeDocument/2006/relationships/slide" Target="slides/slide36.xml"/><Relationship Id="rId47" Type="http://schemas.openxmlformats.org/officeDocument/2006/relationships/slide" Target="slides/slide35.xml"/><Relationship Id="rId46" Type="http://schemas.openxmlformats.org/officeDocument/2006/relationships/slide" Target="slides/slide34.xml"/><Relationship Id="rId45" Type="http://schemas.openxmlformats.org/officeDocument/2006/relationships/slide" Target="slides/slide33.xml"/><Relationship Id="rId44" Type="http://schemas.openxmlformats.org/officeDocument/2006/relationships/slide" Target="slides/slide32.xml"/><Relationship Id="rId43" Type="http://schemas.openxmlformats.org/officeDocument/2006/relationships/slide" Target="slides/slide31.xml"/><Relationship Id="rId42" Type="http://schemas.openxmlformats.org/officeDocument/2006/relationships/slide" Target="slides/slide30.xml"/><Relationship Id="rId41" Type="http://schemas.openxmlformats.org/officeDocument/2006/relationships/slide" Target="slides/slide29.xml"/><Relationship Id="rId40" Type="http://schemas.openxmlformats.org/officeDocument/2006/relationships/slide" Target="slides/slide28.xml"/><Relationship Id="rId4" Type="http://schemas.openxmlformats.org/officeDocument/2006/relationships/slideMaster" Target="slideMasters/slideMaster3.xml"/><Relationship Id="rId39" Type="http://schemas.openxmlformats.org/officeDocument/2006/relationships/slide" Target="slides/slide27.xml"/><Relationship Id="rId38" Type="http://schemas.openxmlformats.org/officeDocument/2006/relationships/slide" Target="slides/slide26.xml"/><Relationship Id="rId37" Type="http://schemas.openxmlformats.org/officeDocument/2006/relationships/slide" Target="slides/slide25.xml"/><Relationship Id="rId36" Type="http://schemas.openxmlformats.org/officeDocument/2006/relationships/slide" Target="slides/slide24.xml"/><Relationship Id="rId35" Type="http://schemas.openxmlformats.org/officeDocument/2006/relationships/slide" Target="slides/slide23.xml"/><Relationship Id="rId34" Type="http://schemas.openxmlformats.org/officeDocument/2006/relationships/slide" Target="slides/slide22.xml"/><Relationship Id="rId33" Type="http://schemas.openxmlformats.org/officeDocument/2006/relationships/slide" Target="slides/slide21.xml"/><Relationship Id="rId32" Type="http://schemas.openxmlformats.org/officeDocument/2006/relationships/slide" Target="slides/slide20.xml"/><Relationship Id="rId31" Type="http://schemas.openxmlformats.org/officeDocument/2006/relationships/slide" Target="slides/slide19.xml"/><Relationship Id="rId30" Type="http://schemas.openxmlformats.org/officeDocument/2006/relationships/slide" Target="slides/slide18.xml"/><Relationship Id="rId3" Type="http://schemas.openxmlformats.org/officeDocument/2006/relationships/slideMaster" Target="slideMasters/slideMaster2.xml"/><Relationship Id="rId29" Type="http://schemas.openxmlformats.org/officeDocument/2006/relationships/slide" Target="slides/slide17.xml"/><Relationship Id="rId28" Type="http://schemas.openxmlformats.org/officeDocument/2006/relationships/slide" Target="slides/slide16.xml"/><Relationship Id="rId27" Type="http://schemas.openxmlformats.org/officeDocument/2006/relationships/slide" Target="slides/slide15.xml"/><Relationship Id="rId26" Type="http://schemas.openxmlformats.org/officeDocument/2006/relationships/slide" Target="slides/slide14.xml"/><Relationship Id="rId25" Type="http://schemas.openxmlformats.org/officeDocument/2006/relationships/slide" Target="slides/slide13.xml"/><Relationship Id="rId24" Type="http://schemas.openxmlformats.org/officeDocument/2006/relationships/slide" Target="slides/slide12.xml"/><Relationship Id="rId23" Type="http://schemas.openxmlformats.org/officeDocument/2006/relationships/slide" Target="slides/slide11.xml"/><Relationship Id="rId22" Type="http://schemas.openxmlformats.org/officeDocument/2006/relationships/slide" Target="slides/slide10.xml"/><Relationship Id="rId21" Type="http://schemas.openxmlformats.org/officeDocument/2006/relationships/slide" Target="slides/slide9.xml"/><Relationship Id="rId20" Type="http://schemas.openxmlformats.org/officeDocument/2006/relationships/slide" Target="slides/slide8.xml"/><Relationship Id="rId2" Type="http://schemas.openxmlformats.org/officeDocument/2006/relationships/theme" Target="theme/theme1.xml"/><Relationship Id="rId19" Type="http://schemas.openxmlformats.org/officeDocument/2006/relationships/slide" Target="slides/slide7.xml"/><Relationship Id="rId18" Type="http://schemas.openxmlformats.org/officeDocument/2006/relationships/slide" Target="slides/slide6.xml"/><Relationship Id="rId17" Type="http://schemas.openxmlformats.org/officeDocument/2006/relationships/slide" Target="slides/slide5.xml"/><Relationship Id="rId16" Type="http://schemas.openxmlformats.org/officeDocument/2006/relationships/slide" Target="slides/slide4.xml"/><Relationship Id="rId15" Type="http://schemas.openxmlformats.org/officeDocument/2006/relationships/slide" Target="slides/slide3.xml"/><Relationship Id="rId14" Type="http://schemas.openxmlformats.org/officeDocument/2006/relationships/slide" Target="slides/slide2.xml"/><Relationship Id="rId13" Type="http://schemas.openxmlformats.org/officeDocument/2006/relationships/slide" Target="slides/slide1.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2" Type="http://schemas.openxmlformats.org/officeDocument/2006/relationships/tableStyles" Target="tableStyles.xml"/><Relationship Id="rId101" Type="http://schemas.openxmlformats.org/officeDocument/2006/relationships/viewProps" Target="viewProps.xml"/><Relationship Id="rId100" Type="http://schemas.openxmlformats.org/officeDocument/2006/relationships/presProps" Target="presProps.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页眉占位符 3073"/>
          <p:cNvSpPr>
            <a:spLocks noGrp="1"/>
          </p:cNvSpPr>
          <p:nvPr>
            <p:ph type="hdr" sz="quarter"/>
          </p:nvPr>
        </p:nvSpPr>
        <p:spPr>
          <a:xfrm>
            <a:off x="0" y="0"/>
            <a:ext cx="2952750" cy="498475"/>
          </a:xfrm>
          <a:prstGeom prst="rect">
            <a:avLst/>
          </a:prstGeom>
          <a:noFill/>
          <a:ln w="9525">
            <a:noFill/>
            <a:miter/>
          </a:ln>
        </p:spPr>
        <p:txBody>
          <a:bodyPr lIns="91613" tIns="45807" rIns="91613" bIns="45807"/>
          <a:p>
            <a:pPr lvl="0" defTabSz="916305" fontAlgn="base"/>
            <a:endParaRPr lang="zh-CN" sz="1200" strike="noStrike" noProof="1"/>
          </a:p>
        </p:txBody>
      </p:sp>
      <p:sp>
        <p:nvSpPr>
          <p:cNvPr id="3075" name="日期占位符 3074"/>
          <p:cNvSpPr>
            <a:spLocks noGrp="1"/>
          </p:cNvSpPr>
          <p:nvPr>
            <p:ph type="dt" idx="1"/>
          </p:nvPr>
        </p:nvSpPr>
        <p:spPr>
          <a:xfrm>
            <a:off x="3860800" y="0"/>
            <a:ext cx="2952750" cy="498475"/>
          </a:xfrm>
          <a:prstGeom prst="rect">
            <a:avLst/>
          </a:prstGeom>
          <a:noFill/>
          <a:ln w="9525">
            <a:noFill/>
            <a:miter/>
          </a:ln>
        </p:spPr>
        <p:txBody>
          <a:bodyPr lIns="91613" tIns="45807" rIns="91613" bIns="45807"/>
          <a:p>
            <a:pPr lvl="0" algn="r" defTabSz="916305" fontAlgn="base"/>
            <a:endParaRPr lang="zh-CN" altLang="en-US" sz="1200" strike="noStrike" noProof="1"/>
          </a:p>
        </p:txBody>
      </p:sp>
      <p:sp>
        <p:nvSpPr>
          <p:cNvPr id="3076" name="幻灯片图像占位符 3075"/>
          <p:cNvSpPr>
            <a:spLocks noGrp="1" noRot="1"/>
          </p:cNvSpPr>
          <p:nvPr>
            <p:ph type="sldImg"/>
          </p:nvPr>
        </p:nvSpPr>
        <p:spPr>
          <a:xfrm>
            <a:off x="922338" y="746125"/>
            <a:ext cx="4970462" cy="3727450"/>
          </a:xfrm>
          <a:prstGeom prst="rect">
            <a:avLst/>
          </a:prstGeom>
          <a:noFill/>
          <a:ln w="9525">
            <a:noFill/>
            <a:miter/>
          </a:ln>
        </p:spPr>
        <p:txBody>
          <a:bodyPr/>
          <a:p>
            <a:endParaRPr lang="zh-CN" altLang="en-US"/>
          </a:p>
        </p:txBody>
      </p:sp>
      <p:sp>
        <p:nvSpPr>
          <p:cNvPr id="3077" name="文本占位符 3076"/>
          <p:cNvSpPr>
            <a:spLocks noGrp="1" noRot="1"/>
          </p:cNvSpPr>
          <p:nvPr>
            <p:ph type="body" sz="quarter"/>
          </p:nvPr>
        </p:nvSpPr>
        <p:spPr>
          <a:xfrm>
            <a:off x="681038" y="4722813"/>
            <a:ext cx="5453062" cy="4473575"/>
          </a:xfrm>
          <a:prstGeom prst="rect">
            <a:avLst/>
          </a:prstGeom>
          <a:noFill/>
          <a:ln w="9525">
            <a:noFill/>
            <a:miter/>
          </a:ln>
        </p:spPr>
        <p:txBody>
          <a:bodyPr lIns="91613" tIns="45807" rIns="91613" bIns="45807" anchor="ctr"/>
          <a:p>
            <a:pPr lvl="0"/>
            <a:r>
              <a:rPr lang="zh-CN" altLang="en-US"/>
              <a:t>单击此处编辑母版文本样式</a:t>
            </a:r>
            <a:endParaRPr lang="zh-CN" altLang="en-US"/>
          </a:p>
          <a:p>
            <a:pPr lvl="1" indent="0"/>
            <a:r>
              <a:rPr lang="zh-CN" altLang="en-US"/>
              <a:t>第二级</a:t>
            </a:r>
            <a:endParaRPr lang="zh-CN" altLang="en-US"/>
          </a:p>
          <a:p>
            <a:pPr lvl="2" indent="0"/>
            <a:r>
              <a:rPr lang="zh-CN" altLang="en-US"/>
              <a:t>第三级</a:t>
            </a:r>
            <a:endParaRPr lang="zh-CN" altLang="en-US"/>
          </a:p>
          <a:p>
            <a:pPr lvl="3" indent="0"/>
            <a:r>
              <a:rPr lang="zh-CN" altLang="en-US"/>
              <a:t>第四级</a:t>
            </a:r>
            <a:endParaRPr lang="zh-CN" altLang="en-US"/>
          </a:p>
          <a:p>
            <a:pPr lvl="4" indent="0"/>
            <a:r>
              <a:rPr lang="zh-CN" altLang="en-US"/>
              <a:t>第五级</a:t>
            </a:r>
            <a:endParaRPr lang="zh-CN" altLang="en-US"/>
          </a:p>
        </p:txBody>
      </p:sp>
      <p:sp>
        <p:nvSpPr>
          <p:cNvPr id="3078" name="页脚占位符 3077"/>
          <p:cNvSpPr>
            <a:spLocks noGrp="1"/>
          </p:cNvSpPr>
          <p:nvPr>
            <p:ph type="ftr" sz="quarter" idx="4"/>
          </p:nvPr>
        </p:nvSpPr>
        <p:spPr>
          <a:xfrm>
            <a:off x="0" y="9442450"/>
            <a:ext cx="2952750" cy="498475"/>
          </a:xfrm>
          <a:prstGeom prst="rect">
            <a:avLst/>
          </a:prstGeom>
          <a:noFill/>
          <a:ln w="9525">
            <a:noFill/>
            <a:miter/>
          </a:ln>
        </p:spPr>
        <p:txBody>
          <a:bodyPr lIns="91613" tIns="45807" rIns="91613" bIns="45807" anchor="b"/>
          <a:p>
            <a:pPr lvl="0" defTabSz="916305" fontAlgn="base"/>
            <a:endParaRPr lang="zh-CN" sz="1200" strike="noStrike" noProof="1"/>
          </a:p>
        </p:txBody>
      </p:sp>
      <p:sp>
        <p:nvSpPr>
          <p:cNvPr id="3079" name="灯片编号占位符 3078"/>
          <p:cNvSpPr>
            <a:spLocks noGrp="1"/>
          </p:cNvSpPr>
          <p:nvPr>
            <p:ph type="sldNum" sz="quarter" idx="5"/>
          </p:nvPr>
        </p:nvSpPr>
        <p:spPr>
          <a:xfrm>
            <a:off x="3860800" y="9442450"/>
            <a:ext cx="2952750" cy="498475"/>
          </a:xfrm>
          <a:prstGeom prst="rect">
            <a:avLst/>
          </a:prstGeom>
          <a:noFill/>
          <a:ln w="9525">
            <a:noFill/>
            <a:miter/>
          </a:ln>
        </p:spPr>
        <p:txBody>
          <a:bodyPr lIns="91613" tIns="45807" rIns="91613" bIns="45807" anchor="b"/>
          <a:p>
            <a:pPr lvl="0" algn="r" defTabSz="916305" fontAlgn="base"/>
            <a:fld id="{9A0DB2DC-4C9A-4742-B13C-FB6460FD3503}" type="slidenum">
              <a:rPr lang="zh-CN" sz="1200" strike="noStrike" noProof="1">
                <a:latin typeface="Arial" panose="02080604020202020204" pitchFamily="34" charset="0"/>
                <a:ea typeface="宋体" panose="02010600030101010101" pitchFamily="2" charset="-122"/>
                <a:cs typeface="+mn-ea"/>
              </a:rPr>
            </a:fld>
            <a:endParaRPr lang="zh-CN" sz="1200" strike="noStrike" noProof="1"/>
          </a:p>
        </p:txBody>
      </p:sp>
    </p:spTree>
  </p:cSld>
  <p:clrMap bg1="lt1" tx1="dk1" bg2="lt2" tx2="dk2" accent1="accent1" accent2="accent2" accent3="accent3" accent4="accent4" accent5="accent5" accent6="accent6" hlink="hlink" folHlink="folHlink"/>
  <p:hf sldNum="0" hdr="0" ftr="0" dt="0"/>
  <p:notesStyle>
    <a:lvl1pPr marL="0" lvl="0"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0.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1.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Tree>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Tree>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Tree>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Tree>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Tree>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Tree>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Tree>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Tree>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Tree>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fade/>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vmlDrawing" Target="../drawings/vmlDrawing1.vml"/><Relationship Id="rId18" Type="http://schemas.openxmlformats.org/officeDocument/2006/relationships/image" Target="../media/image4.png"/><Relationship Id="rId17" Type="http://schemas.openxmlformats.org/officeDocument/2006/relationships/image" Target="../media/image3.png"/><Relationship Id="rId16" Type="http://schemas.openxmlformats.org/officeDocument/2006/relationships/oleObject" Target="../embeddings/oleObject1.bin"/><Relationship Id="rId15" Type="http://schemas.openxmlformats.org/officeDocument/2006/relationships/image" Target="../media/image2.jpe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0" Type="http://schemas.openxmlformats.org/officeDocument/2006/relationships/theme" Target="../theme/theme2.xml"/><Relationship Id="rId2" Type="http://schemas.openxmlformats.org/officeDocument/2006/relationships/slideLayout" Target="../slideLayouts/slideLayout16.xml"/><Relationship Id="rId19" Type="http://schemas.openxmlformats.org/officeDocument/2006/relationships/vmlDrawing" Target="../drawings/vmlDrawing2.vml"/><Relationship Id="rId18" Type="http://schemas.openxmlformats.org/officeDocument/2006/relationships/image" Target="../media/image4.png"/><Relationship Id="rId17" Type="http://schemas.openxmlformats.org/officeDocument/2006/relationships/image" Target="../media/image3.png"/><Relationship Id="rId16" Type="http://schemas.openxmlformats.org/officeDocument/2006/relationships/oleObject" Target="../embeddings/oleObject2.bin"/><Relationship Id="rId15" Type="http://schemas.openxmlformats.org/officeDocument/2006/relationships/image" Target="../media/image2.jpeg"/><Relationship Id="rId14" Type="http://schemas.openxmlformats.org/officeDocument/2006/relationships/slideLayout" Target="../slideLayouts/slideLayout28.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7.xml"/><Relationship Id="rId8" Type="http://schemas.openxmlformats.org/officeDocument/2006/relationships/slideLayout" Target="../slideLayouts/slideLayout36.xml"/><Relationship Id="rId7" Type="http://schemas.openxmlformats.org/officeDocument/2006/relationships/slideLayout" Target="../slideLayouts/slideLayout35.xml"/><Relationship Id="rId6" Type="http://schemas.openxmlformats.org/officeDocument/2006/relationships/slideLayout" Target="../slideLayouts/slideLayout34.xml"/><Relationship Id="rId5" Type="http://schemas.openxmlformats.org/officeDocument/2006/relationships/slideLayout" Target="../slideLayouts/slideLayout33.xml"/><Relationship Id="rId4" Type="http://schemas.openxmlformats.org/officeDocument/2006/relationships/slideLayout" Target="../slideLayouts/slideLayout32.xml"/><Relationship Id="rId3" Type="http://schemas.openxmlformats.org/officeDocument/2006/relationships/slideLayout" Target="../slideLayouts/slideLayout31.xml"/><Relationship Id="rId20" Type="http://schemas.openxmlformats.org/officeDocument/2006/relationships/theme" Target="../theme/theme3.xml"/><Relationship Id="rId2" Type="http://schemas.openxmlformats.org/officeDocument/2006/relationships/slideLayout" Target="../slideLayouts/slideLayout30.xml"/><Relationship Id="rId19" Type="http://schemas.openxmlformats.org/officeDocument/2006/relationships/vmlDrawing" Target="../drawings/vmlDrawing3.vml"/><Relationship Id="rId18" Type="http://schemas.openxmlformats.org/officeDocument/2006/relationships/image" Target="../media/image4.png"/><Relationship Id="rId17" Type="http://schemas.openxmlformats.org/officeDocument/2006/relationships/image" Target="../media/image3.png"/><Relationship Id="rId16" Type="http://schemas.openxmlformats.org/officeDocument/2006/relationships/oleObject" Target="../embeddings/oleObject3.bin"/><Relationship Id="rId15" Type="http://schemas.openxmlformats.org/officeDocument/2006/relationships/image" Target="../media/image2.jpeg"/><Relationship Id="rId14" Type="http://schemas.openxmlformats.org/officeDocument/2006/relationships/slideLayout" Target="../slideLayouts/slideLayout42.xml"/><Relationship Id="rId13" Type="http://schemas.openxmlformats.org/officeDocument/2006/relationships/slideLayout" Target="../slideLayouts/slideLayout41.xml"/><Relationship Id="rId12" Type="http://schemas.openxmlformats.org/officeDocument/2006/relationships/slideLayout" Target="../slideLayouts/slideLayout40.xml"/><Relationship Id="rId11" Type="http://schemas.openxmlformats.org/officeDocument/2006/relationships/slideLayout" Target="../slideLayouts/slideLayout39.xml"/><Relationship Id="rId10" Type="http://schemas.openxmlformats.org/officeDocument/2006/relationships/slideLayout" Target="../slideLayouts/slideLayout38.xml"/><Relationship Id="rId1"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51.xml"/><Relationship Id="rId8" Type="http://schemas.openxmlformats.org/officeDocument/2006/relationships/slideLayout" Target="../slideLayouts/slideLayout50.xml"/><Relationship Id="rId7" Type="http://schemas.openxmlformats.org/officeDocument/2006/relationships/slideLayout" Target="../slideLayouts/slideLayout49.xml"/><Relationship Id="rId6" Type="http://schemas.openxmlformats.org/officeDocument/2006/relationships/slideLayout" Target="../slideLayouts/slideLayout48.xml"/><Relationship Id="rId5" Type="http://schemas.openxmlformats.org/officeDocument/2006/relationships/slideLayout" Target="../slideLayouts/slideLayout47.xml"/><Relationship Id="rId4" Type="http://schemas.openxmlformats.org/officeDocument/2006/relationships/slideLayout" Target="../slideLayouts/slideLayout46.xml"/><Relationship Id="rId3" Type="http://schemas.openxmlformats.org/officeDocument/2006/relationships/slideLayout" Target="../slideLayouts/slideLayout45.xml"/><Relationship Id="rId20" Type="http://schemas.openxmlformats.org/officeDocument/2006/relationships/theme" Target="../theme/theme4.xml"/><Relationship Id="rId2" Type="http://schemas.openxmlformats.org/officeDocument/2006/relationships/slideLayout" Target="../slideLayouts/slideLayout44.xml"/><Relationship Id="rId19" Type="http://schemas.openxmlformats.org/officeDocument/2006/relationships/vmlDrawing" Target="../drawings/vmlDrawing4.vml"/><Relationship Id="rId18" Type="http://schemas.openxmlformats.org/officeDocument/2006/relationships/image" Target="../media/image4.png"/><Relationship Id="rId17" Type="http://schemas.openxmlformats.org/officeDocument/2006/relationships/image" Target="../media/image3.png"/><Relationship Id="rId16" Type="http://schemas.openxmlformats.org/officeDocument/2006/relationships/oleObject" Target="../embeddings/oleObject4.bin"/><Relationship Id="rId15" Type="http://schemas.openxmlformats.org/officeDocument/2006/relationships/image" Target="../media/image2.jpeg"/><Relationship Id="rId14" Type="http://schemas.openxmlformats.org/officeDocument/2006/relationships/slideLayout" Target="../slideLayouts/slideLayout56.xml"/><Relationship Id="rId13" Type="http://schemas.openxmlformats.org/officeDocument/2006/relationships/slideLayout" Target="../slideLayouts/slideLayout55.xml"/><Relationship Id="rId12" Type="http://schemas.openxmlformats.org/officeDocument/2006/relationships/slideLayout" Target="../slideLayouts/slideLayout54.xml"/><Relationship Id="rId11" Type="http://schemas.openxmlformats.org/officeDocument/2006/relationships/slideLayout" Target="../slideLayouts/slideLayout53.xml"/><Relationship Id="rId10" Type="http://schemas.openxmlformats.org/officeDocument/2006/relationships/slideLayout" Target="../slideLayouts/slideLayout52.xml"/><Relationship Id="rId1"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65.xml"/><Relationship Id="rId8" Type="http://schemas.openxmlformats.org/officeDocument/2006/relationships/slideLayout" Target="../slideLayouts/slideLayout64.xml"/><Relationship Id="rId7" Type="http://schemas.openxmlformats.org/officeDocument/2006/relationships/slideLayout" Target="../slideLayouts/slideLayout63.xml"/><Relationship Id="rId6" Type="http://schemas.openxmlformats.org/officeDocument/2006/relationships/slideLayout" Target="../slideLayouts/slideLayout62.xml"/><Relationship Id="rId5" Type="http://schemas.openxmlformats.org/officeDocument/2006/relationships/slideLayout" Target="../slideLayouts/slideLayout61.xml"/><Relationship Id="rId4" Type="http://schemas.openxmlformats.org/officeDocument/2006/relationships/slideLayout" Target="../slideLayouts/slideLayout60.xml"/><Relationship Id="rId3" Type="http://schemas.openxmlformats.org/officeDocument/2006/relationships/slideLayout" Target="../slideLayouts/slideLayout59.xml"/><Relationship Id="rId20" Type="http://schemas.openxmlformats.org/officeDocument/2006/relationships/theme" Target="../theme/theme5.xml"/><Relationship Id="rId2" Type="http://schemas.openxmlformats.org/officeDocument/2006/relationships/slideLayout" Target="../slideLayouts/slideLayout58.xml"/><Relationship Id="rId19" Type="http://schemas.openxmlformats.org/officeDocument/2006/relationships/vmlDrawing" Target="../drawings/vmlDrawing5.vml"/><Relationship Id="rId18" Type="http://schemas.openxmlformats.org/officeDocument/2006/relationships/image" Target="../media/image4.png"/><Relationship Id="rId17" Type="http://schemas.openxmlformats.org/officeDocument/2006/relationships/image" Target="../media/image3.png"/><Relationship Id="rId16" Type="http://schemas.openxmlformats.org/officeDocument/2006/relationships/oleObject" Target="../embeddings/oleObject5.bin"/><Relationship Id="rId15" Type="http://schemas.openxmlformats.org/officeDocument/2006/relationships/image" Target="../media/image2.jpeg"/><Relationship Id="rId14" Type="http://schemas.openxmlformats.org/officeDocument/2006/relationships/slideLayout" Target="../slideLayouts/slideLayout70.xml"/><Relationship Id="rId13" Type="http://schemas.openxmlformats.org/officeDocument/2006/relationships/slideLayout" Target="../slideLayouts/slideLayout69.xml"/><Relationship Id="rId12" Type="http://schemas.openxmlformats.org/officeDocument/2006/relationships/slideLayout" Target="../slideLayouts/slideLayout68.xml"/><Relationship Id="rId11" Type="http://schemas.openxmlformats.org/officeDocument/2006/relationships/slideLayout" Target="../slideLayouts/slideLayout67.xml"/><Relationship Id="rId10" Type="http://schemas.openxmlformats.org/officeDocument/2006/relationships/slideLayout" Target="../slideLayouts/slideLayout66.xml"/><Relationship Id="rId1"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79.xml"/><Relationship Id="rId8" Type="http://schemas.openxmlformats.org/officeDocument/2006/relationships/slideLayout" Target="../slideLayouts/slideLayout78.xml"/><Relationship Id="rId7" Type="http://schemas.openxmlformats.org/officeDocument/2006/relationships/slideLayout" Target="../slideLayouts/slideLayout77.xml"/><Relationship Id="rId6" Type="http://schemas.openxmlformats.org/officeDocument/2006/relationships/slideLayout" Target="../slideLayouts/slideLayout76.xml"/><Relationship Id="rId5" Type="http://schemas.openxmlformats.org/officeDocument/2006/relationships/slideLayout" Target="../slideLayouts/slideLayout75.xml"/><Relationship Id="rId4" Type="http://schemas.openxmlformats.org/officeDocument/2006/relationships/slideLayout" Target="../slideLayouts/slideLayout74.xml"/><Relationship Id="rId3" Type="http://schemas.openxmlformats.org/officeDocument/2006/relationships/slideLayout" Target="../slideLayouts/slideLayout73.xml"/><Relationship Id="rId20" Type="http://schemas.openxmlformats.org/officeDocument/2006/relationships/theme" Target="../theme/theme6.xml"/><Relationship Id="rId2" Type="http://schemas.openxmlformats.org/officeDocument/2006/relationships/slideLayout" Target="../slideLayouts/slideLayout72.xml"/><Relationship Id="rId19" Type="http://schemas.openxmlformats.org/officeDocument/2006/relationships/vmlDrawing" Target="../drawings/vmlDrawing6.vml"/><Relationship Id="rId18" Type="http://schemas.openxmlformats.org/officeDocument/2006/relationships/image" Target="../media/image4.png"/><Relationship Id="rId17" Type="http://schemas.openxmlformats.org/officeDocument/2006/relationships/image" Target="../media/image3.png"/><Relationship Id="rId16" Type="http://schemas.openxmlformats.org/officeDocument/2006/relationships/oleObject" Target="../embeddings/oleObject6.bin"/><Relationship Id="rId15" Type="http://schemas.openxmlformats.org/officeDocument/2006/relationships/image" Target="../media/image2.jpeg"/><Relationship Id="rId14" Type="http://schemas.openxmlformats.org/officeDocument/2006/relationships/slideLayout" Target="../slideLayouts/slideLayout84.xml"/><Relationship Id="rId13" Type="http://schemas.openxmlformats.org/officeDocument/2006/relationships/slideLayout" Target="../slideLayouts/slideLayout83.xml"/><Relationship Id="rId12" Type="http://schemas.openxmlformats.org/officeDocument/2006/relationships/slideLayout" Target="../slideLayouts/slideLayout82.xml"/><Relationship Id="rId11" Type="http://schemas.openxmlformats.org/officeDocument/2006/relationships/slideLayout" Target="../slideLayouts/slideLayout81.xml"/><Relationship Id="rId10" Type="http://schemas.openxmlformats.org/officeDocument/2006/relationships/slideLayout" Target="../slideLayouts/slideLayout80.xml"/><Relationship Id="rId1" Type="http://schemas.openxmlformats.org/officeDocument/2006/relationships/slideLayout" Target="../slideLayouts/slideLayout71.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93.xml"/><Relationship Id="rId8" Type="http://schemas.openxmlformats.org/officeDocument/2006/relationships/slideLayout" Target="../slideLayouts/slideLayout92.xml"/><Relationship Id="rId7" Type="http://schemas.openxmlformats.org/officeDocument/2006/relationships/slideLayout" Target="../slideLayouts/slideLayout91.xml"/><Relationship Id="rId6" Type="http://schemas.openxmlformats.org/officeDocument/2006/relationships/slideLayout" Target="../slideLayouts/slideLayout90.xml"/><Relationship Id="rId5" Type="http://schemas.openxmlformats.org/officeDocument/2006/relationships/slideLayout" Target="../slideLayouts/slideLayout89.xml"/><Relationship Id="rId4" Type="http://schemas.openxmlformats.org/officeDocument/2006/relationships/slideLayout" Target="../slideLayouts/slideLayout88.xml"/><Relationship Id="rId3" Type="http://schemas.openxmlformats.org/officeDocument/2006/relationships/slideLayout" Target="../slideLayouts/slideLayout87.xml"/><Relationship Id="rId20" Type="http://schemas.openxmlformats.org/officeDocument/2006/relationships/theme" Target="../theme/theme7.xml"/><Relationship Id="rId2" Type="http://schemas.openxmlformats.org/officeDocument/2006/relationships/slideLayout" Target="../slideLayouts/slideLayout86.xml"/><Relationship Id="rId19" Type="http://schemas.openxmlformats.org/officeDocument/2006/relationships/vmlDrawing" Target="../drawings/vmlDrawing7.vml"/><Relationship Id="rId18" Type="http://schemas.openxmlformats.org/officeDocument/2006/relationships/image" Target="../media/image4.png"/><Relationship Id="rId17" Type="http://schemas.openxmlformats.org/officeDocument/2006/relationships/image" Target="../media/image3.png"/><Relationship Id="rId16" Type="http://schemas.openxmlformats.org/officeDocument/2006/relationships/oleObject" Target="../embeddings/oleObject7.bin"/><Relationship Id="rId15" Type="http://schemas.openxmlformats.org/officeDocument/2006/relationships/image" Target="../media/image2.jpeg"/><Relationship Id="rId14" Type="http://schemas.openxmlformats.org/officeDocument/2006/relationships/slideLayout" Target="../slideLayouts/slideLayout98.xml"/><Relationship Id="rId13" Type="http://schemas.openxmlformats.org/officeDocument/2006/relationships/slideLayout" Target="../slideLayouts/slideLayout97.xml"/><Relationship Id="rId12" Type="http://schemas.openxmlformats.org/officeDocument/2006/relationships/slideLayout" Target="../slideLayouts/slideLayout96.xml"/><Relationship Id="rId11" Type="http://schemas.openxmlformats.org/officeDocument/2006/relationships/slideLayout" Target="../slideLayouts/slideLayout95.xml"/><Relationship Id="rId10" Type="http://schemas.openxmlformats.org/officeDocument/2006/relationships/slideLayout" Target="../slideLayouts/slideLayout94.xml"/><Relationship Id="rId1" Type="http://schemas.openxmlformats.org/officeDocument/2006/relationships/slideLayout" Target="../slideLayouts/slideLayout85.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107.xml"/><Relationship Id="rId8" Type="http://schemas.openxmlformats.org/officeDocument/2006/relationships/slideLayout" Target="../slideLayouts/slideLayout106.xml"/><Relationship Id="rId7" Type="http://schemas.openxmlformats.org/officeDocument/2006/relationships/slideLayout" Target="../slideLayouts/slideLayout105.xml"/><Relationship Id="rId6" Type="http://schemas.openxmlformats.org/officeDocument/2006/relationships/slideLayout" Target="../slideLayouts/slideLayout104.xml"/><Relationship Id="rId5" Type="http://schemas.openxmlformats.org/officeDocument/2006/relationships/slideLayout" Target="../slideLayouts/slideLayout103.xml"/><Relationship Id="rId4" Type="http://schemas.openxmlformats.org/officeDocument/2006/relationships/slideLayout" Target="../slideLayouts/slideLayout102.xml"/><Relationship Id="rId3" Type="http://schemas.openxmlformats.org/officeDocument/2006/relationships/slideLayout" Target="../slideLayouts/slideLayout101.xml"/><Relationship Id="rId20" Type="http://schemas.openxmlformats.org/officeDocument/2006/relationships/theme" Target="../theme/theme8.xml"/><Relationship Id="rId2" Type="http://schemas.openxmlformats.org/officeDocument/2006/relationships/slideLayout" Target="../slideLayouts/slideLayout100.xml"/><Relationship Id="rId19" Type="http://schemas.openxmlformats.org/officeDocument/2006/relationships/vmlDrawing" Target="../drawings/vmlDrawing8.vml"/><Relationship Id="rId18" Type="http://schemas.openxmlformats.org/officeDocument/2006/relationships/image" Target="../media/image4.png"/><Relationship Id="rId17" Type="http://schemas.openxmlformats.org/officeDocument/2006/relationships/image" Target="../media/image3.png"/><Relationship Id="rId16" Type="http://schemas.openxmlformats.org/officeDocument/2006/relationships/oleObject" Target="../embeddings/oleObject8.bin"/><Relationship Id="rId15" Type="http://schemas.openxmlformats.org/officeDocument/2006/relationships/image" Target="../media/image2.jpeg"/><Relationship Id="rId14" Type="http://schemas.openxmlformats.org/officeDocument/2006/relationships/slideLayout" Target="../slideLayouts/slideLayout112.xml"/><Relationship Id="rId13" Type="http://schemas.openxmlformats.org/officeDocument/2006/relationships/slideLayout" Target="../slideLayouts/slideLayout111.xml"/><Relationship Id="rId12" Type="http://schemas.openxmlformats.org/officeDocument/2006/relationships/slideLayout" Target="../slideLayouts/slideLayout110.xml"/><Relationship Id="rId11" Type="http://schemas.openxmlformats.org/officeDocument/2006/relationships/slideLayout" Target="../slideLayouts/slideLayout109.xml"/><Relationship Id="rId10" Type="http://schemas.openxmlformats.org/officeDocument/2006/relationships/slideLayout" Target="../slideLayouts/slideLayout108.xml"/><Relationship Id="rId1" Type="http://schemas.openxmlformats.org/officeDocument/2006/relationships/slideLayout" Target="../slideLayouts/slideLayout99.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121.xml"/><Relationship Id="rId8" Type="http://schemas.openxmlformats.org/officeDocument/2006/relationships/slideLayout" Target="../slideLayouts/slideLayout120.xml"/><Relationship Id="rId7" Type="http://schemas.openxmlformats.org/officeDocument/2006/relationships/slideLayout" Target="../slideLayouts/slideLayout119.xml"/><Relationship Id="rId6" Type="http://schemas.openxmlformats.org/officeDocument/2006/relationships/slideLayout" Target="../slideLayouts/slideLayout118.xml"/><Relationship Id="rId5" Type="http://schemas.openxmlformats.org/officeDocument/2006/relationships/slideLayout" Target="../slideLayouts/slideLayout117.xml"/><Relationship Id="rId4" Type="http://schemas.openxmlformats.org/officeDocument/2006/relationships/slideLayout" Target="../slideLayouts/slideLayout116.xml"/><Relationship Id="rId3" Type="http://schemas.openxmlformats.org/officeDocument/2006/relationships/slideLayout" Target="../slideLayouts/slideLayout115.xml"/><Relationship Id="rId20" Type="http://schemas.openxmlformats.org/officeDocument/2006/relationships/theme" Target="../theme/theme9.xml"/><Relationship Id="rId2" Type="http://schemas.openxmlformats.org/officeDocument/2006/relationships/slideLayout" Target="../slideLayouts/slideLayout114.xml"/><Relationship Id="rId19" Type="http://schemas.openxmlformats.org/officeDocument/2006/relationships/vmlDrawing" Target="../drawings/vmlDrawing9.vml"/><Relationship Id="rId18" Type="http://schemas.openxmlformats.org/officeDocument/2006/relationships/image" Target="../media/image4.png"/><Relationship Id="rId17" Type="http://schemas.openxmlformats.org/officeDocument/2006/relationships/image" Target="../media/image3.png"/><Relationship Id="rId16" Type="http://schemas.openxmlformats.org/officeDocument/2006/relationships/oleObject" Target="../embeddings/oleObject9.bin"/><Relationship Id="rId15" Type="http://schemas.openxmlformats.org/officeDocument/2006/relationships/image" Target="../media/image2.jpeg"/><Relationship Id="rId14" Type="http://schemas.openxmlformats.org/officeDocument/2006/relationships/slideLayout" Target="../slideLayouts/slideLayout126.xml"/><Relationship Id="rId13" Type="http://schemas.openxmlformats.org/officeDocument/2006/relationships/slideLayout" Target="../slideLayouts/slideLayout125.xml"/><Relationship Id="rId12" Type="http://schemas.openxmlformats.org/officeDocument/2006/relationships/slideLayout" Target="../slideLayouts/slideLayout124.xml"/><Relationship Id="rId11" Type="http://schemas.openxmlformats.org/officeDocument/2006/relationships/slideLayout" Target="../slideLayouts/slideLayout123.xml"/><Relationship Id="rId10" Type="http://schemas.openxmlformats.org/officeDocument/2006/relationships/slideLayout" Target="../slideLayouts/slideLayout122.xml"/><Relationship Id="rId1" Type="http://schemas.openxmlformats.org/officeDocument/2006/relationships/slideLayout" Target="../slideLayouts/slideLayout113.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35.xml"/><Relationship Id="rId8" Type="http://schemas.openxmlformats.org/officeDocument/2006/relationships/slideLayout" Target="../slideLayouts/slideLayout134.xml"/><Relationship Id="rId7" Type="http://schemas.openxmlformats.org/officeDocument/2006/relationships/slideLayout" Target="../slideLayouts/slideLayout133.xml"/><Relationship Id="rId6" Type="http://schemas.openxmlformats.org/officeDocument/2006/relationships/slideLayout" Target="../slideLayouts/slideLayout132.xml"/><Relationship Id="rId5" Type="http://schemas.openxmlformats.org/officeDocument/2006/relationships/slideLayout" Target="../slideLayouts/slideLayout131.xml"/><Relationship Id="rId4" Type="http://schemas.openxmlformats.org/officeDocument/2006/relationships/slideLayout" Target="../slideLayouts/slideLayout130.xml"/><Relationship Id="rId3" Type="http://schemas.openxmlformats.org/officeDocument/2006/relationships/slideLayout" Target="../slideLayouts/slideLayout129.xml"/><Relationship Id="rId20" Type="http://schemas.openxmlformats.org/officeDocument/2006/relationships/theme" Target="../theme/theme10.xml"/><Relationship Id="rId2" Type="http://schemas.openxmlformats.org/officeDocument/2006/relationships/slideLayout" Target="../slideLayouts/slideLayout128.xml"/><Relationship Id="rId19" Type="http://schemas.openxmlformats.org/officeDocument/2006/relationships/vmlDrawing" Target="../drawings/vmlDrawing10.vml"/><Relationship Id="rId18" Type="http://schemas.openxmlformats.org/officeDocument/2006/relationships/image" Target="../media/image4.png"/><Relationship Id="rId17" Type="http://schemas.openxmlformats.org/officeDocument/2006/relationships/image" Target="../media/image3.png"/><Relationship Id="rId16" Type="http://schemas.openxmlformats.org/officeDocument/2006/relationships/oleObject" Target="../embeddings/oleObject10.bin"/><Relationship Id="rId15" Type="http://schemas.openxmlformats.org/officeDocument/2006/relationships/image" Target="../media/image2.jpeg"/><Relationship Id="rId14" Type="http://schemas.openxmlformats.org/officeDocument/2006/relationships/slideLayout" Target="../slideLayouts/slideLayout140.xml"/><Relationship Id="rId13" Type="http://schemas.openxmlformats.org/officeDocument/2006/relationships/slideLayout" Target="../slideLayouts/slideLayout139.xml"/><Relationship Id="rId12" Type="http://schemas.openxmlformats.org/officeDocument/2006/relationships/slideLayout" Target="../slideLayouts/slideLayout138.xml"/><Relationship Id="rId11" Type="http://schemas.openxmlformats.org/officeDocument/2006/relationships/slideLayout" Target="../slideLayouts/slideLayout137.xml"/><Relationship Id="rId10" Type="http://schemas.openxmlformats.org/officeDocument/2006/relationships/slideLayout" Target="../slideLayouts/slideLayout136.xml"/><Relationship Id="rId1" Type="http://schemas.openxmlformats.org/officeDocument/2006/relationships/slideLayout" Target="../slideLayouts/slideLayout127.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49.xml"/><Relationship Id="rId8" Type="http://schemas.openxmlformats.org/officeDocument/2006/relationships/slideLayout" Target="../slideLayouts/slideLayout148.xml"/><Relationship Id="rId7" Type="http://schemas.openxmlformats.org/officeDocument/2006/relationships/slideLayout" Target="../slideLayouts/slideLayout147.xml"/><Relationship Id="rId6" Type="http://schemas.openxmlformats.org/officeDocument/2006/relationships/slideLayout" Target="../slideLayouts/slideLayout146.xml"/><Relationship Id="rId5" Type="http://schemas.openxmlformats.org/officeDocument/2006/relationships/slideLayout" Target="../slideLayouts/slideLayout145.xml"/><Relationship Id="rId4" Type="http://schemas.openxmlformats.org/officeDocument/2006/relationships/slideLayout" Target="../slideLayouts/slideLayout144.xml"/><Relationship Id="rId3" Type="http://schemas.openxmlformats.org/officeDocument/2006/relationships/slideLayout" Target="../slideLayouts/slideLayout143.xml"/><Relationship Id="rId20" Type="http://schemas.openxmlformats.org/officeDocument/2006/relationships/theme" Target="../theme/theme11.xml"/><Relationship Id="rId2" Type="http://schemas.openxmlformats.org/officeDocument/2006/relationships/slideLayout" Target="../slideLayouts/slideLayout142.xml"/><Relationship Id="rId19" Type="http://schemas.openxmlformats.org/officeDocument/2006/relationships/vmlDrawing" Target="../drawings/vmlDrawing11.vml"/><Relationship Id="rId18" Type="http://schemas.openxmlformats.org/officeDocument/2006/relationships/image" Target="../media/image4.png"/><Relationship Id="rId17" Type="http://schemas.openxmlformats.org/officeDocument/2006/relationships/image" Target="../media/image3.png"/><Relationship Id="rId16" Type="http://schemas.openxmlformats.org/officeDocument/2006/relationships/oleObject" Target="../embeddings/oleObject11.bin"/><Relationship Id="rId15" Type="http://schemas.openxmlformats.org/officeDocument/2006/relationships/image" Target="../media/image2.jpeg"/><Relationship Id="rId14" Type="http://schemas.openxmlformats.org/officeDocument/2006/relationships/slideLayout" Target="../slideLayouts/slideLayout154.xml"/><Relationship Id="rId13" Type="http://schemas.openxmlformats.org/officeDocument/2006/relationships/slideLayout" Target="../slideLayouts/slideLayout153.xml"/><Relationship Id="rId12" Type="http://schemas.openxmlformats.org/officeDocument/2006/relationships/slideLayout" Target="../slideLayouts/slideLayout152.xml"/><Relationship Id="rId11" Type="http://schemas.openxmlformats.org/officeDocument/2006/relationships/slideLayout" Target="../slideLayouts/slideLayout151.xml"/><Relationship Id="rId10" Type="http://schemas.openxmlformats.org/officeDocument/2006/relationships/slideLayout" Target="../slideLayouts/slideLayout150.xml"/><Relationship Id="rId1" Type="http://schemas.openxmlformats.org/officeDocument/2006/relationships/slideLayout" Target="../slideLayouts/slideLayout1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sz="180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6" imgW="838200" imgH="647700" progId="Paint.Picture">
                  <p:embed/>
                </p:oleObj>
              </mc:Choice>
              <mc:Fallback>
                <p:oleObj name="" r:id="rId16" imgW="838200" imgH="647700" progId="Paint.Picture">
                  <p:embed/>
                  <p:pic>
                    <p:nvPicPr>
                      <p:cNvPr id="0" name="图片 3075"/>
                      <p:cNvPicPr/>
                      <p:nvPr/>
                    </p:nvPicPr>
                    <p:blipFill>
                      <a:blip r:embed="rId17"/>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fade/>
  </p:transition>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sz="180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6" imgW="838200" imgH="647700" progId="Paint.Picture">
                  <p:embed/>
                </p:oleObj>
              </mc:Choice>
              <mc:Fallback>
                <p:oleObj name="" r:id="rId16" imgW="838200" imgH="647700" progId="Paint.Picture">
                  <p:embed/>
                  <p:pic>
                    <p:nvPicPr>
                      <p:cNvPr id="0" name="图片 3075"/>
                      <p:cNvPicPr/>
                      <p:nvPr/>
                    </p:nvPicPr>
                    <p:blipFill>
                      <a:blip r:embed="rId17"/>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transition>
    <p:fade/>
  </p:transition>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sz="180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6" imgW="838200" imgH="647700" progId="Paint.Picture">
                  <p:embed/>
                </p:oleObj>
              </mc:Choice>
              <mc:Fallback>
                <p:oleObj name="" r:id="rId16" imgW="838200" imgH="647700" progId="Paint.Picture">
                  <p:embed/>
                  <p:pic>
                    <p:nvPicPr>
                      <p:cNvPr id="0" name="图片 3075"/>
                      <p:cNvPicPr/>
                      <p:nvPr/>
                    </p:nvPicPr>
                    <p:blipFill>
                      <a:blip r:embed="rId17"/>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Lst>
  <p:transition>
    <p:fade/>
  </p:transition>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sz="180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6" imgW="838200" imgH="647700" progId="Paint.Picture">
                  <p:embed/>
                </p:oleObj>
              </mc:Choice>
              <mc:Fallback>
                <p:oleObj name="" r:id="rId16" imgW="838200" imgH="647700" progId="Paint.Picture">
                  <p:embed/>
                  <p:pic>
                    <p:nvPicPr>
                      <p:cNvPr id="0" name="图片 3075"/>
                      <p:cNvPicPr/>
                      <p:nvPr/>
                    </p:nvPicPr>
                    <p:blipFill>
                      <a:blip r:embed="rId17"/>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Lst>
  <p:transition>
    <p:fade/>
  </p:transition>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sz="180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6" imgW="838200" imgH="647700" progId="Paint.Picture">
                  <p:embed/>
                </p:oleObj>
              </mc:Choice>
              <mc:Fallback>
                <p:oleObj name="" r:id="rId16" imgW="838200" imgH="647700" progId="Paint.Picture">
                  <p:embed/>
                  <p:pic>
                    <p:nvPicPr>
                      <p:cNvPr id="0" name="图片 3075"/>
                      <p:cNvPicPr/>
                      <p:nvPr/>
                    </p:nvPicPr>
                    <p:blipFill>
                      <a:blip r:embed="rId17"/>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Lst>
  <p:transition>
    <p:fade/>
  </p:transition>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sz="180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6" imgW="838200" imgH="647700" progId="Paint.Picture">
                  <p:embed/>
                </p:oleObj>
              </mc:Choice>
              <mc:Fallback>
                <p:oleObj name="" r:id="rId16" imgW="838200" imgH="647700" progId="Paint.Picture">
                  <p:embed/>
                  <p:pic>
                    <p:nvPicPr>
                      <p:cNvPr id="0" name="图片 3075"/>
                      <p:cNvPicPr/>
                      <p:nvPr/>
                    </p:nvPicPr>
                    <p:blipFill>
                      <a:blip r:embed="rId17"/>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Lst>
  <p:transition>
    <p:fade/>
  </p:transition>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sz="180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6" imgW="838200" imgH="647700" progId="Paint.Picture">
                  <p:embed/>
                </p:oleObj>
              </mc:Choice>
              <mc:Fallback>
                <p:oleObj name="" r:id="rId16" imgW="838200" imgH="647700" progId="Paint.Picture">
                  <p:embed/>
                  <p:pic>
                    <p:nvPicPr>
                      <p:cNvPr id="0" name="图片 3075"/>
                      <p:cNvPicPr/>
                      <p:nvPr/>
                    </p:nvPicPr>
                    <p:blipFill>
                      <a:blip r:embed="rId17"/>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Lst>
  <p:transition>
    <p:fade/>
  </p:transition>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sz="180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6" imgW="838200" imgH="647700" progId="Paint.Picture">
                  <p:embed/>
                </p:oleObj>
              </mc:Choice>
              <mc:Fallback>
                <p:oleObj name="" r:id="rId16" imgW="838200" imgH="647700" progId="Paint.Picture">
                  <p:embed/>
                  <p:pic>
                    <p:nvPicPr>
                      <p:cNvPr id="0" name="图片 3075"/>
                      <p:cNvPicPr/>
                      <p:nvPr/>
                    </p:nvPicPr>
                    <p:blipFill>
                      <a:blip r:embed="rId17"/>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 id="2147483766" r:id="rId13"/>
    <p:sldLayoutId id="2147483767" r:id="rId14"/>
  </p:sldLayoutIdLst>
  <p:transition>
    <p:fade/>
  </p:transition>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sz="180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6" imgW="838200" imgH="647700" progId="Paint.Picture">
                  <p:embed/>
                </p:oleObj>
              </mc:Choice>
              <mc:Fallback>
                <p:oleObj name="" r:id="rId16" imgW="838200" imgH="647700" progId="Paint.Picture">
                  <p:embed/>
                  <p:pic>
                    <p:nvPicPr>
                      <p:cNvPr id="0" name="图片 3075"/>
                      <p:cNvPicPr/>
                      <p:nvPr/>
                    </p:nvPicPr>
                    <p:blipFill>
                      <a:blip r:embed="rId17"/>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Lst>
  <p:transition>
    <p:fade/>
  </p:transition>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sz="180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6" imgW="838200" imgH="647700" progId="Paint.Picture">
                  <p:embed/>
                </p:oleObj>
              </mc:Choice>
              <mc:Fallback>
                <p:oleObj name="" r:id="rId16" imgW="838200" imgH="647700" progId="Paint.Picture">
                  <p:embed/>
                  <p:pic>
                    <p:nvPicPr>
                      <p:cNvPr id="0" name="图片 3075"/>
                      <p:cNvPicPr/>
                      <p:nvPr/>
                    </p:nvPicPr>
                    <p:blipFill>
                      <a:blip r:embed="rId17"/>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 id="2147483796" r:id="rId13"/>
    <p:sldLayoutId id="2147483797" r:id="rId14"/>
  </p:sldLayoutIdLst>
  <p:transition>
    <p:fade/>
  </p:transition>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sz="180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6" imgW="838200" imgH="647700" progId="Paint.Picture">
                  <p:embed/>
                </p:oleObj>
              </mc:Choice>
              <mc:Fallback>
                <p:oleObj name="" r:id="rId16" imgW="838200" imgH="647700" progId="Paint.Picture">
                  <p:embed/>
                  <p:pic>
                    <p:nvPicPr>
                      <p:cNvPr id="0" name="图片 3075"/>
                      <p:cNvPicPr/>
                      <p:nvPr/>
                    </p:nvPicPr>
                    <p:blipFill>
                      <a:blip r:embed="rId17"/>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 id="2147483810" r:id="rId12"/>
    <p:sldLayoutId id="2147483811" r:id="rId13"/>
    <p:sldLayoutId id="2147483812" r:id="rId14"/>
  </p:sldLayoutIdLst>
  <p:transition>
    <p:fade/>
  </p:transition>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8"/>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3200" b="0" i="0" u="none" kern="1200" baseline="0">
          <a:solidFill>
            <a:srgbClr val="4138FA"/>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vmlDrawing" Target="../drawings/vmlDrawing12.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12.bin"/><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6.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5" Type="http://schemas.openxmlformats.org/officeDocument/2006/relationships/vmlDrawing" Target="../drawings/vmlDrawing13.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13.bin"/><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58.xml"/><Relationship Id="rId1" Type="http://schemas.openxmlformats.org/officeDocument/2006/relationships/image" Target="../media/image4.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54.xml"/><Relationship Id="rId1" Type="http://schemas.openxmlformats.org/officeDocument/2006/relationships/image" Target="../media/image4.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82.xml"/><Relationship Id="rId1" Type="http://schemas.openxmlformats.org/officeDocument/2006/relationships/image" Target="../media/image4.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47.xml.rels><?xml version="1.0" encoding="UTF-8" standalone="yes"?>
<Relationships xmlns="http://schemas.openxmlformats.org/package/2006/relationships"><Relationship Id="rId5" Type="http://schemas.openxmlformats.org/officeDocument/2006/relationships/vmlDrawing" Target="../drawings/vmlDrawing14.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14.bin"/><Relationship Id="rId1" Type="http://schemas.openxmlformats.org/officeDocument/2006/relationships/image" Target="../media/image4.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96.xml"/><Relationship Id="rId1" Type="http://schemas.openxmlformats.org/officeDocument/2006/relationships/image" Target="../media/image4.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56.xml.rels><?xml version="1.0" encoding="UTF-8" standalone="yes"?>
<Relationships xmlns="http://schemas.openxmlformats.org/package/2006/relationships"><Relationship Id="rId5" Type="http://schemas.openxmlformats.org/officeDocument/2006/relationships/vmlDrawing" Target="../drawings/vmlDrawing15.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15.bin"/><Relationship Id="rId1" Type="http://schemas.openxmlformats.org/officeDocument/2006/relationships/image" Target="../media/image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00.xml"/><Relationship Id="rId1" Type="http://schemas.openxmlformats.org/officeDocument/2006/relationships/image" Target="../media/image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124.xml"/><Relationship Id="rId1" Type="http://schemas.openxmlformats.org/officeDocument/2006/relationships/image" Target="../media/image4.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138.xml"/><Relationship Id="rId1" Type="http://schemas.openxmlformats.org/officeDocument/2006/relationships/image" Target="../media/image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84.xml.rels><?xml version="1.0" encoding="UTF-8" standalone="yes"?>
<Relationships xmlns="http://schemas.openxmlformats.org/package/2006/relationships"><Relationship Id="rId5" Type="http://schemas.openxmlformats.org/officeDocument/2006/relationships/vmlDrawing" Target="../drawings/vmlDrawing16.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16.bin"/><Relationship Id="rId1" Type="http://schemas.openxmlformats.org/officeDocument/2006/relationships/image" Target="../media/image4.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矩形 4097"/>
          <p:cNvSpPr/>
          <p:nvPr/>
        </p:nvSpPr>
        <p:spPr>
          <a:xfrm>
            <a:off x="977900" y="1562100"/>
            <a:ext cx="7129463" cy="223266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en-US" altLang="zh-CN"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400" b="1" strike="noStrike" noProof="1">
                <a:solidFill>
                  <a:srgbClr val="990000"/>
                </a:solidFill>
                <a:latin typeface="Times New Roman" panose="02020603050405020304" charset="0"/>
                <a:ea typeface="宋体" panose="02010600030101010101" pitchFamily="2" charset="-122"/>
                <a:cs typeface="+mn-ea"/>
              </a:rPr>
              <a:t>第</a:t>
            </a:r>
            <a:r>
              <a:rPr lang="x-none" altLang="zh-CN" sz="4400" b="1" strike="noStrike" noProof="1">
                <a:solidFill>
                  <a:srgbClr val="990000"/>
                </a:solidFill>
                <a:latin typeface="Times New Roman" panose="02020603050405020304" charset="0"/>
                <a:ea typeface="宋体" panose="02010600030101010101" pitchFamily="2" charset="-122"/>
                <a:cs typeface="+mn-ea"/>
              </a:rPr>
              <a:t>8</a:t>
            </a:r>
            <a:r>
              <a:rPr lang="zh-CN" altLang="en-US" sz="4400" b="1" strike="noStrike" noProof="1">
                <a:solidFill>
                  <a:srgbClr val="990000"/>
                </a:solidFill>
                <a:latin typeface="Times New Roman" panose="02020603050405020304" charset="0"/>
                <a:ea typeface="宋体" panose="02010600030101010101" pitchFamily="2" charset="-122"/>
                <a:cs typeface="+mn-ea"/>
              </a:rPr>
              <a:t>章  设备管理</a:t>
            </a:r>
            <a:endParaRPr lang="zh-CN" altLang="en-US" sz="4400" b="1" strike="noStrike" noProof="1">
              <a:solidFill>
                <a:srgbClr val="990000"/>
              </a:solidFill>
              <a:latin typeface="Times New Roman" panose="02020603050405020304" charset="0"/>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400" b="1" strike="noStrike" noProof="1">
              <a:solidFill>
                <a:srgbClr val="CC0000"/>
              </a:solidFill>
              <a:ea typeface="宋体" panose="02010600030101010101" pitchFamily="2" charset="-122"/>
            </a:endParaRPr>
          </a:p>
        </p:txBody>
      </p:sp>
      <p:graphicFrame>
        <p:nvGraphicFramePr>
          <p:cNvPr id="2" name="内容占位符 4098"/>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7" name="" r:id="rId2" imgW="838200" imgH="647700" progId="Paint.Picture">
                  <p:embed/>
                </p:oleObj>
              </mc:Choice>
              <mc:Fallback>
                <p:oleObj name="" r:id="rId2" imgW="838200" imgH="647700" progId="Paint.Picture">
                  <p:embed/>
                  <p:pic>
                    <p:nvPicPr>
                      <p:cNvPr id="0" name="图片 3076"/>
                      <p:cNvPicPr/>
                      <p:nvPr/>
                    </p:nvPicPr>
                    <p:blipFill>
                      <a:blip r:embed="rId3"/>
                      <a:stretch>
                        <a:fillRect/>
                      </a:stretch>
                    </p:blipFill>
                    <p:spPr>
                      <a:xfrm>
                        <a:off x="0" y="0"/>
                        <a:ext cx="838200" cy="517525"/>
                      </a:xfrm>
                      <a:prstGeom prst="rect">
                        <a:avLst/>
                      </a:prstGeom>
                      <a:noFill/>
                      <a:ln w="38100"/>
                    </p:spPr>
                  </p:pic>
                </p:oleObj>
              </mc:Fallback>
            </mc:AlternateContent>
          </a:graphicData>
        </a:graphic>
      </p:graphicFrame>
      <p:sp>
        <p:nvSpPr>
          <p:cNvPr id="4100" name="矩形 409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4098"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矩形 5121"/>
          <p:cNvSpPr/>
          <p:nvPr/>
        </p:nvSpPr>
        <p:spPr>
          <a:xfrm>
            <a:off x="2451100" y="1473200"/>
            <a:ext cx="4421188" cy="343725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pPr>
            <a:r>
              <a:rPr lang="zh-CN" altLang="en-US" sz="3600" b="1" strike="noStrike" noProof="1">
                <a:solidFill>
                  <a:schemeClr val="tx1"/>
                </a:solidFill>
                <a:effectLst/>
                <a:latin typeface="Times New Roman" panose="02020603050405020304" charset="0"/>
                <a:ea typeface="宋体" panose="02010600030101010101" pitchFamily="2" charset="-122"/>
                <a:cs typeface="+mn-ea"/>
              </a:rPr>
              <a:t>设备</a:t>
            </a:r>
            <a:r>
              <a:rPr lang="zh-CN" altLang="en-US" sz="3600" b="1" strike="noStrike" noProof="1">
                <a:solidFill>
                  <a:schemeClr val="tx1"/>
                </a:solidFill>
                <a:effectLst/>
                <a:latin typeface="Arial" panose="02080604020202020204" pitchFamily="34" charset="0"/>
                <a:ea typeface="宋体" panose="02010600030101010101" pitchFamily="2" charset="-122"/>
                <a:cs typeface="+mn-ea"/>
              </a:rPr>
              <a:t>管理概述</a:t>
            </a:r>
            <a:endParaRPr lang="zh-CN" altLang="en-US" sz="3600" b="1" strike="noStrike" noProof="1">
              <a:solidFill>
                <a:schemeClr val="tx1"/>
              </a:solidFill>
              <a:effectLst/>
              <a:ea typeface="宋体" panose="02010600030101010101" pitchFamily="2" charset="-122"/>
            </a:endParaRPr>
          </a:p>
          <a:p>
            <a:pPr marL="533400" lvl="0" indent="-533400" fontAlgn="base">
              <a:lnSpc>
                <a:spcPct val="130000"/>
              </a:lnSpc>
            </a:pPr>
            <a:r>
              <a:rPr lang="zh-CN" altLang="en-US" sz="3600" b="1" strike="noStrike" noProof="1">
                <a:solidFill>
                  <a:schemeClr val="tx1"/>
                </a:solidFill>
                <a:effectLst/>
                <a:latin typeface="Arial" panose="02080604020202020204" pitchFamily="34" charset="0"/>
                <a:ea typeface="宋体" panose="02010600030101010101" pitchFamily="2" charset="-122"/>
                <a:cs typeface="+mn-ea"/>
              </a:rPr>
              <a:t>缓冲技术</a:t>
            </a:r>
            <a:endParaRPr lang="zh-CN" altLang="en-US" sz="3600" b="1" strike="noStrike" noProof="1">
              <a:solidFill>
                <a:schemeClr val="tx1"/>
              </a:solidFill>
              <a:effectLst/>
              <a:ea typeface="宋体" panose="02010600030101010101" pitchFamily="2" charset="-122"/>
            </a:endParaRPr>
          </a:p>
          <a:p>
            <a:pPr marL="533400" lvl="0" indent="-533400" fontAlgn="base">
              <a:lnSpc>
                <a:spcPct val="130000"/>
              </a:lnSpc>
            </a:pPr>
            <a:r>
              <a:rPr lang="zh-CN" altLang="en-US" sz="3600" b="1" strike="noStrike" noProof="1">
                <a:solidFill>
                  <a:schemeClr val="tx1"/>
                </a:solidFill>
                <a:effectLst/>
                <a:latin typeface="Arial" panose="02080604020202020204" pitchFamily="34" charset="0"/>
                <a:ea typeface="宋体" panose="02010600030101010101" pitchFamily="2" charset="-122"/>
                <a:cs typeface="+mn-ea"/>
              </a:rPr>
              <a:t>设备分配</a:t>
            </a:r>
            <a:endParaRPr lang="zh-CN" altLang="en-US" sz="3600" b="1" strike="noStrike" noProof="1">
              <a:solidFill>
                <a:schemeClr val="tx1"/>
              </a:solidFill>
              <a:effectLst/>
              <a:ea typeface="宋体" panose="02010600030101010101" pitchFamily="2" charset="-122"/>
            </a:endParaRPr>
          </a:p>
          <a:p>
            <a:pPr marL="533400" lvl="0" indent="-533400" fontAlgn="base">
              <a:lnSpc>
                <a:spcPct val="130000"/>
              </a:lnSpc>
            </a:pPr>
            <a:r>
              <a:rPr lang="zh-CN" altLang="en-US" sz="3600" b="1">
                <a:solidFill>
                  <a:schemeClr val="tx1"/>
                </a:solidFill>
                <a:effectLst/>
                <a:latin typeface="Times New Roman" panose="02020603050405020304" charset="0"/>
                <a:cs typeface="+mn-ea"/>
                <a:sym typeface="+mn-ea"/>
              </a:rPr>
              <a:t>输入/输出</a:t>
            </a:r>
            <a:r>
              <a:rPr lang="zh-CN" altLang="en-US" sz="3600" b="1" strike="noStrike" noProof="1">
                <a:solidFill>
                  <a:schemeClr val="tx1"/>
                </a:solidFill>
                <a:effectLst/>
                <a:latin typeface="Times New Roman" panose="02020603050405020304" charset="0"/>
                <a:ea typeface="宋体" panose="02010600030101010101" pitchFamily="2" charset="-122"/>
                <a:cs typeface="+mn-ea"/>
              </a:rPr>
              <a:t>控制</a:t>
            </a:r>
            <a:endParaRPr lang="zh-CN" altLang="en-US" sz="3600" b="1" strike="noStrike" noProof="1">
              <a:solidFill>
                <a:schemeClr val="tx1"/>
              </a:solidFill>
              <a:effectLst/>
              <a:ea typeface="宋体" panose="02010600030101010101" pitchFamily="2" charset="-122"/>
            </a:endParaRPr>
          </a:p>
        </p:txBody>
      </p:sp>
      <p:sp>
        <p:nvSpPr>
          <p:cNvPr id="2" name="文本框 5122"/>
          <p:cNvSpPr txBox="1"/>
          <p:nvPr/>
        </p:nvSpPr>
        <p:spPr>
          <a:xfrm>
            <a:off x="855027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1</a:t>
            </a:r>
            <a:endParaRPr lang="en-US" altLang="zh-CN" sz="1400">
              <a:solidFill>
                <a:schemeClr val="tx2"/>
              </a:solidFill>
              <a:latin typeface="Times New Roman" panose="02020603050405020304" charset="0"/>
              <a:ea typeface="宋体" panose="02010600030101010101" pitchFamily="2" charset="-122"/>
            </a:endParaRPr>
          </a:p>
        </p:txBody>
      </p:sp>
      <p:sp>
        <p:nvSpPr>
          <p:cNvPr id="5124" name="矩形 512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主要内容</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矩形 6145"/>
          <p:cNvSpPr/>
          <p:nvPr/>
        </p:nvSpPr>
        <p:spPr>
          <a:xfrm>
            <a:off x="996950" y="1601788"/>
            <a:ext cx="7224713" cy="82232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rgbClr val="663300"/>
                </a:solidFill>
                <a:latin typeface="Arial" panose="02080604020202020204" pitchFamily="34" charset="0"/>
                <a:ea typeface="宋体" panose="02010600030101010101" pitchFamily="2" charset="-122"/>
                <a:cs typeface="+mn-ea"/>
              </a:rPr>
              <a:t>设备管理概述</a:t>
            </a:r>
            <a:endParaRPr lang="zh-CN" altLang="en-US" sz="4000" b="1" strike="noStrike" noProof="1">
              <a:solidFill>
                <a:srgbClr val="663300"/>
              </a:solidFill>
              <a:ea typeface="宋体" panose="02010600030101010101" pitchFamily="2" charset="-122"/>
            </a:endParaRPr>
          </a:p>
        </p:txBody>
      </p:sp>
      <p:sp>
        <p:nvSpPr>
          <p:cNvPr id="6147" name="矩形 6146"/>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设备管理概述</a:t>
            </a:r>
            <a:endParaRPr lang="zh-CN" altLang="en-US" sz="2400" strike="noStrike" noProof="1">
              <a:latin typeface="Times New Roman" panose="02020603050405020304" charset="0"/>
              <a:ea typeface="宋体" panose="02010600030101010101" pitchFamily="2" charset="-122"/>
            </a:endParaRPr>
          </a:p>
        </p:txBody>
      </p:sp>
      <p:sp>
        <p:nvSpPr>
          <p:cNvPr id="6148" name="文本框 6147"/>
          <p:cNvSpPr txBox="1"/>
          <p:nvPr/>
        </p:nvSpPr>
        <p:spPr>
          <a:xfrm>
            <a:off x="901700" y="3070860"/>
            <a:ext cx="7348538" cy="1554480"/>
          </a:xfrm>
          <a:prstGeom prst="rect">
            <a:avLst/>
          </a:prstGeom>
          <a:noFill/>
          <a:ln w="9525">
            <a:noFill/>
            <a:miter/>
          </a:ln>
        </p:spPr>
        <p:txBody>
          <a:bodyPr wrap="square" anchor="t">
            <a:spAutoFit/>
          </a:bodyPr>
          <a:p>
            <a:pPr lvl="0"/>
            <a:r>
              <a:rPr lang="zh-CN" altLang="zh-CN" dirty="0">
                <a:solidFill>
                  <a:schemeClr val="tx1"/>
                </a:solidFill>
                <a:latin typeface="Arial" panose="02080604020202020204" pitchFamily="34" charset="0"/>
                <a:ea typeface="宋体" panose="02010600030101010101" pitchFamily="2" charset="-122"/>
              </a:rPr>
              <a:t>      </a:t>
            </a:r>
            <a:r>
              <a:rPr lang="zh-CN" altLang="en-US" dirty="0">
                <a:solidFill>
                  <a:schemeClr val="tx1"/>
                </a:solidFill>
                <a:latin typeface="Arial" panose="02080604020202020204" pitchFamily="34" charset="0"/>
                <a:ea typeface="宋体" panose="02010600030101010101" pitchFamily="2" charset="-122"/>
              </a:rPr>
              <a:t>在计算机系统中除CPU和</a:t>
            </a:r>
            <a:r>
              <a:rPr lang="x-none" altLang="zh-CN" dirty="0">
                <a:solidFill>
                  <a:schemeClr val="tx1"/>
                </a:solidFill>
                <a:latin typeface="Arial" panose="02080604020202020204" pitchFamily="34" charset="0"/>
                <a:ea typeface="宋体" panose="02010600030101010101" pitchFamily="2" charset="-122"/>
              </a:rPr>
              <a:t>主</a:t>
            </a:r>
            <a:r>
              <a:rPr lang="zh-CN" altLang="en-US" dirty="0">
                <a:solidFill>
                  <a:schemeClr val="tx1"/>
                </a:solidFill>
                <a:latin typeface="Arial" panose="02080604020202020204" pitchFamily="34" charset="0"/>
                <a:ea typeface="宋体" panose="02010600030101010101" pitchFamily="2" charset="-122"/>
              </a:rPr>
              <a:t>存储</a:t>
            </a:r>
            <a:r>
              <a:rPr lang="x-none" altLang="zh-CN" dirty="0">
                <a:solidFill>
                  <a:schemeClr val="tx1"/>
                </a:solidFill>
                <a:latin typeface="Arial" panose="02080604020202020204" pitchFamily="34" charset="0"/>
                <a:ea typeface="宋体" panose="02010600030101010101" pitchFamily="2" charset="-122"/>
              </a:rPr>
              <a:t>器</a:t>
            </a:r>
            <a:r>
              <a:rPr lang="zh-CN" altLang="en-US" dirty="0">
                <a:solidFill>
                  <a:schemeClr val="tx1"/>
                </a:solidFill>
                <a:latin typeface="Arial" panose="02080604020202020204" pitchFamily="34" charset="0"/>
                <a:ea typeface="宋体" panose="02010600030101010101" pitchFamily="2" charset="-122"/>
              </a:rPr>
              <a:t>外所有的设备和装置称为计算机外部设备。</a:t>
            </a:r>
            <a:endParaRPr lang="zh-CN" altLang="en-US" dirty="0">
              <a:latin typeface="Arial" panose="0208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6146" grpId="0" bldLvl="0"/>
      <p:bldP spid="6148" grpId="0" bldLvl="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文本框 716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2</a:t>
            </a:r>
            <a:endParaRPr lang="en-US" altLang="zh-CN" sz="1400">
              <a:solidFill>
                <a:schemeClr val="tx2"/>
              </a:solidFill>
              <a:latin typeface="Times New Roman" panose="02020603050405020304" charset="0"/>
              <a:ea typeface="宋体" panose="02010600030101010101" pitchFamily="2" charset="-122"/>
            </a:endParaRPr>
          </a:p>
        </p:txBody>
      </p:sp>
      <p:sp>
        <p:nvSpPr>
          <p:cNvPr id="7171" name="矩形 7170"/>
          <p:cNvSpPr/>
          <p:nvPr/>
        </p:nvSpPr>
        <p:spPr>
          <a:xfrm>
            <a:off x="142875" y="501650"/>
            <a:ext cx="8826500" cy="6069330"/>
          </a:xfrm>
          <a:prstGeom prst="rect">
            <a:avLst/>
          </a:prstGeom>
          <a:noFill/>
          <a:ln w="9525">
            <a:noFill/>
            <a:miter/>
          </a:ln>
        </p:spPr>
        <p:txBody>
          <a:bodyPr anchor="t">
            <a:spAutoFit/>
          </a:bodyPr>
          <a:p>
            <a:pPr marL="533400" lvl="0" indent="-533400">
              <a:lnSpc>
                <a:spcPct val="130000"/>
              </a:lnSpc>
              <a:spcBef>
                <a:spcPct val="30000"/>
              </a:spcBef>
              <a:buClr>
                <a:schemeClr val="tx2"/>
              </a:buClr>
              <a:buSzPct val="95000"/>
              <a:buFont typeface="Wingdings" panose="05000000000000000000" pitchFamily="2" charset="2"/>
              <a:buNone/>
            </a:pPr>
            <a:r>
              <a:rPr lang="en-US" altLang="zh-CN" b="1">
                <a:solidFill>
                  <a:srgbClr val="990000"/>
                </a:solidFill>
                <a:latin typeface="Times New Roman" panose="02020603050405020304" charset="0"/>
                <a:ea typeface="宋体" panose="02010600030101010101" pitchFamily="2" charset="-122"/>
              </a:rPr>
              <a:t>1.  设备分类</a:t>
            </a:r>
            <a:endParaRPr lang="zh-CN" altLang="en-US" sz="2000" b="1">
              <a:solidFill>
                <a:srgbClr val="990000"/>
              </a:solidFill>
              <a:latin typeface="Arial" panose="02080604020202020204" pitchFamily="34" charset="0"/>
              <a:ea typeface="宋体" panose="02010600030101010101" pitchFamily="2" charset="-122"/>
            </a:endParaRPr>
          </a:p>
          <a:p>
            <a:pPr marL="533400" lvl="0" indent="-533400">
              <a:lnSpc>
                <a:spcPct val="120000"/>
              </a:lnSpc>
              <a:spcBef>
                <a:spcPct val="20000"/>
              </a:spcBef>
              <a:buClr>
                <a:schemeClr val="tx2"/>
              </a:buClr>
              <a:buSzPct val="95000"/>
              <a:buFont typeface="Wingdings" panose="05000000000000000000" pitchFamily="2" charset="2"/>
              <a:buNone/>
            </a:pPr>
            <a:r>
              <a:rPr lang="en-US" altLang="zh-CN" sz="2800" b="1">
                <a:solidFill>
                  <a:srgbClr val="A50021"/>
                </a:solidFill>
                <a:latin typeface="Times New Roman" panose="02020603050405020304" charset="0"/>
                <a:ea typeface="宋体" panose="02010600030101010101" pitchFamily="2" charset="-122"/>
              </a:rPr>
              <a:t>(1) </a:t>
            </a:r>
            <a:r>
              <a:rPr lang="zh-CN" altLang="en-US" sz="2400" b="1">
                <a:solidFill>
                  <a:srgbClr val="A50021"/>
                </a:solidFill>
                <a:latin typeface="Times New Roman" panose="02020603050405020304" charset="0"/>
                <a:ea typeface="宋体" panose="02010600030101010101" pitchFamily="2" charset="-122"/>
              </a:rPr>
              <a:t>存储设备</a:t>
            </a:r>
            <a:endParaRPr lang="zh-CN" altLang="en-US" sz="2400" b="1">
              <a:solidFill>
                <a:srgbClr val="A50021"/>
              </a:solidFill>
              <a:latin typeface="Times New Roman" panose="02020603050405020304" charset="0"/>
              <a:ea typeface="宋体" panose="02010600030101010101" pitchFamily="2" charset="-122"/>
            </a:endParaRPr>
          </a:p>
          <a:p>
            <a:pPr marL="914400" lvl="1" indent="-457200" algn="l" eaLnBrk="1" fontAlgn="base" latinLnBrk="0" hangingPunct="1">
              <a:lnSpc>
                <a:spcPct val="120000"/>
              </a:lnSpc>
              <a:spcBef>
                <a:spcPct val="20000"/>
              </a:spcBef>
              <a:spcAft>
                <a:spcPct val="0"/>
              </a:spcAft>
              <a:buClr>
                <a:schemeClr val="tx2"/>
              </a:buClr>
              <a:buSzPct val="95000"/>
              <a:buFont typeface="Wingdings" panose="05000000000000000000" pitchFamily="2" charset="2"/>
              <a:buNone/>
            </a:pPr>
            <a:r>
              <a:rPr lang="zh-CN" altLang="en-US" sz="1800" u="none" baseline="0">
                <a:solidFill>
                  <a:schemeClr val="tx1"/>
                </a:solidFill>
                <a:latin typeface="Times New Roman" panose="02020603050405020304" charset="0"/>
                <a:ea typeface="宋体" panose="02010600030101010101" pitchFamily="2" charset="-122"/>
              </a:rPr>
              <a:t>存储设备是存储信息的设备，如：磁盘、</a:t>
            </a:r>
            <a:r>
              <a:rPr lang="zh-CN" altLang="zh-CN" sz="1800" u="none" baseline="0">
                <a:solidFill>
                  <a:schemeClr val="tx1"/>
                </a:solidFill>
                <a:latin typeface="Times New Roman" panose="02020603050405020304" charset="0"/>
                <a:ea typeface="宋体" panose="02010600030101010101" pitchFamily="2" charset="-122"/>
              </a:rPr>
              <a:t>光盘</a:t>
            </a:r>
            <a:r>
              <a:rPr lang="x-none" altLang="zh-CN" sz="1800" u="none" baseline="0">
                <a:solidFill>
                  <a:schemeClr val="tx1"/>
                </a:solidFill>
                <a:latin typeface="Times New Roman" panose="02020603050405020304" charset="0"/>
                <a:ea typeface="宋体" panose="02010600030101010101" pitchFamily="2" charset="-122"/>
              </a:rPr>
              <a:t>、U盘、ssd、磁带</a:t>
            </a:r>
            <a:r>
              <a:rPr lang="x-none" altLang="zh-CN" sz="2000" u="none" baseline="0">
                <a:solidFill>
                  <a:schemeClr val="tx1"/>
                </a:solidFill>
                <a:latin typeface="Times New Roman" panose="02020603050405020304" charset="0"/>
                <a:ea typeface="宋体" panose="02010600030101010101" pitchFamily="2" charset="-122"/>
              </a:rPr>
              <a:t>。</a:t>
            </a:r>
            <a:endParaRPr lang="x-none" altLang="zh-CN" sz="2000" u="none" baseline="0">
              <a:solidFill>
                <a:schemeClr val="tx1"/>
              </a:solidFill>
              <a:latin typeface="Times New Roman" panose="02020603050405020304" charset="0"/>
              <a:ea typeface="宋体" panose="02010600030101010101" pitchFamily="2" charset="-122"/>
            </a:endParaRPr>
          </a:p>
          <a:p>
            <a:pPr marL="914400" lvl="1" indent="-457200" algn="l" eaLnBrk="1" fontAlgn="base" latinLnBrk="0" hangingPunct="1">
              <a:lnSpc>
                <a:spcPct val="120000"/>
              </a:lnSpc>
              <a:spcBef>
                <a:spcPct val="20000"/>
              </a:spcBef>
              <a:spcAft>
                <a:spcPct val="0"/>
              </a:spcAft>
              <a:buClr>
                <a:schemeClr val="tx2"/>
              </a:buClr>
              <a:buSzPct val="95000"/>
              <a:buFont typeface="Wingdings" panose="05000000000000000000" pitchFamily="2" charset="2"/>
              <a:buNone/>
            </a:pPr>
            <a:r>
              <a:rPr lang="en-US" altLang="zh-CN" sz="2000" u="none" baseline="0">
                <a:solidFill>
                  <a:schemeClr val="tx1"/>
                </a:solidFill>
                <a:latin typeface="Times New Roman" panose="02020603050405020304" charset="0"/>
                <a:ea typeface="宋体" panose="02010600030101010101" pitchFamily="2" charset="-122"/>
              </a:rPr>
              <a:t>(</a:t>
            </a:r>
            <a:r>
              <a:rPr lang="x-none" altLang="en-US" sz="2000" u="none" baseline="0">
                <a:solidFill>
                  <a:schemeClr val="tx1"/>
                </a:solidFill>
                <a:latin typeface="Times New Roman" panose="02020603050405020304" charset="0"/>
                <a:ea typeface="宋体" panose="02010600030101010101" pitchFamily="2" charset="-122"/>
              </a:rPr>
              <a:t>一般</a:t>
            </a:r>
            <a:r>
              <a:rPr lang="zh-CN" altLang="en-US" sz="2000" u="none" baseline="0">
                <a:solidFill>
                  <a:schemeClr val="tx1"/>
                </a:solidFill>
                <a:latin typeface="Times New Roman" panose="02020603050405020304" charset="0"/>
                <a:ea typeface="宋体" panose="02010600030101010101" pitchFamily="2" charset="-122"/>
              </a:rPr>
              <a:t>以块为单位传输信息</a:t>
            </a:r>
            <a:r>
              <a:rPr lang="x-none" altLang="zh-CN" sz="2000" u="none" baseline="0">
                <a:solidFill>
                  <a:schemeClr val="tx1"/>
                </a:solidFill>
                <a:latin typeface="Times New Roman" panose="02020603050405020304" charset="0"/>
                <a:ea typeface="宋体" panose="02010600030101010101" pitchFamily="2" charset="-122"/>
              </a:rPr>
              <a:t>，</a:t>
            </a:r>
            <a:r>
              <a:rPr lang="zh-CN" altLang="en-US" sz="2000">
                <a:solidFill>
                  <a:schemeClr val="tx1"/>
                </a:solidFill>
                <a:latin typeface="Times New Roman" panose="02020603050405020304" charset="0"/>
                <a:sym typeface="+mn-ea"/>
              </a:rPr>
              <a:t>又称</a:t>
            </a:r>
            <a:r>
              <a:rPr lang="zh-CN" altLang="en-US" sz="2000">
                <a:solidFill>
                  <a:srgbClr val="FF0000"/>
                </a:solidFill>
                <a:latin typeface="Times New Roman" panose="02020603050405020304" charset="0"/>
                <a:sym typeface="+mn-ea"/>
              </a:rPr>
              <a:t>块设备</a:t>
            </a:r>
            <a:r>
              <a:rPr lang="en-US" altLang="zh-CN" sz="2000" u="none" baseline="0">
                <a:solidFill>
                  <a:schemeClr val="tx1"/>
                </a:solidFill>
                <a:latin typeface="Times New Roman" panose="02020603050405020304" charset="0"/>
                <a:ea typeface="宋体" panose="02010600030101010101" pitchFamily="2" charset="-122"/>
              </a:rPr>
              <a:t>) </a:t>
            </a:r>
            <a:endParaRPr lang="zh-CN" altLang="en-US" sz="1800" u="none" baseline="0">
              <a:solidFill>
                <a:schemeClr val="tx1"/>
              </a:solidFill>
              <a:latin typeface="Times New Roman" panose="02020603050405020304" charset="0"/>
              <a:ea typeface="宋体" panose="02010600030101010101" pitchFamily="2" charset="-122"/>
            </a:endParaRPr>
          </a:p>
          <a:p>
            <a:pPr marL="533400" lvl="0" indent="-533400">
              <a:lnSpc>
                <a:spcPct val="120000"/>
              </a:lnSpc>
              <a:spcBef>
                <a:spcPct val="20000"/>
              </a:spcBef>
              <a:buClr>
                <a:schemeClr val="tx2"/>
              </a:buClr>
              <a:buSzPct val="95000"/>
              <a:buFont typeface="Wingdings" panose="05000000000000000000" pitchFamily="2" charset="2"/>
              <a:buNone/>
            </a:pPr>
            <a:r>
              <a:rPr lang="zh-CN" altLang="en-US" sz="2400" b="1">
                <a:solidFill>
                  <a:srgbClr val="A50021"/>
                </a:solidFill>
                <a:latin typeface="Times New Roman" panose="02020603050405020304" charset="0"/>
                <a:ea typeface="宋体" panose="02010600030101010101" pitchFamily="2" charset="-122"/>
              </a:rPr>
              <a:t>(2) 输入/输出设备</a:t>
            </a:r>
            <a:endParaRPr lang="zh-CN" altLang="en-US" sz="2400" b="1">
              <a:solidFill>
                <a:srgbClr val="A50021"/>
              </a:solidFill>
              <a:latin typeface="Times New Roman" panose="02020603050405020304" charset="0"/>
              <a:ea typeface="宋体" panose="02010600030101010101" pitchFamily="2" charset="-122"/>
            </a:endParaRPr>
          </a:p>
          <a:p>
            <a:pPr marL="914400" lvl="1" indent="-457200" algn="l" eaLnBrk="1" fontAlgn="base" latinLnBrk="0" hangingPunct="1">
              <a:lnSpc>
                <a:spcPct val="120000"/>
              </a:lnSpc>
              <a:spcBef>
                <a:spcPct val="20000"/>
              </a:spcBef>
              <a:spcAft>
                <a:spcPct val="0"/>
              </a:spcAft>
              <a:buClr>
                <a:schemeClr val="tx2"/>
              </a:buClr>
              <a:buSzPct val="95000"/>
              <a:buFont typeface="Wingdings" panose="05000000000000000000" pitchFamily="2" charset="2"/>
              <a:buNone/>
            </a:pPr>
            <a:r>
              <a:rPr lang="zh-CN" altLang="en-US" sz="2000" u="none" baseline="0">
                <a:solidFill>
                  <a:schemeClr val="tx1"/>
                </a:solidFill>
                <a:latin typeface="Times New Roman" panose="02020603050405020304" charset="0"/>
                <a:ea typeface="宋体" panose="02010600030101010101" pitchFamily="2" charset="-122"/>
              </a:rPr>
              <a:t>输入</a:t>
            </a:r>
            <a:r>
              <a:rPr lang="zh-CN" altLang="zh-CN" sz="2000" u="none" baseline="0">
                <a:solidFill>
                  <a:schemeClr val="tx1"/>
                </a:solidFill>
                <a:latin typeface="Times New Roman" panose="02020603050405020304" charset="0"/>
                <a:ea typeface="宋体" panose="02010600030101010101" pitchFamily="2" charset="-122"/>
              </a:rPr>
              <a:t>/</a:t>
            </a:r>
            <a:r>
              <a:rPr lang="zh-CN" altLang="en-US" sz="2000" u="none" baseline="0">
                <a:solidFill>
                  <a:schemeClr val="tx1"/>
                </a:solidFill>
                <a:latin typeface="Times New Roman" panose="02020603050405020304" charset="0"/>
                <a:ea typeface="宋体" panose="02010600030101010101" pitchFamily="2" charset="-122"/>
              </a:rPr>
              <a:t>输出设备能将信息从计算机外部输入到内</a:t>
            </a:r>
            <a:r>
              <a:rPr lang="zh-CN" altLang="zh-CN" sz="2000" u="none" baseline="0">
                <a:solidFill>
                  <a:schemeClr val="tx1"/>
                </a:solidFill>
                <a:latin typeface="Times New Roman" panose="02020603050405020304" charset="0"/>
                <a:ea typeface="宋体" panose="02010600030101010101" pitchFamily="2" charset="-122"/>
              </a:rPr>
              <a:t>部</a:t>
            </a:r>
            <a:r>
              <a:rPr lang="zh-CN" altLang="en-US" sz="2000" u="none" baseline="0">
                <a:solidFill>
                  <a:schemeClr val="tx1"/>
                </a:solidFill>
                <a:latin typeface="Times New Roman" panose="02020603050405020304" charset="0"/>
                <a:ea typeface="宋体" panose="02010600030101010101" pitchFamily="2" charset="-122"/>
              </a:rPr>
              <a:t>，或</a:t>
            </a:r>
            <a:r>
              <a:rPr lang="zh-CN" altLang="zh-CN" sz="2000" u="none" baseline="0">
                <a:solidFill>
                  <a:schemeClr val="tx1"/>
                </a:solidFill>
                <a:latin typeface="Times New Roman" panose="02020603050405020304" charset="0"/>
                <a:ea typeface="宋体" panose="02010600030101010101" pitchFamily="2" charset="-122"/>
              </a:rPr>
              <a:t>输出到外部。</a:t>
            </a:r>
            <a:endParaRPr lang="zh-CN" altLang="zh-CN" sz="2000" u="none" baseline="0">
              <a:solidFill>
                <a:schemeClr val="tx1"/>
              </a:solidFill>
              <a:latin typeface="Times New Roman" panose="02020603050405020304" charset="0"/>
              <a:ea typeface="宋体" panose="02010600030101010101" pitchFamily="2" charset="-122"/>
            </a:endParaRPr>
          </a:p>
          <a:p>
            <a:pPr marL="914400" lvl="1" indent="-457200" algn="l" eaLnBrk="1" fontAlgn="base" latinLnBrk="0" hangingPunct="1">
              <a:lnSpc>
                <a:spcPct val="120000"/>
              </a:lnSpc>
              <a:spcBef>
                <a:spcPct val="20000"/>
              </a:spcBef>
              <a:spcAft>
                <a:spcPct val="0"/>
              </a:spcAft>
              <a:buClr>
                <a:schemeClr val="tx2"/>
              </a:buClr>
              <a:buSzPct val="95000"/>
              <a:buFont typeface="Wingdings" panose="05000000000000000000" pitchFamily="2" charset="2"/>
              <a:buNone/>
            </a:pPr>
            <a:r>
              <a:rPr lang="zh-CN" altLang="zh-CN" sz="2000">
                <a:solidFill>
                  <a:schemeClr val="tx1"/>
                </a:solidFill>
                <a:latin typeface="Times New Roman" panose="02020603050405020304" charset="0"/>
                <a:sym typeface="+mn-ea"/>
              </a:rPr>
              <a:t>（</a:t>
            </a:r>
            <a:r>
              <a:rPr lang="x-none" altLang="zh-CN" sz="2000">
                <a:solidFill>
                  <a:schemeClr val="tx1"/>
                </a:solidFill>
                <a:latin typeface="Times New Roman" panose="02020603050405020304" charset="0"/>
                <a:sym typeface="+mn-ea"/>
              </a:rPr>
              <a:t>一般</a:t>
            </a:r>
            <a:r>
              <a:rPr lang="zh-CN" altLang="en-US" sz="2000">
                <a:solidFill>
                  <a:schemeClr val="tx1"/>
                </a:solidFill>
                <a:latin typeface="Times New Roman" panose="02020603050405020304" charset="0"/>
                <a:sym typeface="方正书宋_GBK" panose="02000000000000000000" charset="-122"/>
              </a:rPr>
              <a:t>以字符为单位传输信息</a:t>
            </a:r>
            <a:r>
              <a:rPr lang="x-none" altLang="zh-CN" sz="2000">
                <a:solidFill>
                  <a:schemeClr val="tx1"/>
                </a:solidFill>
                <a:latin typeface="Times New Roman" panose="02020603050405020304" charset="0"/>
                <a:sym typeface="方正书宋_GBK" panose="02000000000000000000" charset="-122"/>
              </a:rPr>
              <a:t>，</a:t>
            </a:r>
            <a:r>
              <a:rPr lang="zh-CN" altLang="en-US" sz="2000">
                <a:solidFill>
                  <a:schemeClr val="tx1"/>
                </a:solidFill>
                <a:latin typeface="Times New Roman" panose="02020603050405020304" charset="0"/>
                <a:sym typeface="+mn-ea"/>
              </a:rPr>
              <a:t>又称</a:t>
            </a:r>
            <a:r>
              <a:rPr lang="zh-CN" altLang="en-US" sz="2000">
                <a:solidFill>
                  <a:srgbClr val="FF0000"/>
                </a:solidFill>
                <a:latin typeface="Times New Roman" panose="02020603050405020304" charset="0"/>
                <a:sym typeface="+mn-ea"/>
              </a:rPr>
              <a:t>字符设备</a:t>
            </a:r>
            <a:r>
              <a:rPr lang="zh-CN" altLang="zh-CN" sz="2000">
                <a:solidFill>
                  <a:schemeClr val="tx1"/>
                </a:solidFill>
                <a:latin typeface="Times New Roman" panose="02020603050405020304" charset="0"/>
                <a:sym typeface="+mn-ea"/>
              </a:rPr>
              <a:t>）</a:t>
            </a:r>
            <a:endParaRPr lang="zh-CN" altLang="zh-CN" sz="2000" u="none" baseline="0">
              <a:solidFill>
                <a:schemeClr val="tx1"/>
              </a:solidFill>
              <a:latin typeface="Times New Roman" panose="02020603050405020304" charset="0"/>
              <a:ea typeface="宋体" panose="02010600030101010101" pitchFamily="2" charset="-122"/>
            </a:endParaRPr>
          </a:p>
          <a:p>
            <a:pPr marL="1371600" lvl="2" indent="-457200" algn="l" eaLnBrk="1" fontAlgn="base" latinLnBrk="0" hangingPunct="1">
              <a:lnSpc>
                <a:spcPct val="120000"/>
              </a:lnSpc>
              <a:spcBef>
                <a:spcPct val="20000"/>
              </a:spcBef>
              <a:spcAft>
                <a:spcPct val="0"/>
              </a:spcAft>
              <a:buClr>
                <a:schemeClr val="tx2"/>
              </a:buClr>
              <a:buSzPct val="95000"/>
              <a:buFont typeface="Wingdings" panose="05000000000000000000" pitchFamily="2" charset="2"/>
              <a:buNone/>
            </a:pPr>
            <a:r>
              <a:rPr lang="zh-CN" altLang="en-US" sz="1800" u="none" baseline="0">
                <a:solidFill>
                  <a:schemeClr val="tx1"/>
                </a:solidFill>
                <a:latin typeface="Times New Roman" panose="02020603050405020304" charset="0"/>
                <a:ea typeface="宋体" panose="02010600030101010101" pitchFamily="2" charset="-122"/>
                <a:sym typeface="方正书宋_GBK" panose="02000000000000000000" charset="-122"/>
              </a:rPr>
              <a:t>输入设备：计算机用来感知外部世界的设备，例如键盘，鼠标，麦克风，各种传感器。</a:t>
            </a:r>
            <a:endParaRPr lang="zh-CN" altLang="en-US" sz="1800" u="none" baseline="0">
              <a:solidFill>
                <a:schemeClr val="tx1"/>
              </a:solidFill>
              <a:latin typeface="Times New Roman" panose="02020603050405020304" charset="0"/>
              <a:ea typeface="宋体" panose="02010600030101010101" pitchFamily="2" charset="-122"/>
              <a:sym typeface="方正书宋_GBK" panose="02000000000000000000" charset="-122"/>
            </a:endParaRPr>
          </a:p>
          <a:p>
            <a:pPr marL="1371600" lvl="2" indent="-457200" algn="l" eaLnBrk="1" fontAlgn="base" latinLnBrk="0" hangingPunct="1">
              <a:lnSpc>
                <a:spcPct val="120000"/>
              </a:lnSpc>
              <a:spcBef>
                <a:spcPct val="20000"/>
              </a:spcBef>
              <a:spcAft>
                <a:spcPct val="0"/>
              </a:spcAft>
              <a:buClr>
                <a:schemeClr val="tx2"/>
              </a:buClr>
              <a:buSzPct val="95000"/>
              <a:buFont typeface="Wingdings" panose="05000000000000000000" pitchFamily="2" charset="2"/>
              <a:buNone/>
            </a:pPr>
            <a:r>
              <a:rPr lang="zh-CN" altLang="en-US" sz="2000" u="none" baseline="0">
                <a:solidFill>
                  <a:schemeClr val="tx1"/>
                </a:solidFill>
                <a:latin typeface="Times New Roman" panose="02020603050405020304" charset="0"/>
                <a:ea typeface="宋体" panose="02010600030101010101" pitchFamily="2" charset="-122"/>
                <a:sym typeface="方正书宋_GBK" panose="02000000000000000000" charset="-122"/>
              </a:rPr>
              <a:t>输出设备：计算机用来影响外部世界的设备，例如打印机，显示器，绘图仪。</a:t>
            </a:r>
            <a:endParaRPr lang="zh-CN" altLang="en-US" sz="2400" u="none" baseline="0">
              <a:solidFill>
                <a:schemeClr val="tx1"/>
              </a:solidFill>
              <a:latin typeface="Times New Roman" panose="02020603050405020304" charset="0"/>
              <a:ea typeface="宋体" panose="02010600030101010101" pitchFamily="2" charset="-122"/>
              <a:sym typeface="方正书宋_GBK" panose="02000000000000000000" charset="-122"/>
            </a:endParaRPr>
          </a:p>
          <a:p>
            <a:pPr marL="533400" lvl="0" indent="-533400">
              <a:lnSpc>
                <a:spcPct val="120000"/>
              </a:lnSpc>
              <a:spcBef>
                <a:spcPct val="20000"/>
              </a:spcBef>
              <a:buClr>
                <a:schemeClr val="tx2"/>
              </a:buClr>
              <a:buSzPct val="95000"/>
              <a:buFont typeface="Wingdings" panose="05000000000000000000" pitchFamily="2" charset="2"/>
              <a:buNone/>
            </a:pPr>
            <a:r>
              <a:rPr lang="en-US" altLang="zh-CN" sz="2800" b="1">
                <a:solidFill>
                  <a:srgbClr val="A50021"/>
                </a:solidFill>
                <a:latin typeface="Times New Roman" panose="02020603050405020304" charset="0"/>
                <a:ea typeface="宋体" panose="02010600030101010101" pitchFamily="2" charset="-122"/>
              </a:rPr>
              <a:t>(3) </a:t>
            </a:r>
            <a:r>
              <a:rPr lang="zh-CN" altLang="en-US" sz="2400" b="1">
                <a:solidFill>
                  <a:srgbClr val="A50021"/>
                </a:solidFill>
                <a:latin typeface="Times New Roman" panose="02020603050405020304" charset="0"/>
                <a:ea typeface="宋体" panose="02010600030101010101" pitchFamily="2" charset="-122"/>
              </a:rPr>
              <a:t>通信设备</a:t>
            </a:r>
            <a:endParaRPr lang="zh-CN" altLang="en-US" sz="2400" b="1">
              <a:solidFill>
                <a:srgbClr val="A50021"/>
              </a:solidFill>
              <a:latin typeface="Times New Roman" panose="02020603050405020304" charset="0"/>
              <a:ea typeface="宋体" panose="02010600030101010101" pitchFamily="2" charset="-122"/>
            </a:endParaRPr>
          </a:p>
          <a:p>
            <a:pPr marL="914400" lvl="1" indent="-457200" algn="l" eaLnBrk="1" fontAlgn="base" latinLnBrk="0" hangingPunct="1">
              <a:lnSpc>
                <a:spcPct val="120000"/>
              </a:lnSpc>
              <a:spcBef>
                <a:spcPct val="20000"/>
              </a:spcBef>
              <a:spcAft>
                <a:spcPct val="0"/>
              </a:spcAft>
              <a:buClr>
                <a:schemeClr val="tx2"/>
              </a:buClr>
              <a:buSzPct val="95000"/>
              <a:buFont typeface="Wingdings" panose="05000000000000000000" pitchFamily="2" charset="2"/>
              <a:buNone/>
            </a:pPr>
            <a:r>
              <a:rPr lang="zh-CN" altLang="en-US" sz="2000" b="1" u="none" baseline="0">
                <a:solidFill>
                  <a:schemeClr val="tx1"/>
                </a:solidFill>
                <a:latin typeface="Times New Roman" panose="02020603050405020304" charset="0"/>
                <a:ea typeface="宋体" panose="02010600030101010101" pitchFamily="2" charset="-122"/>
              </a:rPr>
              <a:t>      </a:t>
            </a:r>
            <a:r>
              <a:rPr lang="zh-CN" altLang="en-US" sz="1800" u="none" baseline="0">
                <a:solidFill>
                  <a:schemeClr val="tx1"/>
                </a:solidFill>
                <a:latin typeface="Times New Roman" panose="02020603050405020304" charset="0"/>
                <a:ea typeface="宋体" panose="02010600030101010101" pitchFamily="2" charset="-122"/>
              </a:rPr>
              <a:t>通信设备负责计算机之间的信息传输，如调制解调器、网卡等。</a:t>
            </a:r>
            <a:endParaRPr lang="zh-CN" altLang="en-US" sz="1800" u="none" baseline="0">
              <a:solidFill>
                <a:schemeClr val="tx1"/>
              </a:solidFill>
              <a:latin typeface="Times New Roman" panose="02020603050405020304" charset="0"/>
              <a:ea typeface="宋体" panose="02010600030101010101" pitchFamily="2" charset="-122"/>
            </a:endParaRPr>
          </a:p>
        </p:txBody>
      </p:sp>
      <p:sp>
        <p:nvSpPr>
          <p:cNvPr id="7172" name="矩形 7171"/>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设备管理概述</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7171"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标题 6145"/>
          <p:cNvSpPr>
            <a:spLocks noGrp="1"/>
          </p:cNvSpPr>
          <p:nvPr>
            <p:ph type="title"/>
          </p:nvPr>
        </p:nvSpPr>
        <p:spPr>
          <a:xfrm>
            <a:off x="827088" y="842963"/>
            <a:ext cx="5688013" cy="679450"/>
          </a:xfrm>
        </p:spPr>
        <p:txBody>
          <a:bodyPr anchor="b">
            <a:spAutoFit/>
          </a:bodyPr>
          <a:p>
            <a:pPr fontAlgn="base"/>
            <a:r>
              <a:rPr lang="zh-CN" altLang="en-US" sz="4000" strike="noStrike" noProof="1">
                <a:latin typeface="宋体" panose="02010600030101010101" pitchFamily="2" charset="-122"/>
              </a:rPr>
              <a:t>计算机外部设备特性</a:t>
            </a:r>
            <a:endParaRPr lang="zh-CN" altLang="en-US" sz="4000" strike="noStrike" noProof="1">
              <a:latin typeface="宋体" panose="02010600030101010101" pitchFamily="2" charset="-122"/>
            </a:endParaRPr>
          </a:p>
        </p:txBody>
      </p:sp>
      <p:sp>
        <p:nvSpPr>
          <p:cNvPr id="6147" name="内容占位符 6146"/>
          <p:cNvSpPr>
            <a:spLocks noGrp="1"/>
          </p:cNvSpPr>
          <p:nvPr>
            <p:ph idx="1"/>
          </p:nvPr>
        </p:nvSpPr>
        <p:spPr>
          <a:xfrm>
            <a:off x="900113" y="1844675"/>
            <a:ext cx="8001000" cy="4248150"/>
          </a:xfrm>
        </p:spPr>
        <p:txBody>
          <a:bodyPr anchor="t">
            <a:spAutoFit/>
          </a:bodyPr>
          <a:p>
            <a:pPr fontAlgn="base">
              <a:lnSpc>
                <a:spcPct val="95000"/>
              </a:lnSpc>
              <a:spcBef>
                <a:spcPct val="10000"/>
              </a:spcBef>
              <a:buNone/>
            </a:pPr>
            <a:r>
              <a:rPr lang="en-US" altLang="zh-CN" strike="noStrike" noProof="1">
                <a:solidFill>
                  <a:schemeClr val="tx1"/>
                </a:solidFill>
                <a:effectLst/>
                <a:latin typeface="Times New Roman" panose="02020603050405020304" charset="0"/>
              </a:rPr>
              <a:t>1. </a:t>
            </a:r>
            <a:r>
              <a:rPr lang="zh-CN" altLang="en-US" strike="noStrike" noProof="1">
                <a:solidFill>
                  <a:schemeClr val="tx1"/>
                </a:solidFill>
                <a:effectLst/>
                <a:latin typeface="Times New Roman" panose="02020603050405020304" charset="0"/>
              </a:rPr>
              <a:t>速度</a:t>
            </a:r>
            <a:endParaRPr lang="zh-CN" altLang="en-US" strike="noStrike" noProof="1">
              <a:solidFill>
                <a:schemeClr val="tx1"/>
              </a:solidFill>
              <a:effectLst/>
              <a:latin typeface="Times New Roman" panose="02020603050405020304" charset="0"/>
            </a:endParaRPr>
          </a:p>
          <a:p>
            <a:pPr fontAlgn="base">
              <a:lnSpc>
                <a:spcPct val="95000"/>
              </a:lnSpc>
              <a:spcBef>
                <a:spcPct val="10000"/>
              </a:spcBef>
              <a:buNone/>
            </a:pPr>
            <a:r>
              <a:rPr lang="zh-CN" altLang="en-US" sz="2800" strike="noStrike" noProof="1">
                <a:solidFill>
                  <a:schemeClr val="tx1"/>
                </a:solidFill>
                <a:effectLst/>
                <a:latin typeface="Times New Roman" panose="02020603050405020304" charset="0"/>
              </a:rPr>
              <a:t>	不同的外部设备的传输速度的差别相当大，如键盘的传输速度不过几十、上百个字符</a:t>
            </a:r>
            <a:r>
              <a:rPr lang="en-US" altLang="zh-CN" sz="2800" strike="noStrike" noProof="1">
                <a:solidFill>
                  <a:schemeClr val="tx1"/>
                </a:solidFill>
                <a:effectLst/>
                <a:latin typeface="Times New Roman" panose="02020603050405020304" charset="0"/>
              </a:rPr>
              <a:t>/</a:t>
            </a:r>
            <a:r>
              <a:rPr lang="zh-CN" altLang="en-US" sz="2800" strike="noStrike" noProof="1">
                <a:solidFill>
                  <a:schemeClr val="tx1"/>
                </a:solidFill>
                <a:effectLst/>
                <a:latin typeface="Times New Roman" panose="02020603050405020304" charset="0"/>
              </a:rPr>
              <a:t>每分，而磁盘的传输速度则是百万字节</a:t>
            </a:r>
            <a:r>
              <a:rPr lang="en-US" altLang="zh-CN" sz="2800" strike="noStrike" noProof="1">
                <a:solidFill>
                  <a:schemeClr val="tx1"/>
                </a:solidFill>
                <a:effectLst/>
                <a:latin typeface="Times New Roman" panose="02020603050405020304" charset="0"/>
              </a:rPr>
              <a:t>/</a:t>
            </a:r>
            <a:r>
              <a:rPr lang="zh-CN" altLang="en-US" sz="2800" strike="noStrike" noProof="1">
                <a:solidFill>
                  <a:schemeClr val="tx1"/>
                </a:solidFill>
                <a:effectLst/>
                <a:latin typeface="Times New Roman" panose="02020603050405020304" charset="0"/>
              </a:rPr>
              <a:t>每秒。</a:t>
            </a:r>
            <a:endParaRPr lang="zh-CN" altLang="en-US" sz="2800" strike="noStrike" noProof="1">
              <a:solidFill>
                <a:schemeClr val="tx1"/>
              </a:solidFill>
              <a:effectLst/>
              <a:latin typeface="Times New Roman" panose="02020603050405020304" charset="0"/>
            </a:endParaRPr>
          </a:p>
          <a:p>
            <a:pPr fontAlgn="base">
              <a:lnSpc>
                <a:spcPct val="95000"/>
              </a:lnSpc>
              <a:spcBef>
                <a:spcPct val="10000"/>
              </a:spcBef>
              <a:buNone/>
            </a:pPr>
            <a:r>
              <a:rPr lang="en-US" altLang="zh-CN" strike="noStrike" noProof="1">
                <a:solidFill>
                  <a:schemeClr val="tx1"/>
                </a:solidFill>
                <a:effectLst/>
                <a:latin typeface="Times New Roman" panose="02020603050405020304" charset="0"/>
              </a:rPr>
              <a:t>2. </a:t>
            </a:r>
            <a:r>
              <a:rPr lang="zh-CN" altLang="en-US" strike="noStrike" noProof="1">
                <a:solidFill>
                  <a:schemeClr val="tx1"/>
                </a:solidFill>
                <a:effectLst/>
                <a:latin typeface="Times New Roman" panose="02020603050405020304" charset="0"/>
              </a:rPr>
              <a:t>传输单位</a:t>
            </a:r>
            <a:endParaRPr lang="zh-CN" altLang="en-US" strike="noStrike" noProof="1">
              <a:solidFill>
                <a:schemeClr val="tx1"/>
              </a:solidFill>
              <a:effectLst/>
              <a:latin typeface="Times New Roman" panose="02020603050405020304" charset="0"/>
            </a:endParaRPr>
          </a:p>
          <a:p>
            <a:pPr lvl="1" fontAlgn="base">
              <a:lnSpc>
                <a:spcPct val="95000"/>
              </a:lnSpc>
              <a:spcBef>
                <a:spcPct val="10000"/>
              </a:spcBef>
            </a:pPr>
            <a:r>
              <a:rPr lang="zh-CN" altLang="en-US" strike="noStrike" noProof="1">
                <a:solidFill>
                  <a:schemeClr val="tx1"/>
                </a:solidFill>
                <a:effectLst/>
                <a:latin typeface="Times New Roman" panose="02020603050405020304" charset="0"/>
              </a:rPr>
              <a:t>有的设备的传输单位是字节，如键盘、打印机、显示器等；</a:t>
            </a:r>
            <a:endParaRPr lang="zh-CN" altLang="en-US" strike="noStrike" noProof="1">
              <a:solidFill>
                <a:schemeClr val="tx1"/>
              </a:solidFill>
              <a:effectLst/>
              <a:latin typeface="Times New Roman" panose="02020603050405020304" charset="0"/>
            </a:endParaRPr>
          </a:p>
          <a:p>
            <a:pPr lvl="1" fontAlgn="base">
              <a:lnSpc>
                <a:spcPct val="95000"/>
              </a:lnSpc>
              <a:spcBef>
                <a:spcPct val="10000"/>
              </a:spcBef>
            </a:pPr>
            <a:r>
              <a:rPr lang="zh-CN" altLang="en-US" strike="noStrike" noProof="1">
                <a:solidFill>
                  <a:schemeClr val="tx1"/>
                </a:solidFill>
                <a:effectLst/>
                <a:latin typeface="Times New Roman" panose="02020603050405020304" charset="0"/>
              </a:rPr>
              <a:t>有的传输单位是字符块，如软盘、硬盘、磁带等，块的大小也不同；</a:t>
            </a:r>
            <a:endParaRPr lang="zh-CN" altLang="en-US" strike="noStrike" noProof="1">
              <a:solidFill>
                <a:schemeClr val="tx1"/>
              </a:solidFill>
              <a:effectLst/>
              <a:latin typeface="Times New Roman" panose="02020603050405020304" charset="0"/>
            </a:endParaRPr>
          </a:p>
        </p:txBody>
      </p:sp>
      <p:sp>
        <p:nvSpPr>
          <p:cNvPr id="8195" name="灯片编号占位符 1"/>
          <p:cNvSpPr/>
          <p:nvPr>
            <p:ph type="sldNum" sz="quarter"/>
          </p:nvPr>
        </p:nvSpPr>
        <p:spPr>
          <a:xfrm>
            <a:off x="84138" y="6345238"/>
            <a:ext cx="587375" cy="487362"/>
          </a:xfrm>
          <a:prstGeom prst="rect">
            <a:avLst/>
          </a:prstGeom>
          <a:noFill/>
          <a:ln w="9525">
            <a:noFill/>
            <a:miter/>
          </a:ln>
        </p:spPr>
        <p:txBody>
          <a:bodyPr anchor="t"/>
          <a:p>
            <a:pPr lvl="0"/>
            <a:fld id="{9A0DB2DC-4C9A-4742-B13C-FB6460FD3503}" type="slidenum">
              <a:rPr lang="zh-CN" altLang="en-US" dirty="0"/>
            </a:fld>
            <a:endParaRPr lang="zh-CN" altLang="en-US" dirty="0"/>
          </a:p>
        </p:txBody>
      </p:sp>
    </p:spTree>
  </p:cSld>
  <p:clrMapOvr>
    <a:masterClrMapping/>
  </p:clrMapOvr>
  <p:transition>
    <p:fade/>
  </p:transition>
  <p:timing>
    <p:tnLst>
      <p:par>
        <p:cTn id="1" dur="indefinite" restart="never" nodeType="tmRoot"/>
      </p:par>
    </p:tnLst>
    <p:bldLst>
      <p:bldP spid="6147" grpId="0" bldLvl="2"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标题 7169"/>
          <p:cNvSpPr>
            <a:spLocks noGrp="1"/>
          </p:cNvSpPr>
          <p:nvPr>
            <p:ph type="title"/>
          </p:nvPr>
        </p:nvSpPr>
        <p:spPr>
          <a:xfrm>
            <a:off x="363538" y="665163"/>
            <a:ext cx="8393113" cy="679450"/>
          </a:xfrm>
        </p:spPr>
        <p:txBody>
          <a:bodyPr anchor="b">
            <a:spAutoFit/>
          </a:bodyPr>
          <a:p>
            <a:pPr fontAlgn="base"/>
            <a:r>
              <a:rPr lang="zh-CN" altLang="en-US" sz="4000" strike="noStrike" noProof="1">
                <a:latin typeface="Times New Roman" panose="02020603050405020304" charset="0"/>
              </a:rPr>
              <a:t>计算机外部设备特性（续）</a:t>
            </a:r>
            <a:endParaRPr lang="zh-CN" altLang="en-US" sz="4000" strike="noStrike" noProof="1">
              <a:latin typeface="Times New Roman" panose="02020603050405020304" charset="0"/>
            </a:endParaRPr>
          </a:p>
        </p:txBody>
      </p:sp>
      <p:sp>
        <p:nvSpPr>
          <p:cNvPr id="7171" name="内容占位符 7170"/>
          <p:cNvSpPr>
            <a:spLocks noGrp="1"/>
          </p:cNvSpPr>
          <p:nvPr>
            <p:ph idx="1"/>
          </p:nvPr>
        </p:nvSpPr>
        <p:spPr>
          <a:xfrm>
            <a:off x="381000" y="1514475"/>
            <a:ext cx="8388350" cy="2209800"/>
          </a:xfrm>
        </p:spPr>
        <p:txBody>
          <a:bodyPr anchor="t">
            <a:spAutoFit/>
          </a:bodyPr>
          <a:p>
            <a:pPr fontAlgn="base">
              <a:buNone/>
            </a:pPr>
            <a:r>
              <a:rPr lang="en-US" altLang="x-none" strike="noStrike" noProof="1" dirty="0">
                <a:solidFill>
                  <a:schemeClr val="tx1"/>
                </a:solidFill>
                <a:effectLst/>
                <a:latin typeface="Times New Roman" panose="02020603050405020304" charset="0"/>
              </a:rPr>
              <a:t>3. </a:t>
            </a:r>
            <a:r>
              <a:rPr lang="zh-CN" altLang="en-US" strike="noStrike" noProof="1" dirty="0">
                <a:solidFill>
                  <a:schemeClr val="tx1"/>
                </a:solidFill>
                <a:effectLst/>
                <a:latin typeface="Times New Roman" panose="02020603050405020304" charset="0"/>
              </a:rPr>
              <a:t>容许的操作（操作特性）</a:t>
            </a:r>
            <a:endParaRPr lang="zh-CN" altLang="en-US" strike="noStrike" noProof="1" dirty="0">
              <a:solidFill>
                <a:schemeClr val="tx1"/>
              </a:solidFill>
              <a:effectLst/>
              <a:latin typeface="Times New Roman" panose="02020603050405020304" charset="0"/>
            </a:endParaRPr>
          </a:p>
          <a:p>
            <a:pPr fontAlgn="base">
              <a:buNone/>
            </a:pPr>
            <a:r>
              <a:rPr lang="zh-CN" altLang="en-US" strike="noStrike" noProof="1" dirty="0">
                <a:solidFill>
                  <a:schemeClr val="tx1"/>
                </a:solidFill>
                <a:effectLst/>
                <a:latin typeface="Times New Roman" panose="02020603050405020304" charset="0"/>
              </a:rPr>
              <a:t>		</a:t>
            </a:r>
            <a:r>
              <a:rPr lang="zh-CN" altLang="en-US" sz="2800" strike="noStrike" noProof="1" dirty="0">
                <a:solidFill>
                  <a:schemeClr val="tx1"/>
                </a:solidFill>
                <a:effectLst/>
                <a:latin typeface="Times New Roman" panose="02020603050405020304" charset="0"/>
              </a:rPr>
              <a:t>设备完成的操作种类各不相同，如打印机只允许写操作，键盘只能做读操作，而磁盘既可读，也可写。</a:t>
            </a:r>
            <a:endParaRPr lang="zh-CN" altLang="en-US" sz="2800" strike="noStrike" noProof="1" dirty="0">
              <a:solidFill>
                <a:schemeClr val="tx1"/>
              </a:solidFill>
              <a:effectLst/>
              <a:latin typeface="Times New Roman" panose="02020603050405020304" charset="0"/>
            </a:endParaRPr>
          </a:p>
          <a:p>
            <a:pPr fontAlgn="base">
              <a:buNone/>
            </a:pPr>
            <a:r>
              <a:rPr lang="zh-CN" altLang="en-US" sz="2800" strike="noStrike" noProof="1" dirty="0">
                <a:solidFill>
                  <a:schemeClr val="tx1"/>
                </a:solidFill>
                <a:effectLst/>
                <a:latin typeface="Times New Roman" panose="02020603050405020304" charset="0"/>
              </a:rPr>
              <a:t>		只能顺序访问或可以随机访问</a:t>
            </a:r>
            <a:r>
              <a:rPr lang="en-US" altLang="x-none" sz="2800" strike="noStrike" noProof="1" dirty="0">
                <a:solidFill>
                  <a:schemeClr val="tx1"/>
                </a:solidFill>
                <a:effectLst/>
                <a:latin typeface="Times New Roman" panose="02020603050405020304" charset="0"/>
              </a:rPr>
              <a:t>(</a:t>
            </a:r>
            <a:r>
              <a:rPr lang="zh-CN" altLang="en-US" sz="2800" strike="noStrike" noProof="1" dirty="0">
                <a:solidFill>
                  <a:schemeClr val="tx1"/>
                </a:solidFill>
                <a:effectLst/>
                <a:latin typeface="Times New Roman" panose="02020603050405020304" charset="0"/>
              </a:rPr>
              <a:t>指定位置</a:t>
            </a:r>
            <a:r>
              <a:rPr lang="en-US" altLang="x-none" sz="2800" strike="noStrike" noProof="1" dirty="0">
                <a:solidFill>
                  <a:schemeClr val="tx1"/>
                </a:solidFill>
                <a:effectLst/>
                <a:latin typeface="Times New Roman" panose="02020603050405020304" charset="0"/>
              </a:rPr>
              <a:t>)</a:t>
            </a:r>
            <a:endParaRPr lang="en-US" altLang="x-none" sz="2800" strike="noStrike" noProof="1" dirty="0">
              <a:solidFill>
                <a:schemeClr val="tx1"/>
              </a:solidFill>
              <a:effectLst/>
              <a:latin typeface="Times New Roman" panose="02020603050405020304" charset="0"/>
            </a:endParaRPr>
          </a:p>
          <a:p>
            <a:pPr fontAlgn="base">
              <a:buNone/>
            </a:pPr>
            <a:r>
              <a:rPr lang="en-US" altLang="x-none" strike="noStrike" noProof="1" dirty="0">
                <a:solidFill>
                  <a:schemeClr val="tx1"/>
                </a:solidFill>
                <a:effectLst/>
                <a:latin typeface="Times New Roman" panose="02020603050405020304" charset="0"/>
              </a:rPr>
              <a:t>4. </a:t>
            </a:r>
            <a:r>
              <a:rPr lang="zh-CN" altLang="en-US" strike="noStrike" noProof="1" dirty="0">
                <a:solidFill>
                  <a:schemeClr val="tx1"/>
                </a:solidFill>
                <a:effectLst/>
                <a:latin typeface="Times New Roman" panose="02020603050405020304" charset="0"/>
              </a:rPr>
              <a:t>出错条件</a:t>
            </a:r>
            <a:endParaRPr lang="zh-CN" altLang="en-US" strike="noStrike" noProof="1" dirty="0">
              <a:solidFill>
                <a:schemeClr val="tx1"/>
              </a:solidFill>
              <a:effectLst/>
              <a:latin typeface="Times New Roman" panose="02020603050405020304" charset="0"/>
            </a:endParaRPr>
          </a:p>
          <a:p>
            <a:pPr fontAlgn="base">
              <a:buNone/>
            </a:pPr>
            <a:r>
              <a:rPr lang="zh-CN" altLang="en-US" strike="noStrike" noProof="1" dirty="0">
                <a:solidFill>
                  <a:schemeClr val="tx1"/>
                </a:solidFill>
                <a:effectLst/>
                <a:latin typeface="Times New Roman" panose="02020603050405020304" charset="0"/>
              </a:rPr>
              <a:t>	</a:t>
            </a:r>
            <a:r>
              <a:rPr lang="zh-CN" altLang="en-US" sz="2800" strike="noStrike" noProof="1" dirty="0">
                <a:solidFill>
                  <a:schemeClr val="tx1"/>
                </a:solidFill>
                <a:effectLst/>
                <a:latin typeface="Times New Roman" panose="02020603050405020304" charset="0"/>
              </a:rPr>
              <a:t>不同的设备，其出错条件也不相同，即数据传输失败的原因各种各样，如打印机有缺纸错，磁盘</a:t>
            </a:r>
            <a:r>
              <a:rPr lang="en-US" altLang="x-none" sz="2800" strike="noStrike" noProof="1" dirty="0">
                <a:solidFill>
                  <a:schemeClr val="tx1"/>
                </a:solidFill>
                <a:effectLst/>
                <a:latin typeface="Times New Roman" panose="02020603050405020304" charset="0"/>
              </a:rPr>
              <a:t>I/O</a:t>
            </a:r>
            <a:r>
              <a:rPr lang="zh-CN" altLang="en-US" sz="2800" strike="noStrike" noProof="1" dirty="0">
                <a:solidFill>
                  <a:schemeClr val="tx1"/>
                </a:solidFill>
                <a:effectLst/>
                <a:latin typeface="Times New Roman" panose="02020603050405020304" charset="0"/>
              </a:rPr>
              <a:t>有奇偶校验错等。</a:t>
            </a:r>
            <a:endParaRPr lang="zh-CN" altLang="en-US" sz="2800" strike="noStrike" noProof="1" dirty="0">
              <a:solidFill>
                <a:schemeClr val="tx1"/>
              </a:solidFill>
              <a:effectLst/>
              <a:latin typeface="Times New Roman" panose="02020603050405020304" charset="0"/>
            </a:endParaRPr>
          </a:p>
        </p:txBody>
      </p:sp>
      <p:sp>
        <p:nvSpPr>
          <p:cNvPr id="9219" name="灯片编号占位符 1"/>
          <p:cNvSpPr/>
          <p:nvPr>
            <p:ph type="sldNum" sz="quarter"/>
          </p:nvPr>
        </p:nvSpPr>
        <p:spPr>
          <a:xfrm>
            <a:off x="84138" y="6345238"/>
            <a:ext cx="587375" cy="487362"/>
          </a:xfrm>
          <a:prstGeom prst="rect">
            <a:avLst/>
          </a:prstGeom>
          <a:noFill/>
          <a:ln w="9525">
            <a:noFill/>
            <a:miter/>
          </a:ln>
        </p:spPr>
        <p:txBody>
          <a:bodyPr anchor="t"/>
          <a:p>
            <a:pPr lvl="0"/>
            <a:fld id="{9A0DB2DC-4C9A-4742-B13C-FB6460FD3503}" type="slidenum">
              <a:rPr lang="zh-CN" altLang="en-US" dirty="0"/>
            </a:fld>
            <a:endParaRPr lang="zh-CN" altLang="en-US" dirty="0"/>
          </a:p>
        </p:txBody>
      </p:sp>
    </p:spTree>
  </p:cSld>
  <p:clrMapOvr>
    <a:masterClrMapping/>
  </p:clrMapOvr>
  <p:transition>
    <p:fade/>
  </p:transition>
  <p:timing>
    <p:tnLst>
      <p:par>
        <p:cTn id="1" dur="indefinite" restart="never" nodeType="tmRoot"/>
      </p:par>
    </p:tnLst>
    <p:bldLst>
      <p:bldP spid="7171"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363538" y="665163"/>
            <a:ext cx="8393113" cy="679450"/>
          </a:xfrm>
        </p:spPr>
        <p:txBody>
          <a:bodyPr anchor="b">
            <a:spAutoFit/>
          </a:bodyPr>
          <a:p>
            <a:pPr fontAlgn="base"/>
            <a:r>
              <a:rPr lang="zh-CN" altLang="en-US" sz="4000" strike="noStrike" noProof="1">
                <a:latin typeface="Times New Roman" panose="02020603050405020304" charset="0"/>
              </a:rPr>
              <a:t>计算机外部设备特性（续）</a:t>
            </a:r>
            <a:endParaRPr lang="zh-CN" altLang="en-US" sz="4000" strike="noStrike" noProof="1">
              <a:latin typeface="Times New Roman" panose="02020603050405020304" charset="0"/>
            </a:endParaRPr>
          </a:p>
        </p:txBody>
      </p:sp>
      <p:sp>
        <p:nvSpPr>
          <p:cNvPr id="8195" name="内容占位符 8194"/>
          <p:cNvSpPr>
            <a:spLocks noGrp="1"/>
          </p:cNvSpPr>
          <p:nvPr>
            <p:ph idx="1"/>
          </p:nvPr>
        </p:nvSpPr>
        <p:spPr>
          <a:xfrm>
            <a:off x="914400" y="1676400"/>
            <a:ext cx="8001000" cy="2177415"/>
          </a:xfrm>
        </p:spPr>
        <p:txBody>
          <a:bodyPr anchor="t">
            <a:spAutoFit/>
          </a:bodyPr>
          <a:p>
            <a:pPr fontAlgn="base">
              <a:buNone/>
            </a:pPr>
            <a:r>
              <a:rPr lang="en-US" altLang="x-none" strike="noStrike" noProof="1" dirty="0">
                <a:solidFill>
                  <a:schemeClr val="tx1"/>
                </a:solidFill>
                <a:effectLst/>
                <a:latin typeface="Times New Roman" panose="02020603050405020304" charset="0"/>
              </a:rPr>
              <a:t>5.</a:t>
            </a:r>
            <a:r>
              <a:rPr lang="zh-CN" altLang="en-US" strike="noStrike" noProof="1" dirty="0">
                <a:solidFill>
                  <a:schemeClr val="tx1"/>
                </a:solidFill>
                <a:effectLst/>
                <a:latin typeface="Times New Roman" panose="02020603050405020304" charset="0"/>
              </a:rPr>
              <a:t>传输方式不同：直接端口</a:t>
            </a:r>
            <a:r>
              <a:rPr lang="x-none" altLang="zh-CN" strike="noStrike" noProof="1" dirty="0">
                <a:solidFill>
                  <a:schemeClr val="tx1"/>
                </a:solidFill>
                <a:effectLst/>
                <a:latin typeface="Times New Roman" panose="02020603050405020304" charset="0"/>
              </a:rPr>
              <a:t>或内存</a:t>
            </a:r>
            <a:r>
              <a:rPr lang="zh-CN" altLang="en-US" strike="noStrike" noProof="1" dirty="0">
                <a:solidFill>
                  <a:schemeClr val="tx1"/>
                </a:solidFill>
                <a:effectLst/>
                <a:latin typeface="Times New Roman" panose="02020603050405020304" charset="0"/>
              </a:rPr>
              <a:t>访问、</a:t>
            </a:r>
            <a:r>
              <a:rPr lang="en-US" altLang="x-none" strike="noStrike" noProof="1" dirty="0">
                <a:solidFill>
                  <a:schemeClr val="tx1"/>
                </a:solidFill>
                <a:effectLst/>
                <a:latin typeface="Times New Roman" panose="02020603050405020304" charset="0"/>
              </a:rPr>
              <a:t>DMA</a:t>
            </a:r>
            <a:r>
              <a:rPr lang="zh-CN" altLang="en-US" strike="noStrike" noProof="1" dirty="0">
                <a:solidFill>
                  <a:schemeClr val="tx1"/>
                </a:solidFill>
                <a:effectLst/>
                <a:latin typeface="Times New Roman" panose="02020603050405020304" charset="0"/>
              </a:rPr>
              <a:t>、中断</a:t>
            </a:r>
            <a:endParaRPr lang="zh-CN" altLang="en-US" strike="noStrike" noProof="1" dirty="0">
              <a:solidFill>
                <a:schemeClr val="tx1"/>
              </a:solidFill>
              <a:effectLst/>
              <a:latin typeface="Times New Roman" panose="02020603050405020304" charset="0"/>
            </a:endParaRPr>
          </a:p>
          <a:p>
            <a:pPr fontAlgn="base">
              <a:buNone/>
            </a:pPr>
            <a:r>
              <a:rPr lang="en-US" altLang="x-none" strike="noStrike" noProof="1" dirty="0">
                <a:solidFill>
                  <a:schemeClr val="tx1"/>
                </a:solidFill>
                <a:effectLst/>
                <a:latin typeface="Times New Roman" panose="02020603050405020304" charset="0"/>
              </a:rPr>
              <a:t>6.</a:t>
            </a:r>
            <a:r>
              <a:rPr lang="zh-CN" altLang="en-US" strike="noStrike" noProof="1" dirty="0">
                <a:solidFill>
                  <a:schemeClr val="tx1"/>
                </a:solidFill>
                <a:effectLst/>
                <a:latin typeface="Times New Roman" panose="02020603050405020304" charset="0"/>
              </a:rPr>
              <a:t>串行或并行</a:t>
            </a:r>
            <a:r>
              <a:rPr lang="en-US" altLang="x-none" strike="noStrike" noProof="1" dirty="0">
                <a:solidFill>
                  <a:schemeClr val="tx1"/>
                </a:solidFill>
                <a:effectLst/>
                <a:latin typeface="Times New Roman" panose="02020603050405020304" charset="0"/>
              </a:rPr>
              <a:t>;</a:t>
            </a:r>
            <a:endParaRPr lang="en-US" altLang="x-none" strike="noStrike" noProof="1" dirty="0">
              <a:solidFill>
                <a:schemeClr val="tx1"/>
              </a:solidFill>
              <a:effectLst/>
              <a:latin typeface="Times New Roman" panose="02020603050405020304" charset="0"/>
            </a:endParaRPr>
          </a:p>
          <a:p>
            <a:pPr fontAlgn="base">
              <a:buNone/>
            </a:pPr>
            <a:r>
              <a:rPr lang="en-US" altLang="x-none" strike="noStrike" noProof="1" dirty="0">
                <a:solidFill>
                  <a:schemeClr val="tx1"/>
                </a:solidFill>
                <a:effectLst/>
                <a:latin typeface="Times New Roman" panose="02020603050405020304" charset="0"/>
              </a:rPr>
              <a:t>7.</a:t>
            </a:r>
            <a:r>
              <a:rPr lang="zh-CN" altLang="en-US" strike="noStrike" noProof="1" dirty="0">
                <a:solidFill>
                  <a:schemeClr val="tx1"/>
                </a:solidFill>
                <a:effectLst/>
                <a:latin typeface="Times New Roman" panose="02020603050405020304" charset="0"/>
              </a:rPr>
              <a:t>总线设备和终端设备；</a:t>
            </a:r>
            <a:endParaRPr lang="zh-CN" altLang="en-US" strike="noStrike" noProof="1" dirty="0">
              <a:solidFill>
                <a:schemeClr val="tx1"/>
              </a:solidFill>
              <a:effectLst/>
              <a:latin typeface="Times New Roman" panose="02020603050405020304" charset="0"/>
            </a:endParaRPr>
          </a:p>
        </p:txBody>
      </p:sp>
      <p:sp>
        <p:nvSpPr>
          <p:cNvPr id="10243" name="矩形 8195"/>
          <p:cNvSpPr/>
          <p:nvPr/>
        </p:nvSpPr>
        <p:spPr>
          <a:xfrm>
            <a:off x="688340" y="4974590"/>
            <a:ext cx="7767955" cy="478155"/>
          </a:xfrm>
          <a:prstGeom prst="rect">
            <a:avLst/>
          </a:prstGeom>
          <a:noFill/>
          <a:ln w="9525">
            <a:noFill/>
            <a:miter/>
          </a:ln>
        </p:spPr>
        <p:txBody>
          <a:bodyPr wrap="square" anchor="t">
            <a:spAutoFit/>
          </a:bodyPr>
          <a:p>
            <a:pPr lvl="0" eaLnBrk="0">
              <a:lnSpc>
                <a:spcPct val="90000"/>
              </a:lnSpc>
              <a:spcBef>
                <a:spcPct val="20000"/>
              </a:spcBef>
            </a:pPr>
            <a:r>
              <a:rPr lang="zh-CN" altLang="en-US" sz="2800" b="1" dirty="0">
                <a:solidFill>
                  <a:srgbClr val="CC3300"/>
                </a:solidFill>
                <a:latin typeface="Times New Roman" panose="02020603050405020304" charset="0"/>
                <a:sym typeface="+mn-ea"/>
              </a:rPr>
              <a:t>设备管理是</a:t>
            </a:r>
            <a:r>
              <a:rPr lang="zh-CN" altLang="en-US" sz="2800" b="1" dirty="0">
                <a:solidFill>
                  <a:srgbClr val="CC3300"/>
                </a:solidFill>
                <a:latin typeface="Times New Roman" panose="02020603050405020304" charset="0"/>
                <a:ea typeface="宋体" panose="02010600030101010101" pitchFamily="2" charset="-122"/>
              </a:rPr>
              <a:t>操作系统中最庞杂，最琐碎的部分。</a:t>
            </a:r>
            <a:endParaRPr lang="zh-CN" altLang="en-US" sz="2800" b="1" dirty="0">
              <a:solidFill>
                <a:srgbClr val="CC3300"/>
              </a:solidFill>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819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文本框 819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3</a:t>
            </a:r>
            <a:endParaRPr lang="en-US" altLang="zh-CN" sz="1400">
              <a:solidFill>
                <a:schemeClr val="tx2"/>
              </a:solidFill>
              <a:latin typeface="Times New Roman" panose="02020603050405020304" charset="0"/>
              <a:ea typeface="宋体" panose="02010600030101010101" pitchFamily="2" charset="-122"/>
            </a:endParaRPr>
          </a:p>
        </p:txBody>
      </p:sp>
      <p:sp>
        <p:nvSpPr>
          <p:cNvPr id="8195" name="矩形 8194"/>
          <p:cNvSpPr/>
          <p:nvPr/>
        </p:nvSpPr>
        <p:spPr>
          <a:xfrm>
            <a:off x="249555" y="567055"/>
            <a:ext cx="8554720" cy="590677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2.  </a:t>
            </a:r>
            <a:r>
              <a:rPr lang="zh-CN" altLang="en-US" b="1" strike="noStrike" noProof="1">
                <a:solidFill>
                  <a:srgbClr val="990000"/>
                </a:solidFill>
                <a:latin typeface="Times New Roman" panose="02020603050405020304" charset="0"/>
                <a:ea typeface="宋体" panose="02010600030101010101" pitchFamily="2" charset="-122"/>
                <a:cs typeface="+mn-ea"/>
              </a:rPr>
              <a:t>设备管理的目标</a:t>
            </a:r>
            <a:endParaRPr lang="zh-CN" altLang="en-US" b="1" strike="noStrike" noProof="1">
              <a:solidFill>
                <a:srgbClr val="990000"/>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提高设备利用率</a:t>
            </a:r>
            <a:endParaRPr lang="zh-CN" altLang="en-US" sz="2800" b="1" strike="noStrike" noProof="1">
              <a:solidFill>
                <a:srgbClr val="A50021"/>
              </a:solidFill>
              <a:latin typeface="Times New Roman" panose="02020603050405020304" charset="0"/>
              <a:ea typeface="宋体" panose="02010600030101010101" pitchFamily="2" charset="-122"/>
            </a:endParaRPr>
          </a:p>
          <a:p>
            <a:pPr marL="914400" lvl="1" indent="-457200" fontAlgn="base">
              <a:lnSpc>
                <a:spcPct val="130000"/>
              </a:lnSpc>
              <a:buNone/>
            </a:pPr>
            <a:r>
              <a:rPr lang="x-none" altLang="en-US" sz="2400" b="1" strike="noStrike" noProof="1">
                <a:solidFill>
                  <a:srgbClr val="000099"/>
                </a:solidFill>
                <a:latin typeface="宋体" panose="02010600030101010101" pitchFamily="2" charset="-122"/>
                <a:ea typeface="宋体" panose="02010600030101010101" pitchFamily="2" charset="-122"/>
                <a:cs typeface="+mn-cs"/>
              </a:rPr>
              <a:t>	</a:t>
            </a:r>
            <a:r>
              <a:rPr lang="en-US" altLang="zh-CN" sz="2400" b="1" strike="noStrike" noProof="1">
                <a:solidFill>
                  <a:srgbClr val="000099"/>
                </a:solidFill>
                <a:latin typeface="宋体" panose="02010600030101010101" pitchFamily="2" charset="-122"/>
                <a:ea typeface="宋体" panose="02010600030101010101" pitchFamily="2" charset="-122"/>
                <a:cs typeface="+mn-cs"/>
              </a:rPr>
              <a:t>①</a:t>
            </a:r>
            <a:r>
              <a:rPr lang="en-US" altLang="zh-CN" sz="2400" b="1" strike="noStrike" noProof="1">
                <a:solidFill>
                  <a:srgbClr val="000099"/>
                </a:solidFill>
                <a:effectLst/>
                <a:latin typeface="宋体" panose="02010600030101010101" pitchFamily="2" charset="-122"/>
                <a:ea typeface="宋体" panose="02010600030101010101" pitchFamily="2" charset="-122"/>
                <a:cs typeface="+mn-cs"/>
              </a:rPr>
              <a:t> </a:t>
            </a:r>
            <a:r>
              <a:rPr lang="zh-CN" altLang="x-none" sz="2400" b="1" strike="noStrike" noProof="1">
                <a:solidFill>
                  <a:srgbClr val="000099"/>
                </a:solidFill>
                <a:effectLst/>
                <a:latin typeface="宋体" panose="02010600030101010101" pitchFamily="2" charset="-122"/>
                <a:ea typeface="宋体" panose="02010600030101010101" pitchFamily="2" charset="-122"/>
                <a:cs typeface="+mn-cs"/>
              </a:rPr>
              <a:t>关键是</a:t>
            </a:r>
            <a:r>
              <a:rPr lang="x-none" altLang="en-US" sz="2400" b="1" strike="noStrike" noProof="1">
                <a:solidFill>
                  <a:srgbClr val="000099"/>
                </a:solidFill>
                <a:effectLst/>
                <a:latin typeface="宋体" panose="02010600030101010101" pitchFamily="2" charset="-122"/>
                <a:ea typeface="宋体" panose="02010600030101010101" pitchFamily="2" charset="-122"/>
                <a:cs typeface="+mn-cs"/>
              </a:rPr>
              <a:t>实现设备的并行操作，</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提高设备与</a:t>
            </a:r>
            <a:r>
              <a:rPr lang="en-US" altLang="zh-CN" sz="2400" b="1" strike="noStrike" noProof="1">
                <a:solidFill>
                  <a:srgbClr val="000099"/>
                </a:solidFill>
                <a:effectLst/>
                <a:latin typeface="Times New Roman" panose="02020603050405020304" charset="0"/>
                <a:ea typeface="宋体" panose="02010600030101010101" pitchFamily="2" charset="-122"/>
                <a:cs typeface="+mn-cs"/>
              </a:rPr>
              <a:t>CPU</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、设备之间的并行性</a:t>
            </a:r>
            <a:r>
              <a:rPr lang="x-none" altLang="zh-CN" sz="2400" b="1" strike="noStrike" noProof="1">
                <a:solidFill>
                  <a:srgbClr val="000099"/>
                </a:solidFill>
                <a:effectLst/>
                <a:latin typeface="Times New Roman" panose="02020603050405020304" charset="0"/>
                <a:ea typeface="宋体" panose="02010600030101010101" pitchFamily="2" charset="-122"/>
                <a:cs typeface="+mn-cs"/>
              </a:rPr>
              <a:t>。操作系统利用</a:t>
            </a:r>
            <a:r>
              <a:rPr lang="zh-CN" altLang="x-none" sz="2400" b="1" strike="noStrike" noProof="1">
                <a:solidFill>
                  <a:srgbClr val="000099"/>
                </a:solidFill>
                <a:effectLst/>
                <a:latin typeface="Times New Roman" panose="02020603050405020304" charset="0"/>
                <a:ea typeface="宋体" panose="02010600030101010101" pitchFamily="2" charset="-122"/>
                <a:cs typeface="+mn-cs"/>
              </a:rPr>
              <a:t>缓冲、</a:t>
            </a:r>
            <a:r>
              <a:rPr lang="x-none" altLang="zh-CN" sz="2400" b="1" strike="noStrike" noProof="1">
                <a:solidFill>
                  <a:srgbClr val="000099"/>
                </a:solidFill>
                <a:effectLst/>
                <a:latin typeface="Times New Roman" panose="02020603050405020304" charset="0"/>
                <a:ea typeface="宋体" panose="02010600030101010101" pitchFamily="2" charset="-122"/>
                <a:cs typeface="+mn-cs"/>
              </a:rPr>
              <a:t>通道、中断</a:t>
            </a:r>
            <a:r>
              <a:rPr lang="zh-CN" altLang="x-none" sz="2400" b="1" strike="noStrike" noProof="1">
                <a:solidFill>
                  <a:srgbClr val="000099"/>
                </a:solidFill>
                <a:effectLst/>
                <a:latin typeface="Times New Roman" panose="02020603050405020304" charset="0"/>
                <a:ea typeface="宋体" panose="02010600030101010101" pitchFamily="2" charset="-122"/>
                <a:cs typeface="+mn-cs"/>
              </a:rPr>
              <a:t>等技术</a:t>
            </a:r>
            <a:r>
              <a:rPr lang="x-none" altLang="zh-CN" sz="2400" b="1" strike="noStrike" noProof="1">
                <a:solidFill>
                  <a:srgbClr val="000099"/>
                </a:solidFill>
                <a:effectLst/>
                <a:latin typeface="Times New Roman" panose="02020603050405020304" charset="0"/>
                <a:ea typeface="宋体" panose="02010600030101010101" pitchFamily="2" charset="-122"/>
                <a:cs typeface="+mn-cs"/>
              </a:rPr>
              <a:t>以及外设的各种物理特性来实现外部设备的共享和并行传输。</a:t>
            </a:r>
            <a:endParaRPr lang="x-none" altLang="zh-CN" sz="2400" b="1" strike="noStrike" noProof="1">
              <a:solidFill>
                <a:srgbClr val="000099"/>
              </a:solidFill>
              <a:effectLst/>
              <a:latin typeface="Times New Roman" panose="02020603050405020304" charset="0"/>
              <a:ea typeface="宋体" panose="02010600030101010101" pitchFamily="2" charset="-122"/>
              <a:cs typeface="+mn-cs"/>
            </a:endParaRPr>
          </a:p>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方便用户的使用</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使用户摆脱具体的、复杂的物理设备特性的束缚。</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x-none" altLang="en-US" sz="2400" b="1" strike="noStrike" noProof="1">
                <a:solidFill>
                  <a:srgbClr val="000099"/>
                </a:solidFill>
                <a:latin typeface="Times New Roman" panose="02020603050405020304" charset="0"/>
                <a:ea typeface="宋体" panose="02010600030101010101" pitchFamily="2" charset="-122"/>
                <a:cs typeface="+mn-cs"/>
                <a:sym typeface="+mn-ea"/>
              </a:rPr>
              <a:t>	</a:t>
            </a:r>
            <a:r>
              <a:rPr lang="en-US" altLang="zh-CN" sz="2400" b="1" strike="noStrike" noProof="1">
                <a:solidFill>
                  <a:srgbClr val="000099"/>
                </a:solidFill>
                <a:latin typeface="Times New Roman" panose="02020603050405020304" charset="0"/>
                <a:ea typeface="宋体" panose="02010600030101010101" pitchFamily="2" charset="-122"/>
                <a:cs typeface="+mn-cs"/>
                <a:sym typeface="+mn-ea"/>
              </a:rPr>
              <a:t>①</a:t>
            </a:r>
            <a:r>
              <a:rPr lang="zh-CN" altLang="en-US" sz="2400" b="1" strike="noStrike" noProof="1">
                <a:solidFill>
                  <a:srgbClr val="000099"/>
                </a:solidFill>
                <a:effectLst/>
                <a:latin typeface="Times New Roman" panose="02020603050405020304" charset="0"/>
                <a:ea typeface="宋体" panose="02010600030101010101" pitchFamily="2" charset="-122"/>
                <a:cs typeface="+mn-cs"/>
                <a:sym typeface="+mn-ea"/>
              </a:rPr>
              <a:t>设备的独立性</a:t>
            </a:r>
            <a:endParaRPr lang="en-US" altLang="zh-CN" sz="2400" b="1" strike="noStrike" noProof="1">
              <a:solidFill>
                <a:srgbClr val="000099"/>
              </a:solidFill>
              <a:effectLst/>
              <a:latin typeface="Times New Roman" panose="02020603050405020304" charset="0"/>
              <a:ea typeface="宋体" panose="02010600030101010101" pitchFamily="2" charset="-122"/>
              <a:cs typeface="+mn-cs"/>
            </a:endParaRPr>
          </a:p>
          <a:p>
            <a:pPr marL="914400" lvl="1" indent="-457200" fontAlgn="base">
              <a:lnSpc>
                <a:spcPct val="130000"/>
              </a:lnSpc>
              <a:buNone/>
            </a:pPr>
            <a:r>
              <a:rPr lang="x-none" altLang="en-US" sz="2400" b="1" strike="noStrike" noProof="1">
                <a:solidFill>
                  <a:srgbClr val="000099"/>
                </a:solidFill>
                <a:latin typeface="Times New Roman" panose="02020603050405020304" charset="0"/>
                <a:ea typeface="宋体" panose="02010600030101010101" pitchFamily="2" charset="-122"/>
                <a:cs typeface="+mn-cs"/>
                <a:sym typeface="+mn-ea"/>
              </a:rPr>
              <a:t>	</a:t>
            </a:r>
            <a:r>
              <a:rPr lang="en-US" altLang="zh-CN" sz="2400" b="1" strike="noStrike" noProof="1">
                <a:solidFill>
                  <a:srgbClr val="000099"/>
                </a:solidFill>
                <a:latin typeface="Times New Roman" panose="02020603050405020304" charset="0"/>
                <a:ea typeface="宋体" panose="02010600030101010101" pitchFamily="2" charset="-122"/>
                <a:cs typeface="+mn-cs"/>
                <a:sym typeface="+mn-ea"/>
              </a:rPr>
              <a:t>②</a:t>
            </a:r>
            <a:r>
              <a:rPr lang="zh-CN" altLang="en-US" sz="2400" b="1" strike="noStrike" noProof="1">
                <a:solidFill>
                  <a:srgbClr val="000099"/>
                </a:solidFill>
                <a:effectLst/>
                <a:latin typeface="Times New Roman" panose="02020603050405020304" charset="0"/>
                <a:ea typeface="宋体" panose="02010600030101010101" pitchFamily="2" charset="-122"/>
                <a:cs typeface="+mn-cs"/>
                <a:sym typeface="+mn-ea"/>
              </a:rPr>
              <a:t>设备的一致性</a:t>
            </a:r>
            <a:endParaRPr lang="zh-CN" altLang="en-US" sz="2400" b="1" strike="noStrike" noProof="1">
              <a:solidFill>
                <a:schemeClr val="tx1"/>
              </a:solidFill>
              <a:effectLst/>
              <a:latin typeface="Times New Roman" panose="02020603050405020304" charset="0"/>
              <a:ea typeface="宋体" panose="02010600030101010101" pitchFamily="2" charset="-122"/>
            </a:endParaRPr>
          </a:p>
        </p:txBody>
      </p:sp>
      <p:sp>
        <p:nvSpPr>
          <p:cNvPr id="8196" name="矩形 819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设备管理概述</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8195"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3" name="矩形 10242"/>
          <p:cNvSpPr/>
          <p:nvPr/>
        </p:nvSpPr>
        <p:spPr>
          <a:xfrm>
            <a:off x="157163" y="561340"/>
            <a:ext cx="8812213" cy="586232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x-none" altLang="en-US" b="1" strike="noStrike" noProof="1">
                <a:solidFill>
                  <a:srgbClr val="990000"/>
                </a:solidFill>
                <a:effectLst/>
                <a:latin typeface="Times New Roman" panose="02020603050405020304" charset="0"/>
                <a:ea typeface="宋体" panose="02010600030101010101" pitchFamily="2" charset="-122"/>
                <a:cs typeface="+mn-ea"/>
              </a:rPr>
              <a:t>3</a:t>
            </a:r>
            <a:r>
              <a:rPr lang="en-US" altLang="zh-CN" b="1" strike="noStrike" noProof="1">
                <a:solidFill>
                  <a:srgbClr val="990000"/>
                </a:solidFill>
                <a:effectLst/>
                <a:latin typeface="Times New Roman" panose="02020603050405020304" charset="0"/>
                <a:ea typeface="宋体" panose="02010600030101010101" pitchFamily="2" charset="-122"/>
                <a:cs typeface="+mn-ea"/>
              </a:rPr>
              <a:t>.  </a:t>
            </a:r>
            <a:r>
              <a:rPr lang="zh-CN" altLang="en-US" b="1" strike="noStrike" noProof="1">
                <a:solidFill>
                  <a:srgbClr val="990000"/>
                </a:solidFill>
                <a:effectLst/>
                <a:latin typeface="Times New Roman" panose="02020603050405020304" charset="0"/>
                <a:ea typeface="宋体" panose="02010600030101010101" pitchFamily="2" charset="-122"/>
                <a:cs typeface="+mn-ea"/>
              </a:rPr>
              <a:t>设备独立性</a:t>
            </a:r>
            <a:endParaRPr lang="zh-CN" altLang="en-US" b="1" strike="noStrike" noProof="1">
              <a:solidFill>
                <a:srgbClr val="990000"/>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effectLst/>
                <a:latin typeface="Times New Roman" panose="02020603050405020304" charset="0"/>
                <a:ea typeface="宋体" panose="02010600030101010101" pitchFamily="2" charset="-122"/>
                <a:cs typeface="+mn-ea"/>
              </a:rPr>
              <a:t>      </a:t>
            </a:r>
            <a:r>
              <a:rPr lang="en-US" altLang="zh-CN" sz="2800" b="1" strike="noStrike" noProof="1">
                <a:solidFill>
                  <a:srgbClr val="A50021"/>
                </a:solidFill>
                <a:effectLst/>
                <a:latin typeface="Times New Roman" panose="02020603050405020304" charset="0"/>
                <a:ea typeface="宋体" panose="02010600030101010101" pitchFamily="2" charset="-122"/>
                <a:cs typeface="+mn-ea"/>
              </a:rPr>
              <a:t>(1) </a:t>
            </a:r>
            <a:r>
              <a:rPr lang="zh-CN" altLang="en-US" sz="2800" b="1" strike="noStrike" noProof="1">
                <a:solidFill>
                  <a:srgbClr val="A50021"/>
                </a:solidFill>
                <a:effectLst/>
                <a:latin typeface="Times New Roman" panose="02020603050405020304" charset="0"/>
                <a:ea typeface="宋体" panose="02010600030101010101" pitchFamily="2" charset="-122"/>
                <a:cs typeface="+mn-ea"/>
              </a:rPr>
              <a:t>设备独立性概念</a:t>
            </a:r>
            <a:endParaRPr lang="zh-CN" altLang="en-US" sz="2800" b="1" strike="noStrike" noProof="1">
              <a:solidFill>
                <a:srgbClr val="A50021"/>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en-US" altLang="zh-CN" sz="2400" b="1" strike="noStrike" noProof="1">
                <a:solidFill>
                  <a:srgbClr val="000099"/>
                </a:solidFill>
                <a:effectLst/>
                <a:latin typeface="Times New Roman" panose="02020603050405020304" charset="0"/>
                <a:ea typeface="宋体" panose="02010600030101010101" pitchFamily="2" charset="-122"/>
                <a:cs typeface="+mn-cs"/>
              </a:rPr>
              <a:t>①</a:t>
            </a:r>
            <a:r>
              <a:rPr lang="en-US" altLang="zh-CN" sz="2400" b="1" strike="noStrike" noProof="1">
                <a:solidFill>
                  <a:srgbClr val="000099"/>
                </a:solidFill>
                <a:effectLst/>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什么是设备独立性</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	</a:t>
            </a:r>
            <a:r>
              <a:rPr lang="zh-CN" altLang="en-US" sz="2000" strike="noStrike" noProof="1">
                <a:solidFill>
                  <a:schemeClr val="tx1"/>
                </a:solidFill>
                <a:effectLst/>
                <a:latin typeface="Times New Roman" panose="02020603050405020304" charset="0"/>
                <a:ea typeface="宋体" panose="02010600030101010101" pitchFamily="2" charset="-122"/>
                <a:cs typeface="+mn-cs"/>
              </a:rPr>
              <a:t> </a:t>
            </a:r>
            <a:r>
              <a:rPr lang="zh-CN" altLang="en-US" sz="2400" strike="noStrike" noProof="1">
                <a:solidFill>
                  <a:schemeClr val="tx1"/>
                </a:solidFill>
                <a:effectLst/>
                <a:latin typeface="Times New Roman" panose="02020603050405020304" charset="0"/>
                <a:ea typeface="宋体" panose="02010600030101010101" pitchFamily="2" charset="-122"/>
                <a:cs typeface="+mn-cs"/>
              </a:rPr>
              <a:t>所谓设备独立性是指，用户在程序中使用的设备与实际使</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      用的设备无关，也就是在用户程序中仅使用逻辑设备名。</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en-US" altLang="zh-CN" sz="2400" b="1" strike="noStrike" noProof="1">
                <a:solidFill>
                  <a:srgbClr val="000099"/>
                </a:solidFill>
                <a:effectLst/>
                <a:latin typeface="Times New Roman" panose="02020603050405020304" charset="0"/>
                <a:ea typeface="宋体" panose="02010600030101010101" pitchFamily="2" charset="-122"/>
                <a:cs typeface="+mn-cs"/>
              </a:rPr>
              <a:t>②</a:t>
            </a:r>
            <a:r>
              <a:rPr lang="en-US" altLang="zh-CN" sz="2400" b="1" strike="noStrike" noProof="1">
                <a:solidFill>
                  <a:srgbClr val="000099"/>
                </a:solidFill>
                <a:effectLst/>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逻辑设备名</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      逻辑设备名，是用户自己指定的设备名 </a:t>
            </a:r>
            <a:r>
              <a:rPr lang="en-US" altLang="zh-CN" sz="2400" strike="noStrike" noProof="1">
                <a:solidFill>
                  <a:schemeClr val="tx1"/>
                </a:solidFill>
                <a:effectLst/>
                <a:latin typeface="Times New Roman" panose="02020603050405020304" charset="0"/>
                <a:ea typeface="宋体" panose="02010600030101010101" pitchFamily="2" charset="-122"/>
                <a:cs typeface="+mn-cs"/>
              </a:rPr>
              <a:t>(</a:t>
            </a:r>
            <a:r>
              <a:rPr lang="zh-CN" altLang="en-US" sz="2400" strike="noStrike" noProof="1">
                <a:solidFill>
                  <a:schemeClr val="tx1"/>
                </a:solidFill>
                <a:effectLst/>
                <a:latin typeface="Times New Roman" panose="02020603050405020304" charset="0"/>
                <a:ea typeface="宋体" panose="02010600030101010101" pitchFamily="2" charset="-122"/>
                <a:cs typeface="+mn-cs"/>
              </a:rPr>
              <a:t>或设备号</a:t>
            </a:r>
            <a:r>
              <a:rPr lang="en-US" altLang="zh-CN" sz="2400" strike="noStrike" noProof="1">
                <a:solidFill>
                  <a:schemeClr val="tx1"/>
                </a:solidFill>
                <a:effectLst/>
                <a:latin typeface="Times New Roman" panose="02020603050405020304" charset="0"/>
                <a:ea typeface="宋体" panose="02010600030101010101" pitchFamily="2" charset="-122"/>
                <a:cs typeface="+mn-cs"/>
              </a:rPr>
              <a:t>)</a:t>
            </a:r>
            <a:r>
              <a:rPr lang="zh-CN" altLang="en-US" sz="2400" strike="noStrike" noProof="1">
                <a:solidFill>
                  <a:schemeClr val="tx1"/>
                </a:solidFill>
                <a:effectLst/>
                <a:latin typeface="Times New Roman" panose="02020603050405020304" charset="0"/>
                <a:ea typeface="宋体" panose="02010600030101010101" pitchFamily="2" charset="-122"/>
                <a:cs typeface="+mn-cs"/>
              </a:rPr>
              <a:t>，它是暂时的、可更改的。</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en-US" altLang="zh-CN" sz="2400" b="1" strike="noStrike" noProof="1">
                <a:solidFill>
                  <a:srgbClr val="000099"/>
                </a:solidFill>
                <a:effectLst/>
                <a:latin typeface="Times New Roman" panose="02020603050405020304" charset="0"/>
                <a:ea typeface="宋体" panose="02010600030101010101" pitchFamily="2" charset="-122"/>
                <a:cs typeface="+mn-cs"/>
              </a:rPr>
              <a:t>③</a:t>
            </a:r>
            <a:r>
              <a:rPr lang="en-US" altLang="zh-CN" sz="2400" b="1" strike="noStrike" noProof="1">
                <a:solidFill>
                  <a:srgbClr val="000099"/>
                </a:solidFill>
                <a:effectLst/>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物理设备名</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      物理设备名，是系统提供的设备的标准名称，它是永久</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      的、不可更改的。</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sp>
        <p:nvSpPr>
          <p:cNvPr id="10244" name="矩形 1024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设备管理概述</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1024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文本框 1024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5</a:t>
            </a:r>
            <a:endParaRPr lang="en-US" altLang="zh-CN" sz="1400">
              <a:solidFill>
                <a:schemeClr val="tx2"/>
              </a:solidFill>
              <a:latin typeface="Times New Roman" panose="02020603050405020304" charset="0"/>
              <a:ea typeface="宋体" panose="02010600030101010101" pitchFamily="2" charset="-122"/>
            </a:endParaRPr>
          </a:p>
        </p:txBody>
      </p:sp>
      <p:sp>
        <p:nvSpPr>
          <p:cNvPr id="10243" name="矩形 10242"/>
          <p:cNvSpPr/>
          <p:nvPr/>
        </p:nvSpPr>
        <p:spPr>
          <a:xfrm>
            <a:off x="367030" y="701675"/>
            <a:ext cx="8348980" cy="452120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x-none" altLang="en-US" b="1" strike="noStrike" noProof="1">
                <a:solidFill>
                  <a:srgbClr val="990000"/>
                </a:solidFill>
                <a:effectLst/>
                <a:latin typeface="Times New Roman" panose="02020603050405020304" charset="0"/>
                <a:ea typeface="宋体" panose="02010600030101010101" pitchFamily="2" charset="-122"/>
                <a:cs typeface="+mn-ea"/>
              </a:rPr>
              <a:t>3</a:t>
            </a:r>
            <a:r>
              <a:rPr lang="en-US" altLang="zh-CN" b="1" strike="noStrike" noProof="1">
                <a:solidFill>
                  <a:srgbClr val="990000"/>
                </a:solidFill>
                <a:effectLst/>
                <a:latin typeface="Times New Roman" panose="02020603050405020304" charset="0"/>
                <a:ea typeface="宋体" panose="02010600030101010101" pitchFamily="2" charset="-122"/>
                <a:cs typeface="+mn-ea"/>
              </a:rPr>
              <a:t>.  </a:t>
            </a:r>
            <a:r>
              <a:rPr lang="zh-CN" altLang="en-US" b="1" strike="noStrike" noProof="1">
                <a:solidFill>
                  <a:srgbClr val="990000"/>
                </a:solidFill>
                <a:effectLst/>
                <a:latin typeface="Times New Roman" panose="02020603050405020304" charset="0"/>
                <a:ea typeface="宋体" panose="02010600030101010101" pitchFamily="2" charset="-122"/>
                <a:cs typeface="+mn-ea"/>
              </a:rPr>
              <a:t>设备独立性</a:t>
            </a:r>
            <a:endParaRPr lang="zh-CN" altLang="en-US" b="1" strike="noStrike" noProof="1">
              <a:solidFill>
                <a:srgbClr val="990000"/>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endParaRPr lang="zh-CN" altLang="en-US" sz="2400" strike="noStrike" noProof="1">
              <a:solidFill>
                <a:schemeClr val="tx1"/>
              </a:solidFill>
              <a:effectLst/>
              <a:latin typeface="Times New Roman" panose="02020603050405020304" charset="0"/>
              <a:ea typeface="宋体" panose="02010600030101010101" pitchFamily="2" charset="-122"/>
              <a:cs typeface="+mn-cs"/>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程序在执行过程中必须使用实际的物理设备，就好像程序在主存中一定要使用物理地址一样，但是在用户程序中应避免使用实际的物理名，而采用逻辑设备名。这样做的道理就和用户程序中要使用逻辑地址而不使用物理地址的道理一样。</a:t>
            </a:r>
            <a:endParaRPr lang="zh-CN" altLang="en-US" sz="2400" strike="noStrike" noProof="1">
              <a:solidFill>
                <a:schemeClr val="tx1"/>
              </a:solidFill>
              <a:effectLst/>
              <a:latin typeface="Times New Roman" panose="02020603050405020304" charset="0"/>
              <a:ea typeface="宋体" panose="02010600030101010101" pitchFamily="2" charset="-122"/>
              <a:cs typeface="+mn-cs"/>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设备管理的任务之一就是把逻辑设备名转换成物理设备名。</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sp>
        <p:nvSpPr>
          <p:cNvPr id="10244" name="矩形 1024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设备管理概述</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1024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文本框 1126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6</a:t>
            </a:r>
            <a:endParaRPr lang="en-US" altLang="zh-CN" sz="1400">
              <a:solidFill>
                <a:schemeClr val="tx2"/>
              </a:solidFill>
              <a:latin typeface="Times New Roman" panose="02020603050405020304" charset="0"/>
              <a:ea typeface="宋体" panose="02010600030101010101" pitchFamily="2" charset="-122"/>
            </a:endParaRPr>
          </a:p>
        </p:txBody>
      </p:sp>
      <p:sp>
        <p:nvSpPr>
          <p:cNvPr id="11267" name="矩形 11266"/>
          <p:cNvSpPr/>
          <p:nvPr/>
        </p:nvSpPr>
        <p:spPr>
          <a:xfrm>
            <a:off x="657225" y="730250"/>
            <a:ext cx="8318500" cy="450532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effectLst/>
                <a:latin typeface="Times New Roman" panose="02020603050405020304" charset="0"/>
                <a:ea typeface="宋体" panose="02010600030101010101" pitchFamily="2" charset="-122"/>
                <a:cs typeface="+mn-ea"/>
              </a:rPr>
              <a:t>(2) </a:t>
            </a:r>
            <a:r>
              <a:rPr lang="zh-CN" altLang="en-US" sz="2800" b="1" strike="noStrike" noProof="1">
                <a:solidFill>
                  <a:srgbClr val="A50021"/>
                </a:solidFill>
                <a:effectLst/>
                <a:latin typeface="Times New Roman" panose="02020603050405020304" charset="0"/>
                <a:ea typeface="宋体" panose="02010600030101010101" pitchFamily="2" charset="-122"/>
                <a:cs typeface="+mn-ea"/>
              </a:rPr>
              <a:t>两种类型的设备独立性</a:t>
            </a:r>
            <a:endParaRPr lang="zh-CN" altLang="en-US" sz="2800" b="1" strike="noStrike" noProof="1">
              <a:solidFill>
                <a:srgbClr val="A50021"/>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b="1" strike="noStrike" noProof="1">
                <a:solidFill>
                  <a:srgbClr val="000099"/>
                </a:solidFill>
                <a:effectLst/>
                <a:latin typeface="Times New Roman" panose="02020603050405020304" charset="0"/>
                <a:ea typeface="宋体" panose="02010600030101010101" pitchFamily="2" charset="-122"/>
                <a:cs typeface="+mn-ea"/>
              </a:rPr>
              <a:t>①</a:t>
            </a:r>
            <a:r>
              <a:rPr lang="en-US" altLang="zh-CN" sz="2400" b="1" strike="noStrike" noProof="1">
                <a:solidFill>
                  <a:srgbClr val="000099"/>
                </a:solidFill>
                <a:effectLst/>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effectLst/>
                <a:latin typeface="Times New Roman" panose="02020603050405020304" charset="0"/>
                <a:ea typeface="宋体" panose="02010600030101010101" pitchFamily="2" charset="-122"/>
                <a:cs typeface="+mn-ea"/>
              </a:rPr>
              <a:t>一个程序独立于分配给它的某种类型的具体设备</a:t>
            </a:r>
            <a:r>
              <a:rPr lang="zh-CN" altLang="en-US" sz="2800" strike="noStrike" noProof="1">
                <a:effectLst/>
                <a:latin typeface="Arial" panose="02080604020202020204" pitchFamily="34" charset="0"/>
                <a:ea typeface="宋体" panose="02010600030101010101" pitchFamily="2" charset="-122"/>
                <a:cs typeface="+mn-ea"/>
              </a:rPr>
              <a:t> </a:t>
            </a:r>
            <a:endParaRPr lang="zh-CN" altLang="en-US" sz="28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系统可以根据设备的使用情况，动态地分配给程序某类设备中的任一台物理设备，程序都能正确地执行。</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b="1" strike="noStrike" noProof="1">
                <a:solidFill>
                  <a:srgbClr val="000099"/>
                </a:solidFill>
                <a:effectLst/>
                <a:latin typeface="Times New Roman" panose="02020603050405020304" charset="0"/>
                <a:ea typeface="宋体" panose="02010600030101010101" pitchFamily="2" charset="-122"/>
                <a:cs typeface="+mn-ea"/>
              </a:rPr>
              <a:t>②</a:t>
            </a:r>
            <a:r>
              <a:rPr lang="en-US" altLang="zh-CN" sz="2400" b="1" strike="noStrike" noProof="1">
                <a:solidFill>
                  <a:srgbClr val="000099"/>
                </a:solidFill>
                <a:effectLst/>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effectLst/>
                <a:latin typeface="Times New Roman" panose="02020603050405020304" charset="0"/>
                <a:ea typeface="宋体" panose="02010600030101010101" pitchFamily="2" charset="-122"/>
                <a:cs typeface="+mn-ea"/>
              </a:rPr>
              <a:t>程序应尽可能与它所使用的</a:t>
            </a:r>
            <a:r>
              <a:rPr lang="en-US" altLang="zh-CN" sz="2400" b="1" strike="noStrike" noProof="1">
                <a:solidFill>
                  <a:srgbClr val="000099"/>
                </a:solidFill>
                <a:effectLst/>
                <a:latin typeface="Times New Roman" panose="02020603050405020304" charset="0"/>
                <a:ea typeface="宋体" panose="02010600030101010101" pitchFamily="2" charset="-122"/>
                <a:cs typeface="+mn-ea"/>
              </a:rPr>
              <a:t>I/O</a:t>
            </a:r>
            <a:r>
              <a:rPr lang="zh-CN" altLang="en-US" sz="2400" b="1" strike="noStrike" noProof="1">
                <a:solidFill>
                  <a:srgbClr val="000099"/>
                </a:solidFill>
                <a:effectLst/>
                <a:latin typeface="Times New Roman" panose="02020603050405020304" charset="0"/>
                <a:ea typeface="宋体" panose="02010600030101010101" pitchFamily="2" charset="-122"/>
                <a:cs typeface="+mn-ea"/>
              </a:rPr>
              <a:t>设备类型无关 </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b="1" strike="noStrike" noProof="1">
                <a:solidFill>
                  <a:srgbClr val="000099"/>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在输入 </a:t>
            </a:r>
            <a:r>
              <a:rPr lang="en-US" altLang="zh-CN" sz="2400" strike="noStrike" noProof="1">
                <a:solidFill>
                  <a:schemeClr val="tx1"/>
                </a:solidFill>
                <a:effectLst/>
                <a:latin typeface="Times New Roman" panose="02020603050405020304" charset="0"/>
                <a:ea typeface="宋体" panose="02010600030101010101" pitchFamily="2" charset="-122"/>
                <a:cs typeface="+mn-ea"/>
              </a:rPr>
              <a:t>(</a:t>
            </a:r>
            <a:r>
              <a:rPr lang="zh-CN" altLang="en-US" sz="2400" strike="noStrike" noProof="1">
                <a:solidFill>
                  <a:schemeClr val="tx1"/>
                </a:solidFill>
                <a:effectLst/>
                <a:latin typeface="Times New Roman" panose="02020603050405020304" charset="0"/>
                <a:ea typeface="宋体" panose="02010600030101010101" pitchFamily="2" charset="-122"/>
                <a:cs typeface="+mn-ea"/>
              </a:rPr>
              <a:t>或输出</a:t>
            </a:r>
            <a:r>
              <a:rPr lang="en-US" altLang="zh-CN" sz="2400" strike="noStrike" noProof="1">
                <a:solidFill>
                  <a:schemeClr val="tx1"/>
                </a:solidFill>
                <a:effectLst/>
                <a:latin typeface="Times New Roman" panose="02020603050405020304" charset="0"/>
                <a:ea typeface="宋体" panose="02010600030101010101" pitchFamily="2" charset="-122"/>
                <a:cs typeface="+mn-ea"/>
              </a:rPr>
              <a:t>)</a:t>
            </a:r>
            <a:r>
              <a:rPr lang="zh-CN" altLang="en-US" sz="2400" strike="noStrike" noProof="1">
                <a:solidFill>
                  <a:schemeClr val="tx1"/>
                </a:solidFill>
                <a:effectLst/>
                <a:latin typeface="Times New Roman" panose="02020603050405020304" charset="0"/>
                <a:ea typeface="宋体" panose="02010600030101010101" pitchFamily="2" charset="-122"/>
                <a:cs typeface="+mn-ea"/>
              </a:rPr>
              <a:t>信息时，信息可以从不同类型的输入 </a:t>
            </a:r>
            <a:r>
              <a:rPr lang="en-US" altLang="zh-CN" sz="2400" strike="noStrike" noProof="1">
                <a:solidFill>
                  <a:schemeClr val="tx1"/>
                </a:solidFill>
                <a:effectLst/>
                <a:latin typeface="Times New Roman" panose="02020603050405020304" charset="0"/>
                <a:ea typeface="宋体" panose="02010600030101010101" pitchFamily="2" charset="-122"/>
                <a:cs typeface="+mn-ea"/>
              </a:rPr>
              <a:t>(</a:t>
            </a:r>
            <a:r>
              <a:rPr lang="zh-CN" altLang="en-US" sz="2400" strike="noStrike" noProof="1">
                <a:solidFill>
                  <a:schemeClr val="tx1"/>
                </a:solidFill>
                <a:effectLst/>
                <a:latin typeface="Times New Roman" panose="02020603050405020304" charset="0"/>
                <a:ea typeface="宋体" panose="02010600030101010101" pitchFamily="2" charset="-122"/>
                <a:cs typeface="+mn-ea"/>
              </a:rPr>
              <a:t>或输出</a:t>
            </a:r>
            <a:r>
              <a:rPr lang="en-US" altLang="zh-CN" sz="2400" strike="noStrike" noProof="1">
                <a:solidFill>
                  <a:schemeClr val="tx1"/>
                </a:solidFill>
                <a:effectLst/>
                <a:latin typeface="Times New Roman" panose="02020603050405020304" charset="0"/>
                <a:ea typeface="宋体" panose="02010600030101010101" pitchFamily="2" charset="-122"/>
                <a:cs typeface="+mn-ea"/>
              </a:rPr>
              <a:t>)</a:t>
            </a:r>
            <a:r>
              <a:rPr lang="zh-CN" altLang="en-US" sz="2400" strike="noStrike" noProof="1">
                <a:solidFill>
                  <a:schemeClr val="tx1"/>
                </a:solidFill>
                <a:effectLst/>
                <a:latin typeface="Times New Roman" panose="02020603050405020304" charset="0"/>
                <a:ea typeface="宋体" panose="02010600030101010101" pitchFamily="2" charset="-122"/>
                <a:cs typeface="+mn-ea"/>
              </a:rPr>
              <a:t>设备上输入 </a:t>
            </a:r>
            <a:r>
              <a:rPr lang="en-US" altLang="zh-CN" sz="2400" strike="noStrike" noProof="1">
                <a:solidFill>
                  <a:schemeClr val="tx1"/>
                </a:solidFill>
                <a:effectLst/>
                <a:latin typeface="Times New Roman" panose="02020603050405020304" charset="0"/>
                <a:ea typeface="宋体" panose="02010600030101010101" pitchFamily="2" charset="-122"/>
                <a:cs typeface="+mn-ea"/>
              </a:rPr>
              <a:t>(</a:t>
            </a:r>
            <a:r>
              <a:rPr lang="zh-CN" altLang="en-US" sz="2400" strike="noStrike" noProof="1">
                <a:solidFill>
                  <a:schemeClr val="tx1"/>
                </a:solidFill>
                <a:effectLst/>
                <a:latin typeface="Times New Roman" panose="02020603050405020304" charset="0"/>
                <a:ea typeface="宋体" panose="02010600030101010101" pitchFamily="2" charset="-122"/>
                <a:cs typeface="+mn-ea"/>
              </a:rPr>
              <a:t>或输出</a:t>
            </a:r>
            <a:r>
              <a:rPr lang="en-US" altLang="zh-CN" sz="2400" strike="noStrike" noProof="1">
                <a:solidFill>
                  <a:schemeClr val="tx1"/>
                </a:solidFill>
                <a:effectLst/>
                <a:latin typeface="Times New Roman" panose="02020603050405020304" charset="0"/>
                <a:ea typeface="宋体" panose="02010600030101010101" pitchFamily="2" charset="-122"/>
                <a:cs typeface="+mn-ea"/>
              </a:rPr>
              <a:t>)</a:t>
            </a:r>
            <a:r>
              <a:rPr lang="zh-CN" altLang="en-US" sz="2400" strike="noStrike" noProof="1">
                <a:solidFill>
                  <a:schemeClr val="tx1"/>
                </a:solidFill>
                <a:effectLst/>
                <a:latin typeface="Times New Roman" panose="02020603050405020304" charset="0"/>
                <a:ea typeface="宋体" panose="02010600030101010101" pitchFamily="2" charset="-122"/>
                <a:cs typeface="+mn-ea"/>
              </a:rPr>
              <a:t>，若要改变输入 </a:t>
            </a:r>
            <a:r>
              <a:rPr lang="en-US" altLang="zh-CN" sz="2400" strike="noStrike" noProof="1">
                <a:solidFill>
                  <a:schemeClr val="tx1"/>
                </a:solidFill>
                <a:effectLst/>
                <a:latin typeface="Times New Roman" panose="02020603050405020304" charset="0"/>
                <a:ea typeface="宋体" panose="02010600030101010101" pitchFamily="2" charset="-122"/>
                <a:cs typeface="+mn-ea"/>
              </a:rPr>
              <a:t>(</a:t>
            </a:r>
            <a:r>
              <a:rPr lang="zh-CN" altLang="en-US" sz="2400" strike="noStrike" noProof="1">
                <a:solidFill>
                  <a:schemeClr val="tx1"/>
                </a:solidFill>
                <a:effectLst/>
                <a:latin typeface="Times New Roman" panose="02020603050405020304" charset="0"/>
                <a:ea typeface="宋体" panose="02010600030101010101" pitchFamily="2" charset="-122"/>
                <a:cs typeface="+mn-ea"/>
              </a:rPr>
              <a:t>或输出</a:t>
            </a:r>
            <a:r>
              <a:rPr lang="en-US" altLang="zh-CN" sz="2400"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设备的类型，程序只需进行最少的修改。</a:t>
            </a:r>
            <a:r>
              <a:rPr lang="zh-CN" altLang="en-US" sz="2400" strike="noStrike" noProof="1">
                <a:solidFill>
                  <a:schemeClr val="tx1"/>
                </a:solidFill>
                <a:latin typeface="Times New Roman" panose="02020603050405020304" charset="0"/>
                <a:ea typeface="宋体" panose="02010600030101010101" pitchFamily="2" charset="-122"/>
                <a:cs typeface="+mn-ea"/>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11268" name="矩形 1126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设备管理概述</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11267"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文本框 1228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7</a:t>
            </a:r>
            <a:endParaRPr lang="en-US" altLang="zh-CN" sz="1400">
              <a:solidFill>
                <a:schemeClr val="tx2"/>
              </a:solidFill>
              <a:latin typeface="Times New Roman" panose="02020603050405020304" charset="0"/>
              <a:ea typeface="宋体" panose="02010600030101010101" pitchFamily="2" charset="-122"/>
            </a:endParaRPr>
          </a:p>
        </p:txBody>
      </p:sp>
      <p:sp>
        <p:nvSpPr>
          <p:cNvPr id="12291" name="矩形 12290"/>
          <p:cNvSpPr/>
          <p:nvPr/>
        </p:nvSpPr>
        <p:spPr>
          <a:xfrm>
            <a:off x="415608" y="673100"/>
            <a:ext cx="8318500" cy="522859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(3) </a:t>
            </a:r>
            <a:r>
              <a:rPr lang="zh-CN" altLang="en-US" sz="2800" b="1" strike="noStrike" noProof="1">
                <a:solidFill>
                  <a:srgbClr val="A50021"/>
                </a:solidFill>
                <a:latin typeface="Times New Roman" panose="02020603050405020304" charset="0"/>
                <a:ea typeface="宋体" panose="02010600030101010101" pitchFamily="2" charset="-122"/>
                <a:cs typeface="+mn-ea"/>
              </a:rPr>
              <a:t>设备独立性的实现</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en-US" altLang="zh-CN" sz="2400" b="1" strike="noStrike" noProof="1">
                <a:solidFill>
                  <a:srgbClr val="000099"/>
                </a:solidFill>
                <a:effectLst/>
                <a:latin typeface="Times New Roman" panose="02020603050405020304" charset="0"/>
                <a:ea typeface="宋体" panose="02010600030101010101" pitchFamily="2" charset="-122"/>
                <a:cs typeface="+mn-ea"/>
              </a:rPr>
              <a:t>①</a:t>
            </a:r>
            <a:r>
              <a:rPr lang="en-US" altLang="zh-CN" sz="2400" b="1" strike="noStrike" noProof="1">
                <a:solidFill>
                  <a:srgbClr val="000099"/>
                </a:solidFill>
                <a:effectLst/>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effectLst/>
                <a:latin typeface="Times New Roman" panose="02020603050405020304" charset="0"/>
                <a:ea typeface="宋体" panose="02010600030101010101" pitchFamily="2" charset="-122"/>
                <a:cs typeface="+mn-ea"/>
              </a:rPr>
              <a:t>在高级语言中用软通道实现</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使用高级语言提供的指派语句，通过指派一个逻辑设备名</a:t>
            </a:r>
            <a:r>
              <a:rPr lang="en-US" altLang="zh-CN" sz="2400" strike="noStrike" noProof="1">
                <a:solidFill>
                  <a:schemeClr val="tx1"/>
                </a:solidFill>
                <a:effectLst/>
                <a:latin typeface="Times New Roman" panose="02020603050405020304" charset="0"/>
                <a:ea typeface="宋体" panose="02010600030101010101" pitchFamily="2" charset="-122"/>
                <a:cs typeface="+mn-ea"/>
              </a:rPr>
              <a:t>(</a:t>
            </a:r>
            <a:r>
              <a:rPr lang="zh-CN" altLang="en-US" sz="2400" strike="noStrike" noProof="1">
                <a:solidFill>
                  <a:schemeClr val="tx1"/>
                </a:solidFill>
                <a:effectLst/>
                <a:latin typeface="Times New Roman" panose="02020603050405020304" charset="0"/>
                <a:ea typeface="宋体" panose="02010600030101010101" pitchFamily="2" charset="-122"/>
                <a:cs typeface="+mn-ea"/>
              </a:rPr>
              <a:t>通道号</a:t>
            </a:r>
            <a:r>
              <a:rPr lang="en-US" altLang="zh-CN" sz="2400" strike="noStrike" noProof="1">
                <a:solidFill>
                  <a:schemeClr val="tx1"/>
                </a:solidFill>
                <a:effectLst/>
                <a:latin typeface="Times New Roman" panose="02020603050405020304" charset="0"/>
                <a:ea typeface="宋体" panose="02010600030101010101" pitchFamily="2" charset="-122"/>
                <a:cs typeface="+mn-ea"/>
              </a:rPr>
              <a:t>)</a:t>
            </a:r>
            <a:r>
              <a:rPr lang="zh-CN" altLang="en-US" sz="2400" strike="noStrike" noProof="1">
                <a:solidFill>
                  <a:schemeClr val="tx1"/>
                </a:solidFill>
                <a:effectLst/>
                <a:latin typeface="Times New Roman" panose="02020603050405020304" charset="0"/>
                <a:ea typeface="宋体" panose="02010600030101010101" pitchFamily="2" charset="-122"/>
                <a:cs typeface="+mn-ea"/>
              </a:rPr>
              <a:t>来定义一个设备或文件。</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如：</a:t>
            </a:r>
            <a:r>
              <a:rPr lang="en-US" altLang="zh-CN" sz="2400" strike="noStrike" noProof="1">
                <a:solidFill>
                  <a:schemeClr val="tx1"/>
                </a:solidFill>
                <a:effectLst/>
                <a:latin typeface="Times New Roman" panose="02020603050405020304" charset="0"/>
                <a:ea typeface="宋体" panose="02010600030101010101" pitchFamily="2" charset="-122"/>
                <a:cs typeface="+mn-ea"/>
              </a:rPr>
              <a:t>fd = open(“/dev/lp” ,mode) </a:t>
            </a:r>
            <a:endParaRPr lang="en-US" altLang="zh-CN"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r>
              <a:rPr lang="en-US" altLang="zh-CN" sz="2400" strike="noStrike" noProof="1">
                <a:solidFill>
                  <a:schemeClr val="tx1"/>
                </a:solidFill>
                <a:effectLst/>
                <a:latin typeface="Times New Roman" panose="02020603050405020304" charset="0"/>
                <a:ea typeface="宋体" panose="02010600030101010101" pitchFamily="2" charset="-122"/>
                <a:cs typeface="+mn-ea"/>
              </a:rPr>
              <a:t>		n = write(fd, buf, buf_len);</a:t>
            </a:r>
            <a:endParaRPr lang="en-US" altLang="zh-CN"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r>
              <a:rPr lang="en-US" altLang="zh-CN" sz="2400" strike="noStrike" noProof="1">
                <a:solidFill>
                  <a:schemeClr val="tx1"/>
                </a:solidFill>
                <a:effectLst/>
                <a:latin typeface="Times New Roman" panose="02020603050405020304" charset="0"/>
                <a:ea typeface="宋体" panose="02010600030101010101" pitchFamily="2" charset="-122"/>
                <a:cs typeface="+mn-ea"/>
              </a:rPr>
              <a:t>			... ...</a:t>
            </a:r>
            <a:endParaRPr lang="en-US" altLang="zh-CN"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en-US" altLang="zh-CN" sz="2400" b="1">
                <a:solidFill>
                  <a:srgbClr val="000099"/>
                </a:solidFill>
                <a:effectLst/>
                <a:latin typeface="Times New Roman" panose="02020603050405020304" charset="0"/>
                <a:cs typeface="+mn-ea"/>
                <a:sym typeface="+mn-ea"/>
              </a:rPr>
              <a:t>②</a:t>
            </a:r>
            <a:r>
              <a:rPr lang="en-US" altLang="zh-CN" sz="2400" b="1" strike="noStrike" noProof="1">
                <a:solidFill>
                  <a:srgbClr val="000099"/>
                </a:solidFill>
                <a:effectLst/>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effectLst/>
                <a:latin typeface="Times New Roman" panose="02020603050405020304" charset="0"/>
                <a:ea typeface="宋体" panose="02010600030101010101" pitchFamily="2" charset="-122"/>
                <a:cs typeface="+mn-ea"/>
              </a:rPr>
              <a:t>在交互系统中，用指派命令来定义</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如：</a:t>
            </a:r>
            <a:r>
              <a:rPr lang="en-US" altLang="zh-CN" sz="2400" strike="noStrike" noProof="1">
                <a:solidFill>
                  <a:schemeClr val="tx1"/>
                </a:solidFill>
                <a:effectLst/>
                <a:latin typeface="Times New Roman" panose="02020603050405020304" charset="0"/>
                <a:ea typeface="宋体" panose="02010600030101010101" pitchFamily="2" charset="-122"/>
                <a:cs typeface="+mn-ea"/>
              </a:rPr>
              <a:t>PDP</a:t>
            </a:r>
            <a:r>
              <a:rPr lang="zh-CN" altLang="en-US" sz="2400" strike="noStrike" noProof="1">
                <a:solidFill>
                  <a:schemeClr val="tx1"/>
                </a:solidFill>
                <a:effectLst/>
                <a:latin typeface="Times New Roman" panose="02020603050405020304" charset="0"/>
                <a:ea typeface="宋体" panose="02010600030101010101" pitchFamily="2" charset="-122"/>
                <a:cs typeface="+mn-ea"/>
              </a:rPr>
              <a:t>系列机上的</a:t>
            </a:r>
            <a:r>
              <a:rPr lang="en-US" altLang="zh-CN" sz="2400" strike="noStrike" noProof="1">
                <a:solidFill>
                  <a:schemeClr val="tx1"/>
                </a:solidFill>
                <a:effectLst/>
                <a:latin typeface="Times New Roman" panose="02020603050405020304" charset="0"/>
                <a:ea typeface="宋体" panose="02010600030101010101" pitchFamily="2" charset="-122"/>
                <a:cs typeface="+mn-ea"/>
              </a:rPr>
              <a:t>RT11</a:t>
            </a:r>
            <a:r>
              <a:rPr lang="zh-CN" altLang="en-US" sz="2400" strike="noStrike" noProof="1">
                <a:solidFill>
                  <a:schemeClr val="tx1"/>
                </a:solidFill>
                <a:effectLst/>
                <a:latin typeface="Times New Roman" panose="02020603050405020304" charset="0"/>
                <a:ea typeface="宋体" panose="02010600030101010101" pitchFamily="2" charset="-122"/>
                <a:cs typeface="+mn-ea"/>
              </a:rPr>
              <a:t>系统</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a:t>
            </a:r>
            <a:r>
              <a:rPr lang="en-US" altLang="zh-CN" sz="2400" strike="noStrike" noProof="1">
                <a:solidFill>
                  <a:schemeClr val="tx1"/>
                </a:solidFill>
                <a:effectLst/>
                <a:latin typeface="Times New Roman" panose="02020603050405020304" charset="0"/>
                <a:ea typeface="宋体" panose="02010600030101010101" pitchFamily="2" charset="-122"/>
                <a:cs typeface="+mn-ea"/>
              </a:rPr>
              <a:t>ASSIGN   </a:t>
            </a:r>
            <a:r>
              <a:rPr lang="zh-CN" altLang="en-US" sz="2400" strike="noStrike" noProof="1">
                <a:solidFill>
                  <a:schemeClr val="tx1"/>
                </a:solidFill>
                <a:effectLst/>
                <a:latin typeface="Times New Roman" panose="02020603050405020304" charset="0"/>
                <a:ea typeface="宋体" panose="02010600030101010101" pitchFamily="2" charset="-122"/>
                <a:cs typeface="+mn-ea"/>
              </a:rPr>
              <a:t>设备物理名   设备逻辑名</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sp>
        <p:nvSpPr>
          <p:cNvPr id="12292" name="矩形 12291"/>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设备管理概述</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12291"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文本框 1331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8</a:t>
            </a:r>
            <a:endParaRPr lang="en-US" altLang="zh-CN" sz="1400">
              <a:solidFill>
                <a:schemeClr val="tx2"/>
              </a:solidFill>
              <a:latin typeface="Times New Roman" panose="02020603050405020304" charset="0"/>
              <a:ea typeface="宋体" panose="02010600030101010101" pitchFamily="2" charset="-122"/>
            </a:endParaRPr>
          </a:p>
        </p:txBody>
      </p:sp>
      <p:sp>
        <p:nvSpPr>
          <p:cNvPr id="13315" name="矩形 13314"/>
          <p:cNvSpPr/>
          <p:nvPr/>
        </p:nvSpPr>
        <p:spPr>
          <a:xfrm>
            <a:off x="157163" y="758825"/>
            <a:ext cx="8696325" cy="2982913"/>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      (4) </a:t>
            </a:r>
            <a:r>
              <a:rPr lang="zh-CN" altLang="en-US" sz="2800" b="1" strike="noStrike" noProof="1">
                <a:solidFill>
                  <a:srgbClr val="A50021"/>
                </a:solidFill>
                <a:latin typeface="Times New Roman" panose="02020603050405020304" charset="0"/>
                <a:ea typeface="宋体" panose="02010600030101010101" pitchFamily="2" charset="-122"/>
                <a:cs typeface="+mn-ea"/>
              </a:rPr>
              <a:t>设备独立性的优点</a:t>
            </a:r>
            <a:endParaRPr lang="zh-CN" altLang="en-US" sz="2800" b="1" strike="noStrike" noProof="1">
              <a:solidFill>
                <a:srgbClr val="A50021"/>
              </a:solidFill>
              <a:latin typeface="Times New Roman" panose="02020603050405020304" charset="0"/>
              <a:ea typeface="宋体" panose="02010600030101010101" pitchFamily="2" charset="-122"/>
            </a:endParaRPr>
          </a:p>
          <a:p>
            <a:pPr marL="914400" lvl="1" indent="-457200" fontAlgn="base">
              <a:lnSpc>
                <a:spcPct val="130000"/>
              </a:lnSpc>
            </a:pPr>
            <a:r>
              <a:rPr lang="zh-CN" altLang="en-US" sz="2400" b="1" strike="noStrike" noProof="1">
                <a:solidFill>
                  <a:schemeClr val="tx1"/>
                </a:solidFill>
                <a:effectLst/>
                <a:latin typeface="Times New Roman" panose="02020603050405020304" charset="0"/>
                <a:ea typeface="宋体" panose="02010600030101010101" pitchFamily="2" charset="-122"/>
                <a:cs typeface="+mn-cs"/>
              </a:rPr>
              <a:t> 方便用户</a:t>
            </a:r>
            <a:endParaRPr lang="zh-CN" altLang="en-US" sz="2400" b="1"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pPr>
            <a:r>
              <a:rPr lang="zh-CN" altLang="en-US" sz="2400" b="1" strike="noStrike" noProof="1">
                <a:solidFill>
                  <a:schemeClr val="tx1"/>
                </a:solidFill>
                <a:effectLst/>
                <a:latin typeface="Times New Roman" panose="02020603050405020304" charset="0"/>
                <a:ea typeface="宋体" panose="02010600030101010101" pitchFamily="2" charset="-122"/>
                <a:cs typeface="+mn-cs"/>
              </a:rPr>
              <a:t> 改善设备利用率</a:t>
            </a:r>
            <a:endParaRPr lang="zh-CN" altLang="en-US" sz="2400" b="1"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pPr>
            <a:r>
              <a:rPr lang="zh-CN" altLang="en-US" sz="2400" b="1" strike="noStrike" noProof="1">
                <a:solidFill>
                  <a:schemeClr val="tx1"/>
                </a:solidFill>
                <a:effectLst/>
                <a:latin typeface="Times New Roman" panose="02020603050405020304" charset="0"/>
                <a:ea typeface="宋体" panose="02010600030101010101" pitchFamily="2" charset="-122"/>
                <a:cs typeface="+mn-cs"/>
              </a:rPr>
              <a:t> 提高系统的可扩展性和可适应性</a:t>
            </a:r>
            <a:endParaRPr lang="zh-CN" altLang="en-US" sz="2400" b="1"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13316" name="矩形 1331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设备管理概述</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13315"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标题 12289"/>
          <p:cNvSpPr>
            <a:spLocks noGrp="1"/>
          </p:cNvSpPr>
          <p:nvPr>
            <p:ph type="title"/>
          </p:nvPr>
        </p:nvSpPr>
        <p:spPr>
          <a:xfrm>
            <a:off x="363538" y="668338"/>
            <a:ext cx="8393113" cy="676275"/>
          </a:xfrm>
        </p:spPr>
        <p:txBody>
          <a:bodyPr anchor="b">
            <a:spAutoFit/>
          </a:bodyPr>
          <a:p>
            <a:pPr marL="533400" lvl="0" indent="-533400">
              <a:lnSpc>
                <a:spcPct val="120000"/>
              </a:lnSpc>
              <a:spcBef>
                <a:spcPct val="20000"/>
              </a:spcBef>
              <a:buClr>
                <a:schemeClr val="tx2"/>
              </a:buClr>
              <a:buSzPct val="95000"/>
              <a:buFont typeface="Wingdings" panose="05000000000000000000" pitchFamily="2" charset="2"/>
              <a:buChar char="•"/>
            </a:pPr>
            <a:r>
              <a:rPr lang="zh-CN" altLang="zh-CN" sz="3200">
                <a:solidFill>
                  <a:srgbClr val="990000"/>
                </a:solidFill>
                <a:latin typeface="Times New Roman" panose="02020603050405020304" charset="0"/>
                <a:ea typeface="宋体" panose="02010600030101010101" pitchFamily="2" charset="-122"/>
              </a:rPr>
              <a:t>4</a:t>
            </a:r>
            <a:r>
              <a:rPr lang="en-US" altLang="zh-CN" sz="3200">
                <a:solidFill>
                  <a:srgbClr val="990000"/>
                </a:solidFill>
                <a:latin typeface="Times New Roman" panose="02020603050405020304" charset="0"/>
                <a:ea typeface="宋体" panose="02010600030101010101" pitchFamily="2" charset="-122"/>
                <a:sym typeface="方正书宋_GBK" panose="02000000000000000000" charset="-122"/>
              </a:rPr>
              <a:t>.</a:t>
            </a:r>
            <a:r>
              <a:rPr lang="zh-CN" altLang="zh-CN" sz="3200">
                <a:solidFill>
                  <a:srgbClr val="990000"/>
                </a:solidFill>
                <a:latin typeface="Times New Roman" panose="02020603050405020304" charset="0"/>
                <a:ea typeface="宋体" panose="02010600030101010101" pitchFamily="2" charset="-122"/>
              </a:rPr>
              <a:t> </a:t>
            </a:r>
            <a:r>
              <a:rPr lang="zh-CN" altLang="en-US" sz="3200">
                <a:solidFill>
                  <a:srgbClr val="990000"/>
                </a:solidFill>
                <a:latin typeface="Times New Roman" panose="02020603050405020304" charset="0"/>
                <a:ea typeface="宋体" panose="02010600030101010101" pitchFamily="2" charset="-122"/>
              </a:rPr>
              <a:t>设备一致性</a:t>
            </a:r>
            <a:endParaRPr lang="zh-CN" altLang="en-US" sz="3200">
              <a:solidFill>
                <a:srgbClr val="990000"/>
              </a:solidFill>
              <a:latin typeface="Times New Roman" panose="02020603050405020304" charset="0"/>
              <a:ea typeface="宋体" panose="02010600030101010101" pitchFamily="2" charset="-122"/>
            </a:endParaRPr>
          </a:p>
        </p:txBody>
      </p:sp>
      <p:sp>
        <p:nvSpPr>
          <p:cNvPr id="12291" name="文本占位符 12290"/>
          <p:cNvSpPr>
            <a:spLocks noGrp="1"/>
          </p:cNvSpPr>
          <p:nvPr>
            <p:ph idx="1"/>
          </p:nvPr>
        </p:nvSpPr>
        <p:spPr>
          <a:xfrm>
            <a:off x="381000" y="1803400"/>
            <a:ext cx="8455025" cy="3321050"/>
          </a:xfrm>
        </p:spPr>
        <p:txBody>
          <a:bodyPr wrap="square">
            <a:spAutoFit/>
          </a:bodyPr>
          <a:p>
            <a:pPr fontAlgn="base">
              <a:lnSpc>
                <a:spcPct val="120000"/>
              </a:lnSpc>
              <a:spcBef>
                <a:spcPct val="10000"/>
              </a:spcBef>
              <a:buNone/>
            </a:pPr>
            <a:r>
              <a:rPr lang="zh-CN" altLang="en-US" sz="2800" strike="noStrike" noProof="1" dirty="0">
                <a:solidFill>
                  <a:schemeClr val="tx1"/>
                </a:solidFill>
                <a:effectLst/>
                <a:latin typeface="Times New Roman" panose="02020603050405020304" charset="0"/>
              </a:rPr>
              <a:t>尽管由于设备的多样性，很难用统一的方法来操作设备。但是操作系统还是要把各种设备的特性尽可能的抽象出来，能够方便的操作各种设备：</a:t>
            </a:r>
            <a:endParaRPr lang="zh-CN" altLang="en-US" sz="2800" strike="noStrike" noProof="1" dirty="0">
              <a:solidFill>
                <a:schemeClr val="tx1"/>
              </a:solidFill>
              <a:effectLst/>
              <a:latin typeface="Times New Roman" panose="02020603050405020304" charset="0"/>
            </a:endParaRPr>
          </a:p>
          <a:p>
            <a:pPr fontAlgn="base">
              <a:lnSpc>
                <a:spcPct val="120000"/>
              </a:lnSpc>
              <a:spcBef>
                <a:spcPct val="10000"/>
              </a:spcBef>
              <a:buNone/>
            </a:pPr>
            <a:r>
              <a:rPr lang="zh-CN" altLang="en-US" sz="2800" strike="noStrike" noProof="1" dirty="0">
                <a:solidFill>
                  <a:schemeClr val="tx1"/>
                </a:solidFill>
                <a:effectLst/>
                <a:latin typeface="Times New Roman" panose="02020603050405020304" charset="0"/>
              </a:rPr>
              <a:t>	</a:t>
            </a:r>
            <a:r>
              <a:rPr lang="en-US" altLang="x-none" sz="2800" strike="noStrike" noProof="1" dirty="0">
                <a:solidFill>
                  <a:schemeClr val="tx1"/>
                </a:solidFill>
                <a:effectLst/>
                <a:latin typeface="Times New Roman" panose="02020603050405020304" charset="0"/>
              </a:rPr>
              <a:t>1 </a:t>
            </a:r>
            <a:r>
              <a:rPr lang="zh-CN" altLang="en-US" sz="2800" strike="noStrike" noProof="1" dirty="0">
                <a:solidFill>
                  <a:schemeClr val="tx1"/>
                </a:solidFill>
                <a:effectLst/>
                <a:latin typeface="Times New Roman" panose="02020603050405020304" charset="0"/>
              </a:rPr>
              <a:t>用相同的方法操作所有设备</a:t>
            </a:r>
            <a:endParaRPr lang="zh-CN" altLang="en-US" sz="2800" strike="noStrike" noProof="1" dirty="0">
              <a:solidFill>
                <a:schemeClr val="tx1"/>
              </a:solidFill>
              <a:effectLst/>
              <a:latin typeface="Times New Roman" panose="02020603050405020304" charset="0"/>
            </a:endParaRPr>
          </a:p>
          <a:p>
            <a:pPr fontAlgn="base">
              <a:lnSpc>
                <a:spcPct val="120000"/>
              </a:lnSpc>
              <a:spcBef>
                <a:spcPct val="10000"/>
              </a:spcBef>
              <a:buNone/>
            </a:pPr>
            <a:r>
              <a:rPr lang="zh-CN" altLang="en-US" sz="2800" strike="noStrike" noProof="1" dirty="0">
                <a:solidFill>
                  <a:schemeClr val="tx1"/>
                </a:solidFill>
                <a:effectLst/>
                <a:latin typeface="Times New Roman" panose="02020603050405020304" charset="0"/>
              </a:rPr>
              <a:t>	</a:t>
            </a:r>
            <a:r>
              <a:rPr lang="en-US" altLang="x-none" sz="2800" strike="noStrike" noProof="1" dirty="0">
                <a:solidFill>
                  <a:schemeClr val="tx1"/>
                </a:solidFill>
                <a:effectLst/>
                <a:latin typeface="Times New Roman" panose="02020603050405020304" charset="0"/>
              </a:rPr>
              <a:t>2 </a:t>
            </a:r>
            <a:r>
              <a:rPr lang="zh-CN" altLang="en-US" sz="2800" strike="noStrike" noProof="1" dirty="0">
                <a:solidFill>
                  <a:schemeClr val="tx1"/>
                </a:solidFill>
                <a:effectLst/>
                <a:latin typeface="Times New Roman" panose="02020603050405020304" charset="0"/>
              </a:rPr>
              <a:t>用相同的方法操作一类设备</a:t>
            </a:r>
            <a:endParaRPr lang="zh-CN" altLang="en-US" sz="2800" strike="noStrike" noProof="1" dirty="0">
              <a:solidFill>
                <a:schemeClr val="tx1"/>
              </a:solidFill>
              <a:effectLst/>
              <a:latin typeface="Times New Roman" panose="02020603050405020304" charset="0"/>
            </a:endParaRPr>
          </a:p>
          <a:p>
            <a:pPr fontAlgn="base">
              <a:lnSpc>
                <a:spcPct val="120000"/>
              </a:lnSpc>
              <a:spcBef>
                <a:spcPct val="10000"/>
              </a:spcBef>
              <a:buNone/>
            </a:pPr>
            <a:r>
              <a:rPr lang="x-none" altLang="zh-CN" sz="2800" strike="noStrike" noProof="1" dirty="0">
                <a:solidFill>
                  <a:schemeClr val="tx1"/>
                </a:solidFill>
                <a:effectLst/>
                <a:latin typeface="Times New Roman" panose="02020603050405020304" charset="0"/>
              </a:rPr>
              <a:t>	</a:t>
            </a:r>
            <a:r>
              <a:rPr lang="en-US" altLang="x-none" sz="2800" strike="noStrike" noProof="1" dirty="0">
                <a:solidFill>
                  <a:schemeClr val="tx1"/>
                </a:solidFill>
                <a:effectLst/>
                <a:latin typeface="Times New Roman" panose="02020603050405020304" charset="0"/>
              </a:rPr>
              <a:t>3 </a:t>
            </a:r>
            <a:r>
              <a:rPr lang="zh-CN" altLang="en-US" sz="2800" strike="noStrike" noProof="1" dirty="0">
                <a:solidFill>
                  <a:schemeClr val="tx1"/>
                </a:solidFill>
                <a:effectLst/>
                <a:latin typeface="Times New Roman" panose="02020603050405020304" charset="0"/>
              </a:rPr>
              <a:t>同一类设备可以共用一个设备驱动程序。</a:t>
            </a:r>
            <a:endParaRPr lang="zh-CN" altLang="en-US" sz="2800" strike="noStrike" noProof="1" dirty="0">
              <a:solidFill>
                <a:schemeClr val="tx1"/>
              </a:solidFill>
              <a:effectLst/>
              <a:latin typeface="Times New Roman" panose="02020603050405020304" charset="0"/>
            </a:endParaRPr>
          </a:p>
        </p:txBody>
      </p:sp>
    </p:spTree>
  </p:cSld>
  <p:clrMapOvr>
    <a:masterClrMapping/>
  </p:clrMapOvr>
  <p:transition>
    <p:fade/>
  </p:transition>
  <p:timing>
    <p:tnLst>
      <p:par>
        <p:cTn id="1" dur="indefinite" restart="never" nodeType="tmRoot"/>
      </p:par>
    </p:tnLst>
    <p:bldLst>
      <p:bldP spid="12291"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文本框 921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4</a:t>
            </a:r>
            <a:endParaRPr lang="en-US" altLang="zh-CN" sz="1400">
              <a:solidFill>
                <a:schemeClr val="tx2"/>
              </a:solidFill>
              <a:latin typeface="Times New Roman" panose="02020603050405020304" charset="0"/>
              <a:ea typeface="宋体" panose="02010600030101010101" pitchFamily="2" charset="-122"/>
            </a:endParaRPr>
          </a:p>
        </p:txBody>
      </p:sp>
      <p:sp>
        <p:nvSpPr>
          <p:cNvPr id="9219" name="矩形 9218"/>
          <p:cNvSpPr/>
          <p:nvPr/>
        </p:nvSpPr>
        <p:spPr>
          <a:xfrm>
            <a:off x="179388" y="615950"/>
            <a:ext cx="8637588" cy="559117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x-none" altLang="en-US" b="1" strike="noStrike" noProof="1">
                <a:solidFill>
                  <a:srgbClr val="990000"/>
                </a:solidFill>
                <a:effectLst/>
                <a:latin typeface="Times New Roman" panose="02020603050405020304" charset="0"/>
                <a:ea typeface="宋体" panose="02010600030101010101" pitchFamily="2" charset="-122"/>
                <a:cs typeface="+mn-ea"/>
              </a:rPr>
              <a:t>5</a:t>
            </a:r>
            <a:r>
              <a:rPr lang="en-US" altLang="zh-CN" b="1" strike="noStrike" noProof="1">
                <a:solidFill>
                  <a:srgbClr val="990000"/>
                </a:solidFill>
                <a:effectLst/>
                <a:latin typeface="Times New Roman" panose="02020603050405020304" charset="0"/>
                <a:ea typeface="宋体" panose="02010600030101010101" pitchFamily="2" charset="-122"/>
                <a:cs typeface="+mn-ea"/>
              </a:rPr>
              <a:t>.  </a:t>
            </a:r>
            <a:r>
              <a:rPr lang="zh-CN" altLang="en-US" b="1" strike="noStrike" noProof="1">
                <a:solidFill>
                  <a:srgbClr val="990000"/>
                </a:solidFill>
                <a:effectLst/>
                <a:latin typeface="Times New Roman" panose="02020603050405020304" charset="0"/>
                <a:ea typeface="宋体" panose="02010600030101010101" pitchFamily="2" charset="-122"/>
                <a:cs typeface="+mn-ea"/>
              </a:rPr>
              <a:t>设备管理功能</a:t>
            </a:r>
            <a:endParaRPr lang="zh-CN" altLang="en-US" b="1" strike="noStrike" noProof="1">
              <a:solidFill>
                <a:srgbClr val="990000"/>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effectLst/>
                <a:latin typeface="Times New Roman" panose="02020603050405020304" charset="0"/>
                <a:ea typeface="宋体" panose="02010600030101010101" pitchFamily="2" charset="-122"/>
                <a:cs typeface="+mn-ea"/>
              </a:rPr>
              <a:t>      </a:t>
            </a:r>
            <a:r>
              <a:rPr lang="en-US" altLang="zh-CN" sz="2800" b="1" strike="noStrike" noProof="1">
                <a:solidFill>
                  <a:srgbClr val="A50021"/>
                </a:solidFill>
                <a:effectLst/>
                <a:latin typeface="Times New Roman" panose="02020603050405020304" charset="0"/>
                <a:ea typeface="宋体" panose="02010600030101010101" pitchFamily="2" charset="-122"/>
                <a:cs typeface="+mn-ea"/>
              </a:rPr>
              <a:t>(1) </a:t>
            </a:r>
            <a:r>
              <a:rPr lang="zh-CN" altLang="en-US" sz="2800" b="1" strike="noStrike" noProof="1">
                <a:solidFill>
                  <a:srgbClr val="A50021"/>
                </a:solidFill>
                <a:effectLst/>
                <a:latin typeface="Times New Roman" panose="02020603050405020304" charset="0"/>
                <a:ea typeface="宋体" panose="02010600030101010101" pitchFamily="2" charset="-122"/>
                <a:cs typeface="+mn-ea"/>
              </a:rPr>
              <a:t>状态跟踪</a:t>
            </a:r>
            <a:endParaRPr lang="zh-CN" altLang="en-US" sz="2800" b="1" strike="noStrike" noProof="1">
              <a:solidFill>
                <a:srgbClr val="A50021"/>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      动态地记录各种设备的状态。</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effectLst/>
                <a:latin typeface="Times New Roman" panose="02020603050405020304" charset="0"/>
                <a:ea typeface="宋体" panose="02010600030101010101" pitchFamily="2" charset="-122"/>
                <a:cs typeface="+mn-ea"/>
              </a:rPr>
              <a:t>      </a:t>
            </a:r>
            <a:r>
              <a:rPr lang="en-US" altLang="zh-CN" sz="2800" b="1" strike="noStrike" noProof="1">
                <a:solidFill>
                  <a:srgbClr val="A50021"/>
                </a:solidFill>
                <a:effectLst/>
                <a:latin typeface="Times New Roman" panose="02020603050405020304" charset="0"/>
                <a:ea typeface="宋体" panose="02010600030101010101" pitchFamily="2" charset="-122"/>
                <a:cs typeface="+mn-ea"/>
              </a:rPr>
              <a:t>(2) </a:t>
            </a:r>
            <a:r>
              <a:rPr lang="zh-CN" altLang="en-US" sz="2800" b="1" strike="noStrike" noProof="1">
                <a:solidFill>
                  <a:srgbClr val="A50021"/>
                </a:solidFill>
                <a:effectLst/>
                <a:latin typeface="Times New Roman" panose="02020603050405020304" charset="0"/>
                <a:ea typeface="宋体" panose="02010600030101010101" pitchFamily="2" charset="-122"/>
                <a:cs typeface="+mn-ea"/>
              </a:rPr>
              <a:t>设备分配与回收</a:t>
            </a:r>
            <a:endParaRPr lang="zh-CN" altLang="en-US" sz="2800" b="1" strike="noStrike" noProof="1">
              <a:solidFill>
                <a:srgbClr val="A50021"/>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en-US" altLang="zh-CN" sz="2400" b="1" strike="noStrike" noProof="1">
                <a:solidFill>
                  <a:srgbClr val="000099"/>
                </a:solidFill>
                <a:effectLst/>
                <a:latin typeface="Times New Roman" panose="02020603050405020304" charset="0"/>
                <a:ea typeface="宋体" panose="02010600030101010101" pitchFamily="2" charset="-122"/>
                <a:cs typeface="+mn-cs"/>
              </a:rPr>
              <a:t>①</a:t>
            </a:r>
            <a:r>
              <a:rPr lang="en-US" altLang="zh-CN" sz="2400" b="1" strike="noStrike" noProof="1">
                <a:solidFill>
                  <a:srgbClr val="000099"/>
                </a:solidFill>
                <a:effectLst/>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静态分配 </a:t>
            </a:r>
            <a:r>
              <a:rPr lang="en-US" altLang="zh-CN" sz="2400" b="1" strike="noStrike" noProof="1">
                <a:solidFill>
                  <a:schemeClr val="tx1"/>
                </a:solidFill>
                <a:effectLst/>
                <a:latin typeface="+mn-lt"/>
                <a:ea typeface="宋体" panose="02010600030101010101" pitchFamily="2" charset="-122"/>
                <a:cs typeface="+mn-cs"/>
              </a:rPr>
              <a:t>—— </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应用程序级</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      程序进入系统时进行分配，退出系统时收回全部资源。</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en-US" altLang="zh-CN" sz="2400" b="1" strike="noStrike" noProof="1">
                <a:solidFill>
                  <a:srgbClr val="000099"/>
                </a:solidFill>
                <a:effectLst/>
                <a:latin typeface="宋体" panose="02010600030101010101" pitchFamily="2" charset="-122"/>
                <a:ea typeface="宋体" panose="02010600030101010101" pitchFamily="2" charset="-122"/>
                <a:cs typeface="+mn-cs"/>
              </a:rPr>
              <a:t>② </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动态分配 </a:t>
            </a:r>
            <a:r>
              <a:rPr lang="en-US" altLang="zh-CN" sz="2400" b="1" strike="noStrike" noProof="1">
                <a:solidFill>
                  <a:srgbClr val="000099"/>
                </a:solidFill>
                <a:effectLst/>
                <a:latin typeface="+mn-lt"/>
                <a:ea typeface="宋体" panose="02010600030101010101" pitchFamily="2" charset="-122"/>
                <a:cs typeface="+mn-cs"/>
              </a:rPr>
              <a:t>—— </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进程级</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000"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      进程提出设备申请时进行分配，使用完毕后立即收回。</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effectLst/>
                <a:latin typeface="Times New Roman" panose="02020603050405020304" charset="0"/>
                <a:ea typeface="宋体" panose="02010600030101010101" pitchFamily="2" charset="-122"/>
                <a:cs typeface="+mn-ea"/>
              </a:rPr>
              <a:t>      </a:t>
            </a:r>
            <a:r>
              <a:rPr lang="en-US" altLang="zh-CN" sz="2800" b="1" strike="noStrike" noProof="1">
                <a:solidFill>
                  <a:srgbClr val="A50021"/>
                </a:solidFill>
                <a:effectLst/>
                <a:latin typeface="Times New Roman" panose="02020603050405020304" charset="0"/>
                <a:ea typeface="宋体" panose="02010600030101010101" pitchFamily="2" charset="-122"/>
                <a:cs typeface="+mn-ea"/>
              </a:rPr>
              <a:t>(3) </a:t>
            </a:r>
            <a:r>
              <a:rPr lang="zh-CN" altLang="en-US" sz="2800" b="1" strike="noStrike" noProof="1">
                <a:solidFill>
                  <a:srgbClr val="A50021"/>
                </a:solidFill>
                <a:effectLst/>
                <a:latin typeface="Times New Roman" panose="02020603050405020304" charset="0"/>
                <a:ea typeface="宋体" panose="02010600030101010101" pitchFamily="2" charset="-122"/>
                <a:cs typeface="+mn-ea"/>
              </a:rPr>
              <a:t>设备控制</a:t>
            </a:r>
            <a:endParaRPr lang="zh-CN" altLang="en-US" sz="2800" b="1" strike="noStrike" noProof="1">
              <a:solidFill>
                <a:srgbClr val="A50021"/>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      </a:t>
            </a:r>
            <a:r>
              <a:rPr lang="x-none" altLang="zh-CN" sz="2400" strike="noStrike" noProof="1">
                <a:solidFill>
                  <a:schemeClr val="tx1"/>
                </a:solidFill>
                <a:effectLst/>
                <a:latin typeface="Times New Roman" panose="02020603050405020304" charset="0"/>
                <a:ea typeface="宋体" panose="02010600030101010101" pitchFamily="2" charset="-122"/>
                <a:cs typeface="+mn-cs"/>
              </a:rPr>
              <a:t>用I/O指令操作设备，实施</a:t>
            </a:r>
            <a:r>
              <a:rPr lang="zh-CN" altLang="en-US" sz="2400" strike="noStrike" noProof="1">
                <a:solidFill>
                  <a:schemeClr val="tx1"/>
                </a:solidFill>
                <a:effectLst/>
                <a:latin typeface="Times New Roman" panose="02020603050405020304" charset="0"/>
                <a:ea typeface="宋体" panose="02010600030101010101" pitchFamily="2" charset="-122"/>
                <a:cs typeface="+mn-cs"/>
              </a:rPr>
              <a:t>设备驱动和中断处理的工作。</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sp>
        <p:nvSpPr>
          <p:cNvPr id="9220" name="矩形 921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设备管理概述</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9219"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694690" y="2396490"/>
            <a:ext cx="2514600" cy="3156585"/>
            <a:chOff x="1068" y="4066"/>
            <a:chExt cx="3960" cy="4971"/>
          </a:xfrm>
        </p:grpSpPr>
        <p:sp>
          <p:nvSpPr>
            <p:cNvPr id="19460" name="文本框 14340"/>
            <p:cNvSpPr txBox="1"/>
            <p:nvPr/>
          </p:nvSpPr>
          <p:spPr>
            <a:xfrm>
              <a:off x="1090" y="4066"/>
              <a:ext cx="3938" cy="4971"/>
            </a:xfrm>
            <a:prstGeom prst="rect">
              <a:avLst/>
            </a:prstGeom>
            <a:noFill/>
            <a:ln w="19050" cap="flat" cmpd="sng">
              <a:solidFill>
                <a:schemeClr val="tx1"/>
              </a:solidFill>
              <a:prstDash val="solid"/>
              <a:miter/>
              <a:headEnd type="none" w="med" len="med"/>
              <a:tailEnd type="none" w="med" len="med"/>
            </a:ln>
          </p:spPr>
          <p:txBody>
            <a:bodyPr anchor="t">
              <a:spAutoFit/>
            </a:bodyPr>
            <a:p>
              <a:pPr lvl="0">
                <a:lnSpc>
                  <a:spcPct val="140000"/>
                </a:lnSpc>
                <a:spcBef>
                  <a:spcPct val="30000"/>
                </a:spcBef>
                <a:spcAft>
                  <a:spcPct val="10000"/>
                </a:spcAft>
                <a:buClr>
                  <a:srgbClr val="000000"/>
                </a:buClr>
              </a:pPr>
              <a:r>
                <a:rPr lang="zh-CN" altLang="en-US" sz="1600" b="1">
                  <a:solidFill>
                    <a:schemeClr val="tx1"/>
                  </a:solidFill>
                  <a:latin typeface="Times New Roman" panose="02020603050405020304" charset="0"/>
                  <a:ea typeface="宋体" panose="02010600030101010101" pitchFamily="2" charset="-122"/>
                </a:rPr>
                <a:t>设备名</a:t>
              </a:r>
              <a:endParaRPr lang="zh-CN" altLang="en-US" sz="1600" b="1">
                <a:solidFill>
                  <a:schemeClr val="tx1"/>
                </a:solidFill>
                <a:latin typeface="Times New Roman" panose="02020603050405020304" charset="0"/>
                <a:ea typeface="宋体" panose="02010600030101010101" pitchFamily="2" charset="-122"/>
              </a:endParaRPr>
            </a:p>
            <a:p>
              <a:pPr lvl="0">
                <a:lnSpc>
                  <a:spcPct val="140000"/>
                </a:lnSpc>
                <a:spcBef>
                  <a:spcPct val="30000"/>
                </a:spcBef>
                <a:spcAft>
                  <a:spcPct val="10000"/>
                </a:spcAft>
                <a:buClr>
                  <a:srgbClr val="000000"/>
                </a:buClr>
              </a:pPr>
              <a:r>
                <a:rPr lang="zh-CN" altLang="en-US" sz="1600" b="1">
                  <a:solidFill>
                    <a:schemeClr val="tx1"/>
                  </a:solidFill>
                  <a:latin typeface="Times New Roman" panose="02020603050405020304" charset="0"/>
                  <a:ea typeface="宋体" panose="02010600030101010101" pitchFamily="2" charset="-122"/>
                </a:rPr>
                <a:t>设备属性</a:t>
              </a:r>
              <a:endParaRPr lang="zh-CN" altLang="en-US" sz="1600" b="1">
                <a:solidFill>
                  <a:schemeClr val="tx1"/>
                </a:solidFill>
                <a:latin typeface="Times New Roman" panose="02020603050405020304" charset="0"/>
                <a:ea typeface="宋体" panose="02010600030101010101" pitchFamily="2" charset="-122"/>
              </a:endParaRPr>
            </a:p>
            <a:p>
              <a:pPr lvl="0">
                <a:lnSpc>
                  <a:spcPct val="140000"/>
                </a:lnSpc>
                <a:spcBef>
                  <a:spcPct val="30000"/>
                </a:spcBef>
                <a:spcAft>
                  <a:spcPct val="10000"/>
                </a:spcAft>
                <a:buClr>
                  <a:srgbClr val="000000"/>
                </a:buClr>
              </a:pPr>
              <a:r>
                <a:rPr lang="zh-CN" altLang="en-US" sz="1600" b="1">
                  <a:solidFill>
                    <a:schemeClr val="tx1"/>
                  </a:solidFill>
                  <a:latin typeface="Times New Roman" panose="02020603050405020304" charset="0"/>
                  <a:ea typeface="宋体" panose="02010600030101010101" pitchFamily="2" charset="-122"/>
                </a:rPr>
                <a:t>指向命令转换表的指针</a:t>
              </a:r>
              <a:endParaRPr lang="zh-CN" altLang="en-US" sz="1600" b="1">
                <a:solidFill>
                  <a:schemeClr val="tx1"/>
                </a:solidFill>
                <a:latin typeface="Times New Roman" panose="02020603050405020304" charset="0"/>
                <a:ea typeface="宋体" panose="02010600030101010101" pitchFamily="2" charset="-122"/>
              </a:endParaRPr>
            </a:p>
            <a:p>
              <a:pPr lvl="0">
                <a:lnSpc>
                  <a:spcPct val="140000"/>
                </a:lnSpc>
                <a:spcBef>
                  <a:spcPct val="30000"/>
                </a:spcBef>
                <a:spcAft>
                  <a:spcPct val="10000"/>
                </a:spcAft>
                <a:buClr>
                  <a:srgbClr val="000000"/>
                </a:buClr>
              </a:pPr>
              <a:r>
                <a:rPr lang="zh-CN" altLang="en-US" sz="1600" b="1">
                  <a:solidFill>
                    <a:schemeClr val="tx1"/>
                  </a:solidFill>
                  <a:latin typeface="Times New Roman" panose="02020603050405020304" charset="0"/>
                  <a:ea typeface="宋体" panose="02010600030101010101" pitchFamily="2" charset="-122"/>
                </a:rPr>
                <a:t>在</a:t>
              </a:r>
              <a:r>
                <a:rPr lang="en-US" altLang="zh-CN" sz="1600" b="1">
                  <a:solidFill>
                    <a:schemeClr val="tx1"/>
                  </a:solidFill>
                  <a:latin typeface="Times New Roman" panose="02020603050405020304" charset="0"/>
                  <a:ea typeface="宋体" panose="02010600030101010101" pitchFamily="2" charset="-122"/>
                </a:rPr>
                <a:t>I</a:t>
              </a:r>
              <a:r>
                <a:rPr lang="en-US" altLang="zh-CN" sz="1600" b="1">
                  <a:solidFill>
                    <a:schemeClr val="tx1"/>
                  </a:solidFill>
                  <a:latin typeface="Lucida Console" pitchFamily="1" charset="0"/>
                  <a:ea typeface="宋体" panose="02010600030101010101" pitchFamily="2" charset="-122"/>
                </a:rPr>
                <a:t>/</a:t>
              </a:r>
              <a:r>
                <a:rPr lang="en-US" altLang="zh-CN" sz="1600" b="1">
                  <a:solidFill>
                    <a:schemeClr val="tx1"/>
                  </a:solidFill>
                  <a:latin typeface="Times New Roman" panose="02020603050405020304" charset="0"/>
                  <a:ea typeface="宋体" panose="02010600030101010101" pitchFamily="2" charset="-122"/>
                </a:rPr>
                <a:t>O</a:t>
              </a:r>
              <a:r>
                <a:rPr lang="zh-CN" altLang="en-US" sz="1600" b="1">
                  <a:solidFill>
                    <a:schemeClr val="tx1"/>
                  </a:solidFill>
                  <a:latin typeface="Times New Roman" panose="02020603050405020304" charset="0"/>
                  <a:ea typeface="宋体" panose="02010600030101010101" pitchFamily="2" charset="-122"/>
                </a:rPr>
                <a:t>总线上的设备地址</a:t>
              </a:r>
              <a:endParaRPr lang="zh-CN" altLang="en-US" sz="1600" b="1">
                <a:solidFill>
                  <a:schemeClr val="tx1"/>
                </a:solidFill>
                <a:latin typeface="Times New Roman" panose="02020603050405020304" charset="0"/>
                <a:ea typeface="宋体" panose="02010600030101010101" pitchFamily="2" charset="-122"/>
              </a:endParaRPr>
            </a:p>
            <a:p>
              <a:pPr lvl="0" algn="just">
                <a:lnSpc>
                  <a:spcPct val="140000"/>
                </a:lnSpc>
                <a:spcBef>
                  <a:spcPct val="30000"/>
                </a:spcBef>
                <a:spcAft>
                  <a:spcPct val="10000"/>
                </a:spcAft>
                <a:buClr>
                  <a:srgbClr val="000000"/>
                </a:buClr>
              </a:pPr>
              <a:r>
                <a:rPr lang="zh-CN" altLang="en-US" sz="1600" b="1">
                  <a:solidFill>
                    <a:schemeClr val="tx1"/>
                  </a:solidFill>
                  <a:latin typeface="Times New Roman" panose="02020603050405020304" charset="0"/>
                  <a:ea typeface="宋体" panose="02010600030101010101" pitchFamily="2" charset="-122"/>
                </a:rPr>
                <a:t>设备状态</a:t>
              </a:r>
              <a:endParaRPr lang="zh-CN" altLang="en-US" sz="1600" b="1">
                <a:solidFill>
                  <a:schemeClr val="tx1"/>
                </a:solidFill>
                <a:latin typeface="Times New Roman" panose="02020603050405020304" charset="0"/>
                <a:ea typeface="宋体" panose="02010600030101010101" pitchFamily="2" charset="-122"/>
              </a:endParaRPr>
            </a:p>
            <a:p>
              <a:pPr lvl="0">
                <a:lnSpc>
                  <a:spcPct val="140000"/>
                </a:lnSpc>
                <a:spcBef>
                  <a:spcPct val="30000"/>
                </a:spcBef>
                <a:spcAft>
                  <a:spcPct val="10000"/>
                </a:spcAft>
                <a:buClr>
                  <a:srgbClr val="000000"/>
                </a:buClr>
              </a:pPr>
              <a:r>
                <a:rPr lang="zh-CN" altLang="en-US" sz="1600" b="1">
                  <a:solidFill>
                    <a:schemeClr val="tx1"/>
                  </a:solidFill>
                  <a:latin typeface="Times New Roman" panose="02020603050405020304" charset="0"/>
                  <a:ea typeface="宋体" panose="02010600030101010101" pitchFamily="2" charset="-122"/>
                </a:rPr>
                <a:t>当前用户进程指针</a:t>
              </a:r>
              <a:endParaRPr lang="zh-CN" altLang="en-US" sz="1600" b="1">
                <a:solidFill>
                  <a:schemeClr val="tx1"/>
                </a:solidFill>
                <a:latin typeface="Times New Roman" panose="02020603050405020304" charset="0"/>
                <a:ea typeface="宋体" panose="02010600030101010101" pitchFamily="2" charset="-122"/>
              </a:endParaRPr>
            </a:p>
            <a:p>
              <a:pPr lvl="0" algn="just">
                <a:lnSpc>
                  <a:spcPct val="140000"/>
                </a:lnSpc>
                <a:spcBef>
                  <a:spcPct val="30000"/>
                </a:spcBef>
                <a:spcAft>
                  <a:spcPct val="10000"/>
                </a:spcAft>
                <a:buClr>
                  <a:srgbClr val="000000"/>
                </a:buClr>
              </a:pPr>
              <a:r>
                <a:rPr lang="en-US" altLang="zh-CN" sz="1600" b="1">
                  <a:solidFill>
                    <a:schemeClr val="tx1"/>
                  </a:solidFill>
                  <a:latin typeface="Times New Roman" panose="02020603050405020304" charset="0"/>
                  <a:ea typeface="宋体" panose="02010600030101010101" pitchFamily="2" charset="-122"/>
                </a:rPr>
                <a:t>I/O</a:t>
              </a:r>
              <a:r>
                <a:rPr lang="zh-CN" altLang="en-US" sz="1600" b="1">
                  <a:solidFill>
                    <a:schemeClr val="tx1"/>
                  </a:solidFill>
                  <a:latin typeface="Times New Roman" panose="02020603050405020304" charset="0"/>
                  <a:ea typeface="宋体" panose="02010600030101010101" pitchFamily="2" charset="-122"/>
                </a:rPr>
                <a:t>请求</a:t>
              </a:r>
              <a:r>
                <a:rPr lang="zh-CN" altLang="en-US" sz="1600" b="1">
                  <a:solidFill>
                    <a:schemeClr val="tx1"/>
                  </a:solidFill>
                  <a:latin typeface="Times New Roman" panose="02020603050405020304" charset="0"/>
                  <a:sym typeface="+mn-ea"/>
                </a:rPr>
                <a:t>进程</a:t>
              </a:r>
              <a:r>
                <a:rPr lang="zh-CN" altLang="en-US" sz="1600" b="1">
                  <a:solidFill>
                    <a:schemeClr val="tx1"/>
                  </a:solidFill>
                  <a:latin typeface="Times New Roman" panose="02020603050405020304" charset="0"/>
                  <a:ea typeface="宋体" panose="02010600030101010101" pitchFamily="2" charset="-122"/>
                </a:rPr>
                <a:t>队列指针 </a:t>
              </a:r>
              <a:endParaRPr lang="zh-CN" altLang="en-US" sz="1600" b="1">
                <a:solidFill>
                  <a:schemeClr val="tx1"/>
                </a:solidFill>
                <a:latin typeface="Times New Roman" panose="02020603050405020304" charset="0"/>
                <a:ea typeface="宋体" panose="02010600030101010101" pitchFamily="2" charset="-122"/>
              </a:endParaRPr>
            </a:p>
          </p:txBody>
        </p:sp>
        <p:sp>
          <p:nvSpPr>
            <p:cNvPr id="19461" name="直接连接符 14341"/>
            <p:cNvSpPr/>
            <p:nvPr/>
          </p:nvSpPr>
          <p:spPr>
            <a:xfrm>
              <a:off x="1090" y="5566"/>
              <a:ext cx="3938"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9462" name="直接连接符 14342"/>
            <p:cNvSpPr/>
            <p:nvPr/>
          </p:nvSpPr>
          <p:spPr>
            <a:xfrm>
              <a:off x="1090" y="6976"/>
              <a:ext cx="3938"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9463" name="直接连接符 14343"/>
            <p:cNvSpPr/>
            <p:nvPr/>
          </p:nvSpPr>
          <p:spPr>
            <a:xfrm>
              <a:off x="1090" y="7673"/>
              <a:ext cx="3938"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9464" name="直接连接符 14344"/>
            <p:cNvSpPr/>
            <p:nvPr/>
          </p:nvSpPr>
          <p:spPr>
            <a:xfrm>
              <a:off x="1090" y="8393"/>
              <a:ext cx="3938"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9465" name="直接连接符 14345"/>
            <p:cNvSpPr/>
            <p:nvPr/>
          </p:nvSpPr>
          <p:spPr>
            <a:xfrm>
              <a:off x="1068" y="6266"/>
              <a:ext cx="3938"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19466" name="直接连接符 14346"/>
            <p:cNvSpPr/>
            <p:nvPr/>
          </p:nvSpPr>
          <p:spPr>
            <a:xfrm>
              <a:off x="1068" y="4848"/>
              <a:ext cx="3938"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14348" name="矩形 14347"/>
          <p:cNvSpPr/>
          <p:nvPr/>
        </p:nvSpPr>
        <p:spPr>
          <a:xfrm>
            <a:off x="3372485" y="2103120"/>
            <a:ext cx="5555615" cy="448119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ea"/>
              </a:rPr>
              <a:t>①</a:t>
            </a:r>
            <a:r>
              <a:rPr lang="en-US" altLang="zh-CN"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设备名</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设备的系统名，即设备的物理名。</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ea"/>
              </a:rPr>
              <a:t>②</a:t>
            </a:r>
            <a:r>
              <a:rPr lang="en-US" altLang="zh-CN"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设备属性</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描述设备现行状态的一组属性。</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ea"/>
              </a:rPr>
              <a:t>③</a:t>
            </a:r>
            <a:r>
              <a:rPr lang="en-US" altLang="zh-CN"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命令转换表</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转换表包含设备特定的</a:t>
            </a:r>
            <a:r>
              <a:rPr lang="en-US" altLang="zh-CN" sz="2400" strike="noStrike" noProof="1">
                <a:solidFill>
                  <a:schemeClr val="tx1"/>
                </a:solidFill>
                <a:latin typeface="Times New Roman" panose="02020603050405020304" charset="0"/>
                <a:ea typeface="宋体" panose="02010600030101010101" pitchFamily="2" charset="-122"/>
                <a:cs typeface="+mn-ea"/>
              </a:rPr>
              <a:t>I/O</a:t>
            </a:r>
            <a:r>
              <a:rPr lang="zh-CN" altLang="en-US" sz="2400" strike="noStrike" noProof="1">
                <a:solidFill>
                  <a:schemeClr val="tx1"/>
                </a:solidFill>
                <a:latin typeface="Times New Roman" panose="02020603050405020304" charset="0"/>
                <a:ea typeface="宋体" panose="02010600030101010101" pitchFamily="2" charset="-122"/>
                <a:cs typeface="+mn-ea"/>
              </a:rPr>
              <a:t>例程地</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址，不具备相应功能的设备在其</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例程地址上可以填“－</a:t>
            </a:r>
            <a:r>
              <a:rPr lang="en-US" altLang="zh-CN" sz="2400" strike="noStrike" noProof="1">
                <a:solidFill>
                  <a:schemeClr val="tx1"/>
                </a:solidFill>
                <a:latin typeface="Times New Roman" panose="02020603050405020304" charset="0"/>
                <a:ea typeface="宋体" panose="02010600030101010101" pitchFamily="2" charset="-122"/>
                <a:cs typeface="+mn-ea"/>
              </a:rPr>
              <a:t>1”</a:t>
            </a:r>
            <a:r>
              <a:rPr lang="zh-CN" altLang="en-US" sz="2400" strike="noStrike" noProof="1">
                <a:solidFill>
                  <a:schemeClr val="tx1"/>
                </a:solidFill>
                <a:latin typeface="Times New Roman" panose="02020603050405020304" charset="0"/>
                <a:ea typeface="宋体" panose="02010600030101010101" pitchFamily="2" charset="-122"/>
                <a:cs typeface="+mn-ea"/>
              </a:rPr>
              <a:t>或</a:t>
            </a:r>
            <a:r>
              <a:rPr lang="en-US" altLang="zh-CN" sz="2400" strike="noStrike" noProof="1">
                <a:solidFill>
                  <a:schemeClr val="tx1"/>
                </a:solidFill>
                <a:latin typeface="Times New Roman" panose="02020603050405020304" charset="0"/>
                <a:ea typeface="宋体" panose="02010600030101010101" pitchFamily="2" charset="-122"/>
                <a:cs typeface="+mn-ea"/>
              </a:rPr>
              <a:t>NULL</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14350" name="矩形 1434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设备管理概述</a:t>
            </a:r>
            <a:endParaRPr lang="zh-CN" altLang="en-US" sz="2400" strike="noStrike" noProof="1">
              <a:latin typeface="Times New Roman" panose="02020603050405020304" charset="0"/>
              <a:ea typeface="宋体" panose="02010600030101010101" pitchFamily="2" charset="-122"/>
            </a:endParaRPr>
          </a:p>
        </p:txBody>
      </p:sp>
      <p:sp>
        <p:nvSpPr>
          <p:cNvPr id="13315" name="矩形 13314"/>
          <p:cNvSpPr/>
          <p:nvPr/>
        </p:nvSpPr>
        <p:spPr>
          <a:xfrm>
            <a:off x="157163" y="539750"/>
            <a:ext cx="8696325" cy="133286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1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     </a:t>
            </a:r>
            <a:r>
              <a:rPr lang="zh-CN" altLang="en-US" sz="2800" b="1" strike="noStrike" noProof="1">
                <a:solidFill>
                  <a:srgbClr val="990000"/>
                </a:solidFill>
                <a:latin typeface="Arial" panose="02080604020202020204" pitchFamily="34" charset="0"/>
                <a:ea typeface="宋体" panose="02010600030101010101" pitchFamily="2" charset="-122"/>
                <a:cs typeface="+mn-ea"/>
              </a:rPr>
              <a:t>设备控制块 </a:t>
            </a:r>
            <a:r>
              <a:rPr lang="zh-CN" altLang="en-US" sz="2800" b="1">
                <a:solidFill>
                  <a:srgbClr val="990000"/>
                </a:solidFill>
                <a:cs typeface="+mn-ea"/>
                <a:sym typeface="+mn-ea"/>
              </a:rPr>
              <a:t>dcb</a:t>
            </a:r>
            <a:endParaRPr lang="zh-CN" altLang="en-US" b="1" strike="noStrike" noProof="1">
              <a:solidFill>
                <a:srgbClr val="990000"/>
              </a:solidFill>
              <a:ea typeface="宋体" panose="02010600030101010101" pitchFamily="2" charset="-122"/>
            </a:endParaRPr>
          </a:p>
          <a:p>
            <a:pPr marL="533400" lvl="0" indent="-533400" fontAlgn="base">
              <a:lnSpc>
                <a:spcPct val="80000"/>
              </a:lnSpc>
              <a:buNone/>
            </a:pPr>
            <a:r>
              <a:rPr lang="zh-CN" altLang="en-US" sz="2800" b="1" strike="noStrike" noProof="1">
                <a:solidFill>
                  <a:srgbClr val="A50021"/>
                </a:solidFill>
                <a:effectLst/>
                <a:latin typeface="Times New Roman" panose="02020603050405020304" charset="0"/>
                <a:ea typeface="宋体" panose="02010600030101010101" pitchFamily="2" charset="-122"/>
                <a:cs typeface="+mn-ea"/>
              </a:rPr>
              <a:t>      </a:t>
            </a:r>
            <a:r>
              <a:rPr lang="en-US" altLang="zh-CN" sz="2400" strike="noStrike" noProof="1">
                <a:solidFill>
                  <a:schemeClr val="tx1"/>
                </a:solidFill>
                <a:effectLst/>
                <a:latin typeface="Times New Roman" panose="02020603050405020304" charset="0"/>
                <a:ea typeface="宋体" panose="02010600030101010101" pitchFamily="2" charset="-122"/>
                <a:cs typeface="+mn-cs"/>
              </a:rPr>
              <a:t>     </a:t>
            </a:r>
            <a:r>
              <a:rPr lang="zh-CN" altLang="en-US" sz="2400" strike="noStrike" noProof="1">
                <a:solidFill>
                  <a:schemeClr val="tx1"/>
                </a:solidFill>
                <a:effectLst/>
                <a:latin typeface="Times New Roman" panose="02020603050405020304" charset="0"/>
                <a:ea typeface="宋体" panose="02010600030101010101" pitchFamily="2" charset="-122"/>
                <a:cs typeface="+mn-cs"/>
              </a:rPr>
              <a:t>系统为每一台设备都配置了一个用来记录设备的硬件特性、连接和使用情况的一组数据，称为设备控制块。</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14348" grpId="0" uiExpand="1" build="p"/>
      <p:bldP spid="13315"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文本占位符 15361"/>
          <p:cNvSpPr>
            <a:spLocks noGrp="1"/>
          </p:cNvSpPr>
          <p:nvPr>
            <p:ph type="body" sz="half" idx="1"/>
          </p:nvPr>
        </p:nvSpPr>
        <p:spPr>
          <a:xfrm>
            <a:off x="761365" y="962025"/>
            <a:ext cx="7160260" cy="1038860"/>
          </a:xfrm>
        </p:spPr>
        <p:txBody>
          <a:bodyPr wrap="square" anchor="t">
            <a:spAutoFit/>
          </a:bodyPr>
          <a:p>
            <a:pPr fontAlgn="base">
              <a:lnSpc>
                <a:spcPct val="110000"/>
              </a:lnSpc>
            </a:pPr>
            <a:r>
              <a:rPr lang="x-none" altLang="zh-CN" sz="2800" strike="noStrike" kern="1200" noProof="1">
                <a:solidFill>
                  <a:schemeClr val="tx1"/>
                </a:solidFill>
                <a:effectLst/>
                <a:latin typeface="Times New Roman" panose="02020603050405020304" charset="0"/>
              </a:rPr>
              <a:t>命令</a:t>
            </a:r>
            <a:r>
              <a:rPr lang="zh-CN" altLang="en-US" sz="2800" strike="noStrike" kern="1200" noProof="1">
                <a:solidFill>
                  <a:schemeClr val="tx1"/>
                </a:solidFill>
                <a:effectLst/>
                <a:latin typeface="Times New Roman" panose="02020603050405020304" charset="0"/>
              </a:rPr>
              <a:t>转换表：存放设备驱动和控制程序的入口地址。比如：</a:t>
            </a:r>
            <a:endParaRPr lang="zh-CN" altLang="en-US" sz="2800" strike="noStrike" kern="1200" noProof="1">
              <a:solidFill>
                <a:schemeClr val="tx1"/>
              </a:solidFill>
              <a:effectLst/>
              <a:latin typeface="Times New Roman" panose="02020603050405020304" charset="0"/>
            </a:endParaRPr>
          </a:p>
        </p:txBody>
      </p:sp>
      <p:graphicFrame>
        <p:nvGraphicFramePr>
          <p:cNvPr id="15363" name="内容占位符 15362"/>
          <p:cNvGraphicFramePr/>
          <p:nvPr>
            <p:ph sz="half" idx="2"/>
          </p:nvPr>
        </p:nvGraphicFramePr>
        <p:xfrm>
          <a:off x="1515110" y="2339975"/>
          <a:ext cx="5908040" cy="2922270"/>
        </p:xfrm>
        <a:graphic>
          <a:graphicData uri="http://schemas.openxmlformats.org/drawingml/2006/table">
            <a:tbl>
              <a:tblPr/>
              <a:tblGrid>
                <a:gridCol w="2277745"/>
                <a:gridCol w="3630295"/>
              </a:tblGrid>
              <a:tr h="474980">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buNone/>
                      </a:pPr>
                      <a:r>
                        <a:rPr lang="en-US" altLang="zh-CN">
                          <a:solidFill>
                            <a:schemeClr val="tx1"/>
                          </a:solidFill>
                          <a:effectLst/>
                          <a:latin typeface="Times New Roman" panose="02020603050405020304" charset="0"/>
                        </a:rPr>
                        <a:t>d_open</a:t>
                      </a:r>
                      <a:endParaRPr lang="en-US" altLang="zh-CN">
                        <a:solidFill>
                          <a:schemeClr val="tx1"/>
                        </a:solidFill>
                        <a:effectLst/>
                        <a:latin typeface="Times New Roman" panose="02020603050405020304" charset="0"/>
                      </a:endParaRPr>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buNone/>
                      </a:pPr>
                      <a:r>
                        <a:rPr lang="zh-CN" altLang="en-US">
                          <a:solidFill>
                            <a:schemeClr val="tx1"/>
                          </a:solidFill>
                          <a:effectLst/>
                          <a:latin typeface="Times New Roman" panose="02020603050405020304" charset="0"/>
                        </a:rPr>
                        <a:t>打开子程序</a:t>
                      </a:r>
                      <a:endParaRPr lang="zh-CN" altLang="en-US">
                        <a:solidFill>
                          <a:schemeClr val="tx1"/>
                        </a:solidFill>
                        <a:effectLst/>
                        <a:latin typeface="Times New Roman" panose="02020603050405020304" charset="0"/>
                      </a:endParaR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74980">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buNone/>
                      </a:pPr>
                      <a:r>
                        <a:rPr lang="en-US" altLang="zh-CN">
                          <a:solidFill>
                            <a:schemeClr val="tx1"/>
                          </a:solidFill>
                          <a:effectLst/>
                          <a:latin typeface="Times New Roman" panose="02020603050405020304" charset="0"/>
                        </a:rPr>
                        <a:t>d_close</a:t>
                      </a:r>
                      <a:endParaRPr lang="en-US" altLang="zh-CN">
                        <a:solidFill>
                          <a:schemeClr val="tx1"/>
                        </a:solidFill>
                        <a:effectLst/>
                        <a:latin typeface="Times New Roman" panose="02020603050405020304" charset="0"/>
                      </a:endParaRPr>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buNone/>
                      </a:pPr>
                      <a:r>
                        <a:rPr lang="zh-CN" altLang="en-US">
                          <a:solidFill>
                            <a:schemeClr val="tx1"/>
                          </a:solidFill>
                          <a:effectLst/>
                          <a:latin typeface="Times New Roman" panose="02020603050405020304" charset="0"/>
                        </a:rPr>
                        <a:t>关闭子程序</a:t>
                      </a:r>
                      <a:endParaRPr lang="zh-CN" altLang="en-US">
                        <a:solidFill>
                          <a:schemeClr val="tx1"/>
                        </a:solidFill>
                        <a:effectLst/>
                        <a:latin typeface="Times New Roman" panose="02020603050405020304" charset="0"/>
                      </a:endParaR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74980">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buNone/>
                      </a:pPr>
                      <a:r>
                        <a:rPr lang="en-US" altLang="zh-CN">
                          <a:solidFill>
                            <a:schemeClr val="tx1"/>
                          </a:solidFill>
                          <a:effectLst/>
                          <a:latin typeface="Times New Roman" panose="02020603050405020304" charset="0"/>
                        </a:rPr>
                        <a:t>d_mmap</a:t>
                      </a:r>
                      <a:endParaRPr lang="en-US" altLang="zh-CN">
                        <a:solidFill>
                          <a:schemeClr val="tx1"/>
                        </a:solidFill>
                        <a:effectLst/>
                        <a:latin typeface="Times New Roman" panose="02020603050405020304" charset="0"/>
                      </a:endParaRPr>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buNone/>
                      </a:pPr>
                      <a:r>
                        <a:rPr lang="zh-CN" altLang="en-US">
                          <a:solidFill>
                            <a:schemeClr val="tx1"/>
                          </a:solidFill>
                          <a:effectLst/>
                          <a:latin typeface="Times New Roman" panose="02020603050405020304" charset="0"/>
                        </a:rPr>
                        <a:t>映射设备内存子程序</a:t>
                      </a:r>
                      <a:endParaRPr lang="zh-CN" altLang="en-US">
                        <a:solidFill>
                          <a:schemeClr val="tx1"/>
                        </a:solidFill>
                        <a:effectLst/>
                        <a:latin typeface="Times New Roman" panose="02020603050405020304" charset="0"/>
                      </a:endParaR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74980">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buNone/>
                      </a:pPr>
                      <a:r>
                        <a:rPr lang="en-US" altLang="zh-CN">
                          <a:solidFill>
                            <a:schemeClr val="tx1"/>
                          </a:solidFill>
                          <a:effectLst/>
                          <a:latin typeface="Times New Roman" panose="02020603050405020304" charset="0"/>
                        </a:rPr>
                        <a:t>d_read</a:t>
                      </a:r>
                      <a:endParaRPr lang="en-US" altLang="zh-CN">
                        <a:solidFill>
                          <a:schemeClr val="tx1"/>
                        </a:solidFill>
                        <a:effectLst/>
                        <a:latin typeface="Times New Roman" panose="02020603050405020304" charset="0"/>
                      </a:endParaRPr>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buNone/>
                      </a:pPr>
                      <a:r>
                        <a:rPr lang="zh-CN" altLang="en-US">
                          <a:solidFill>
                            <a:schemeClr val="tx1"/>
                          </a:solidFill>
                          <a:effectLst/>
                          <a:latin typeface="Times New Roman" panose="02020603050405020304" charset="0"/>
                        </a:rPr>
                        <a:t>读子程序</a:t>
                      </a:r>
                      <a:endParaRPr lang="zh-CN" altLang="en-US">
                        <a:solidFill>
                          <a:schemeClr val="tx1"/>
                        </a:solidFill>
                        <a:effectLst/>
                        <a:latin typeface="Times New Roman" panose="02020603050405020304" charset="0"/>
                      </a:endParaR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74980">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buNone/>
                      </a:pPr>
                      <a:r>
                        <a:rPr lang="en-US" altLang="zh-CN">
                          <a:solidFill>
                            <a:schemeClr val="tx1"/>
                          </a:solidFill>
                          <a:effectLst/>
                          <a:latin typeface="Times New Roman" panose="02020603050405020304" charset="0"/>
                        </a:rPr>
                        <a:t>d_write</a:t>
                      </a:r>
                      <a:endParaRPr lang="en-US" altLang="zh-CN">
                        <a:solidFill>
                          <a:schemeClr val="tx1"/>
                        </a:solidFill>
                        <a:effectLst/>
                        <a:latin typeface="Times New Roman" panose="02020603050405020304" charset="0"/>
                      </a:endParaRPr>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buNone/>
                      </a:pPr>
                      <a:r>
                        <a:rPr lang="zh-CN" altLang="en-US">
                          <a:solidFill>
                            <a:schemeClr val="tx1"/>
                          </a:solidFill>
                          <a:effectLst/>
                          <a:latin typeface="Times New Roman" panose="02020603050405020304" charset="0"/>
                        </a:rPr>
                        <a:t>写子程序</a:t>
                      </a:r>
                      <a:endParaRPr lang="zh-CN" altLang="en-US">
                        <a:solidFill>
                          <a:schemeClr val="tx1"/>
                        </a:solidFill>
                        <a:effectLst/>
                        <a:latin typeface="Times New Roman" panose="02020603050405020304" charset="0"/>
                      </a:endParaR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47370">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buNone/>
                      </a:pPr>
                      <a:r>
                        <a:rPr lang="en-US" altLang="zh-CN">
                          <a:solidFill>
                            <a:schemeClr val="tx1"/>
                          </a:solidFill>
                          <a:effectLst/>
                          <a:latin typeface="Times New Roman" panose="02020603050405020304" charset="0"/>
                        </a:rPr>
                        <a:t>d_</a:t>
                      </a:r>
                      <a:r>
                        <a:rPr lang="x-none" altLang="en-US">
                          <a:solidFill>
                            <a:schemeClr val="tx1"/>
                          </a:solidFill>
                          <a:effectLst/>
                          <a:latin typeface="Times New Roman" panose="02020603050405020304" charset="0"/>
                        </a:rPr>
                        <a:t>ioctl</a:t>
                      </a:r>
                      <a:endParaRPr lang="x-none" altLang="en-US">
                        <a:solidFill>
                          <a:schemeClr val="tx1"/>
                        </a:solidFill>
                        <a:effectLst/>
                        <a:latin typeface="Times New Roman" panose="02020603050405020304" charset="0"/>
                      </a:endParaRPr>
                    </a:p>
                  </a:txBody>
                  <a:tcPr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buNone/>
                      </a:pPr>
                      <a:r>
                        <a:rPr lang="zh-CN" altLang="x-none">
                          <a:solidFill>
                            <a:schemeClr val="tx1"/>
                          </a:solidFill>
                          <a:effectLst/>
                          <a:latin typeface="Times New Roman" panose="02020603050405020304" charset="0"/>
                        </a:rPr>
                        <a:t>其他命令</a:t>
                      </a:r>
                      <a:r>
                        <a:rPr lang="x-none" altLang="zh-CN">
                          <a:solidFill>
                            <a:schemeClr val="tx1"/>
                          </a:solidFill>
                          <a:effectLst/>
                          <a:latin typeface="Times New Roman" panose="02020603050405020304" charset="0"/>
                        </a:rPr>
                        <a:t>子程序</a:t>
                      </a:r>
                      <a:endParaRPr lang="x-none" altLang="zh-CN">
                        <a:solidFill>
                          <a:schemeClr val="tx1"/>
                        </a:solidFill>
                        <a:effectLst/>
                        <a:latin typeface="Times New Roman" panose="02020603050405020304" charset="0"/>
                      </a:endParaRPr>
                    </a:p>
                  </a:txBody>
                  <a:tcPr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p:fade/>
  </p:transition>
  <p:timing>
    <p:tnLst>
      <p:par>
        <p:cTn id="1" dur="indefinite" restart="never" nodeType="tmRoot"/>
      </p:par>
    </p:tnLst>
    <p:bldLst>
      <p:bldP spid="15362" grpId="0" animBg="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矩形 16385"/>
          <p:cNvSpPr/>
          <p:nvPr/>
        </p:nvSpPr>
        <p:spPr>
          <a:xfrm>
            <a:off x="1006475" y="1562100"/>
            <a:ext cx="7129463" cy="206629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en-US" altLang="zh-CN"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rgbClr val="663300"/>
                </a:solidFill>
                <a:latin typeface="Arial" panose="02080604020202020204" pitchFamily="34" charset="0"/>
                <a:ea typeface="宋体" panose="02010600030101010101" pitchFamily="2" charset="-122"/>
                <a:cs typeface="+mn-ea"/>
              </a:rPr>
              <a:t>缓</a:t>
            </a:r>
            <a:r>
              <a:rPr lang="x-none" altLang="zh-CN" sz="4000" b="1" strike="noStrike" noProof="1">
                <a:solidFill>
                  <a:srgbClr val="663300"/>
                </a:solidFill>
                <a:latin typeface="Arial" panose="02080604020202020204" pitchFamily="34" charset="0"/>
                <a:ea typeface="宋体" panose="02010600030101010101" pitchFamily="2" charset="-122"/>
                <a:cs typeface="+mn-ea"/>
              </a:rPr>
              <a:t>冲</a:t>
            </a:r>
            <a:r>
              <a:rPr lang="zh-CN" altLang="en-US" sz="4000" b="1" strike="noStrike" noProof="1">
                <a:solidFill>
                  <a:srgbClr val="663300"/>
                </a:solidFill>
                <a:latin typeface="Arial" panose="02080604020202020204" pitchFamily="34" charset="0"/>
                <a:ea typeface="宋体" panose="02010600030101010101" pitchFamily="2" charset="-122"/>
                <a:cs typeface="+mn-ea"/>
              </a:rPr>
              <a:t>技术</a:t>
            </a:r>
            <a:endParaRPr lang="zh-CN" altLang="en-US" sz="4000" b="1" strike="noStrike" noProof="1">
              <a:solidFill>
                <a:srgbClr val="6633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000" b="1" strike="noStrike" noProof="1">
              <a:solidFill>
                <a:srgbClr val="663300"/>
              </a:solidFill>
              <a:ea typeface="宋体" panose="02010600030101010101" pitchFamily="2" charset="-122"/>
            </a:endParaRPr>
          </a:p>
        </p:txBody>
      </p:sp>
      <p:graphicFrame>
        <p:nvGraphicFramePr>
          <p:cNvPr id="21506" name="内容占位符 16386"/>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2" imgW="838200" imgH="647700" progId="Paint.Picture">
                  <p:embed/>
                </p:oleObj>
              </mc:Choice>
              <mc:Fallback>
                <p:oleObj name="" r:id="rId2" imgW="838200" imgH="647700" progId="Paint.Picture">
                  <p:embed/>
                  <p:pic>
                    <p:nvPicPr>
                      <p:cNvPr id="0" name="图片 3075"/>
                      <p:cNvPicPr/>
                      <p:nvPr/>
                    </p:nvPicPr>
                    <p:blipFill>
                      <a:blip r:embed="rId3"/>
                      <a:stretch>
                        <a:fillRect/>
                      </a:stretch>
                    </p:blipFill>
                    <p:spPr>
                      <a:xfrm>
                        <a:off x="0" y="0"/>
                        <a:ext cx="838200" cy="517525"/>
                      </a:xfrm>
                      <a:prstGeom prst="rect">
                        <a:avLst/>
                      </a:prstGeom>
                      <a:noFill/>
                      <a:ln w="38100"/>
                    </p:spPr>
                  </p:pic>
                </p:oleObj>
              </mc:Fallback>
            </mc:AlternateContent>
          </a:graphicData>
        </a:graphic>
      </p:graphicFrame>
      <p:sp>
        <p:nvSpPr>
          <p:cNvPr id="16388" name="矩形 1638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缓冲技术</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16386"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文本框 1740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10</a:t>
            </a:r>
            <a:endParaRPr lang="en-US" altLang="zh-CN" sz="1400">
              <a:solidFill>
                <a:schemeClr val="tx2"/>
              </a:solidFill>
              <a:latin typeface="Times New Roman" panose="02020603050405020304" charset="0"/>
              <a:ea typeface="宋体" panose="02010600030101010101" pitchFamily="2" charset="-122"/>
            </a:endParaRPr>
          </a:p>
        </p:txBody>
      </p:sp>
      <p:sp>
        <p:nvSpPr>
          <p:cNvPr id="17411" name="矩形 17410"/>
          <p:cNvSpPr/>
          <p:nvPr/>
        </p:nvSpPr>
        <p:spPr>
          <a:xfrm>
            <a:off x="208915" y="787400"/>
            <a:ext cx="8683625" cy="535749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1.  </a:t>
            </a:r>
            <a:r>
              <a:rPr lang="zh-CN" altLang="en-US" b="1" strike="noStrike" noProof="1">
                <a:solidFill>
                  <a:srgbClr val="990000"/>
                </a:solidFill>
                <a:latin typeface="Arial" panose="02080604020202020204" pitchFamily="34" charset="0"/>
                <a:ea typeface="宋体" panose="02010600030101010101" pitchFamily="2" charset="-122"/>
                <a:cs typeface="+mn-ea"/>
              </a:rPr>
              <a:t>缓冲概念</a:t>
            </a:r>
            <a:endParaRPr lang="zh-CN" altLang="en-US" b="1" strike="noStrike" noProof="1">
              <a:solidFill>
                <a:srgbClr val="990000"/>
              </a:solidFill>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什么是缓冲</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缓冲是两种不同速度的设备之间传输信息时平滑传输过程的常用手段。</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缓冲类别</a:t>
            </a:r>
            <a:endParaRPr lang="zh-CN" altLang="en-US" sz="2800" b="1" strike="noStrike" noProof="1">
              <a:solidFill>
                <a:srgbClr val="A5002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en-US" altLang="zh-CN" sz="2400" b="1" strike="noStrike" noProof="1">
                <a:solidFill>
                  <a:srgbClr val="000099"/>
                </a:solidFill>
                <a:latin typeface="Times New Roman" panose="02020603050405020304" charset="0"/>
                <a:ea typeface="宋体" panose="02010600030101010101" pitchFamily="2" charset="-122"/>
                <a:cs typeface="+mn-cs"/>
              </a:rPr>
              <a:t>①</a:t>
            </a:r>
            <a:r>
              <a:rPr lang="en-US" altLang="zh-CN" sz="2400" b="1" strike="noStrike" noProof="1">
                <a:solidFill>
                  <a:srgbClr val="000099"/>
                </a:solidFill>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latin typeface="Times New Roman" panose="02020603050405020304" charset="0"/>
                <a:ea typeface="宋体" panose="02010600030101010101" pitchFamily="2" charset="-122"/>
                <a:cs typeface="+mn-cs"/>
              </a:rPr>
              <a:t>缓冲器</a:t>
            </a:r>
            <a:r>
              <a:rPr lang="x-none" altLang="zh-CN" sz="2400" b="1" strike="noStrike" noProof="1">
                <a:solidFill>
                  <a:srgbClr val="000099"/>
                </a:solidFill>
                <a:latin typeface="Times New Roman" panose="02020603050405020304" charset="0"/>
                <a:ea typeface="宋体" panose="02010600030101010101" pitchFamily="2" charset="-122"/>
                <a:cs typeface="+mn-cs"/>
              </a:rPr>
              <a:t>（硬件方式）</a:t>
            </a:r>
            <a:endParaRPr lang="x-none" altLang="zh-CN" sz="2400" b="1" strike="noStrike" noProof="1">
              <a:solidFill>
                <a:srgbClr val="000099"/>
              </a:solidFill>
              <a:latin typeface="Times New Roman" panose="02020603050405020304" charset="0"/>
              <a:ea typeface="宋体" panose="02010600030101010101" pitchFamily="2" charset="-122"/>
              <a:cs typeface="+mn-cs"/>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缓冲器是用来暂时存放数据的一种存储装置，它容量较小，存取速度快。</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en-US" altLang="zh-CN" sz="2400" b="1" strike="noStrike" noProof="1">
                <a:solidFill>
                  <a:srgbClr val="000099"/>
                </a:solidFill>
                <a:latin typeface="Times New Roman" panose="02020603050405020304" charset="0"/>
                <a:ea typeface="宋体" panose="02010600030101010101" pitchFamily="2" charset="-122"/>
                <a:cs typeface="+mn-cs"/>
              </a:rPr>
              <a:t>②</a:t>
            </a:r>
            <a:r>
              <a:rPr lang="en-US" altLang="zh-CN" sz="2400" b="1" strike="noStrike" noProof="1">
                <a:solidFill>
                  <a:srgbClr val="000099"/>
                </a:solidFill>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latin typeface="Times New Roman" panose="02020603050405020304" charset="0"/>
                <a:ea typeface="宋体" panose="02010600030101010101" pitchFamily="2" charset="-122"/>
                <a:cs typeface="+mn-cs"/>
              </a:rPr>
              <a:t>软件缓冲</a:t>
            </a:r>
            <a:endParaRPr lang="x-none" altLang="zh-CN" sz="2400" b="1" strike="noStrike" noProof="1">
              <a:solidFill>
                <a:srgbClr val="000099"/>
              </a:solidFill>
              <a:latin typeface="Times New Roman" panose="02020603050405020304" charset="0"/>
              <a:ea typeface="宋体" panose="02010600030101010101" pitchFamily="2" charset="-122"/>
              <a:cs typeface="+mn-cs"/>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在</a:t>
            </a:r>
            <a:r>
              <a:rPr lang="en-US" altLang="zh-CN" sz="2400" strike="noStrike" noProof="1">
                <a:solidFill>
                  <a:schemeClr val="tx1"/>
                </a:solidFill>
                <a:latin typeface="Times New Roman" panose="02020603050405020304" charset="0"/>
                <a:ea typeface="宋体" panose="02010600030101010101" pitchFamily="2" charset="-122"/>
                <a:cs typeface="+mn-ea"/>
              </a:rPr>
              <a:t>I/O</a:t>
            </a:r>
            <a:r>
              <a:rPr lang="zh-CN" altLang="en-US" sz="2400" strike="noStrike" noProof="1">
                <a:solidFill>
                  <a:schemeClr val="tx1"/>
                </a:solidFill>
                <a:latin typeface="Times New Roman" panose="02020603050405020304" charset="0"/>
                <a:ea typeface="宋体" panose="02010600030101010101" pitchFamily="2" charset="-122"/>
                <a:cs typeface="+mn-ea"/>
              </a:rPr>
              <a:t>操作期间用来临时存放</a:t>
            </a:r>
            <a:r>
              <a:rPr lang="en-US" altLang="zh-CN" sz="2400" strike="noStrike" noProof="1">
                <a:solidFill>
                  <a:schemeClr val="tx1"/>
                </a:solidFill>
                <a:latin typeface="Times New Roman" panose="02020603050405020304" charset="0"/>
                <a:ea typeface="宋体" panose="02010600030101010101" pitchFamily="2" charset="-122"/>
                <a:cs typeface="+mn-ea"/>
              </a:rPr>
              <a:t>I/O</a:t>
            </a:r>
            <a:r>
              <a:rPr lang="zh-CN" altLang="en-US" sz="2400" strike="noStrike" noProof="1">
                <a:solidFill>
                  <a:schemeClr val="tx1"/>
                </a:solidFill>
                <a:latin typeface="Times New Roman" panose="02020603050405020304" charset="0"/>
                <a:ea typeface="宋体" panose="02010600030101010101" pitchFamily="2" charset="-122"/>
                <a:cs typeface="+mn-ea"/>
              </a:rPr>
              <a:t>数据的一块存储区域。</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17412" name="矩形 17411"/>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缓冲技术</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17411"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文本框 1945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12</a:t>
            </a:r>
            <a:endParaRPr lang="en-US" altLang="zh-CN" sz="1400">
              <a:solidFill>
                <a:schemeClr val="tx2"/>
              </a:solidFill>
              <a:latin typeface="Times New Roman" panose="02020603050405020304" charset="0"/>
              <a:ea typeface="宋体" panose="02010600030101010101" pitchFamily="2" charset="-122"/>
            </a:endParaRPr>
          </a:p>
        </p:txBody>
      </p:sp>
      <p:sp>
        <p:nvSpPr>
          <p:cNvPr id="19459" name="矩形 19458"/>
          <p:cNvSpPr/>
          <p:nvPr/>
        </p:nvSpPr>
        <p:spPr>
          <a:xfrm>
            <a:off x="185738" y="587375"/>
            <a:ext cx="8615363" cy="195580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2.  </a:t>
            </a:r>
            <a:r>
              <a:rPr lang="zh-CN" altLang="en-US" b="1" strike="noStrike" noProof="1">
                <a:solidFill>
                  <a:srgbClr val="990000"/>
                </a:solidFill>
                <a:latin typeface="Times New Roman" panose="02020603050405020304" charset="0"/>
                <a:ea typeface="宋体" panose="02010600030101010101" pitchFamily="2" charset="-122"/>
                <a:cs typeface="+mn-ea"/>
              </a:rPr>
              <a:t>利用缓冲技术如何进行</a:t>
            </a:r>
            <a:r>
              <a:rPr lang="en-US" altLang="zh-CN" b="1" strike="noStrike" noProof="1">
                <a:solidFill>
                  <a:srgbClr val="990000"/>
                </a:solidFill>
                <a:latin typeface="Times New Roman" panose="02020603050405020304" charset="0"/>
                <a:ea typeface="宋体" panose="02010600030101010101" pitchFamily="2" charset="-122"/>
                <a:cs typeface="+mn-ea"/>
              </a:rPr>
              <a:t>I/O</a:t>
            </a:r>
            <a:r>
              <a:rPr lang="zh-CN" altLang="en-US" b="1" strike="noStrike" noProof="1">
                <a:solidFill>
                  <a:srgbClr val="990000"/>
                </a:solidFill>
                <a:latin typeface="Times New Roman" panose="02020603050405020304" charset="0"/>
                <a:ea typeface="宋体" panose="02010600030101010101" pitchFamily="2" charset="-122"/>
                <a:cs typeface="+mn-ea"/>
              </a:rPr>
              <a:t>操作</a:t>
            </a:r>
            <a:endParaRPr lang="zh-CN" altLang="en-US" b="1" strike="noStrike" noProof="1">
              <a:solidFill>
                <a:srgbClr val="990000"/>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800" b="1" strike="noStrike" noProof="1">
                <a:solidFill>
                  <a:srgbClr val="A50021"/>
                </a:solidFill>
                <a:effectLst/>
                <a:latin typeface="Times New Roman" panose="02020603050405020304" charset="0"/>
                <a:ea typeface="宋体" panose="02010600030101010101" pitchFamily="2" charset="-122"/>
                <a:cs typeface="+mn-ea"/>
              </a:rPr>
              <a:t>      </a:t>
            </a:r>
            <a:r>
              <a:rPr lang="en-US" altLang="zh-CN" sz="2800" b="1" strike="noStrike" noProof="1">
                <a:solidFill>
                  <a:srgbClr val="A50021"/>
                </a:solidFill>
                <a:effectLst/>
                <a:latin typeface="Times New Roman" panose="02020603050405020304" charset="0"/>
                <a:ea typeface="宋体" panose="02010600030101010101" pitchFamily="2" charset="-122"/>
                <a:cs typeface="+mn-ea"/>
              </a:rPr>
              <a:t>(1) </a:t>
            </a:r>
            <a:r>
              <a:rPr lang="zh-CN" altLang="en-US" sz="2800" b="1" strike="noStrike" noProof="1">
                <a:solidFill>
                  <a:srgbClr val="A50021"/>
                </a:solidFill>
                <a:effectLst/>
                <a:latin typeface="Times New Roman" panose="02020603050405020304" charset="0"/>
                <a:ea typeface="宋体" panose="02010600030101010101" pitchFamily="2" charset="-122"/>
                <a:cs typeface="+mn-ea"/>
              </a:rPr>
              <a:t>进程活动期间，请求从某字符设备读入数据</a:t>
            </a:r>
            <a:endParaRPr lang="zh-CN" altLang="en-US" sz="2800" b="1" strike="noStrike" noProof="1">
              <a:solidFill>
                <a:srgbClr val="A5002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effectLst/>
                <a:latin typeface="Times New Roman" panose="02020603050405020304" charset="0"/>
                <a:ea typeface="宋体" panose="02010600030101010101" pitchFamily="2" charset="-122"/>
                <a:cs typeface="+mn-ea"/>
              </a:rPr>
              <a:t>      </a:t>
            </a:r>
            <a:r>
              <a:rPr lang="en-US" altLang="zh-CN" sz="2400" b="1" strike="noStrike" noProof="1">
                <a:solidFill>
                  <a:srgbClr val="000099"/>
                </a:solidFill>
                <a:effectLst/>
                <a:latin typeface="Times New Roman" panose="02020603050405020304" charset="0"/>
                <a:ea typeface="宋体" panose="02010600030101010101" pitchFamily="2" charset="-122"/>
                <a:cs typeface="+mn-ea"/>
              </a:rPr>
              <a:t>①</a:t>
            </a:r>
            <a:r>
              <a:rPr lang="en-US" altLang="zh-CN" sz="2400" b="1" strike="noStrike" noProof="1">
                <a:solidFill>
                  <a:srgbClr val="000099"/>
                </a:solidFill>
                <a:effectLst/>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effectLst/>
                <a:latin typeface="Times New Roman" panose="02020603050405020304" charset="0"/>
                <a:ea typeface="宋体" panose="02010600030101010101" pitchFamily="2" charset="-122"/>
                <a:cs typeface="+mn-ea"/>
              </a:rPr>
              <a:t>进程请求从输入设备进行读操作的图示</a:t>
            </a:r>
            <a:endParaRPr lang="zh-CN" altLang="en-US" sz="2400" b="1" strike="noStrike" noProof="1">
              <a:solidFill>
                <a:srgbClr val="000099"/>
              </a:solidFill>
              <a:effectLst/>
              <a:latin typeface="Times New Roman" panose="02020603050405020304" charset="0"/>
              <a:ea typeface="宋体" panose="02010600030101010101" pitchFamily="2" charset="-122"/>
            </a:endParaRPr>
          </a:p>
        </p:txBody>
      </p:sp>
      <p:grpSp>
        <p:nvGrpSpPr>
          <p:cNvPr id="19460" name="组合 19459"/>
          <p:cNvGrpSpPr/>
          <p:nvPr/>
        </p:nvGrpSpPr>
        <p:grpSpPr>
          <a:xfrm>
            <a:off x="1349375" y="2667000"/>
            <a:ext cx="5513388" cy="3681413"/>
            <a:chOff x="0" y="0"/>
            <a:chExt cx="3473" cy="2319"/>
          </a:xfrm>
        </p:grpSpPr>
        <p:sp>
          <p:nvSpPr>
            <p:cNvPr id="24580" name="文本框 19460"/>
            <p:cNvSpPr txBox="1"/>
            <p:nvPr/>
          </p:nvSpPr>
          <p:spPr>
            <a:xfrm>
              <a:off x="0" y="0"/>
              <a:ext cx="819" cy="395"/>
            </a:xfrm>
            <a:prstGeom prst="rect">
              <a:avLst/>
            </a:prstGeom>
            <a:noFill/>
            <a:ln w="12700" cap="flat" cmpd="sng">
              <a:solidFill>
                <a:schemeClr val="tx1"/>
              </a:solidFill>
              <a:prstDash val="solid"/>
              <a:miter/>
              <a:headEnd type="none" w="med" len="med"/>
              <a:tailEnd type="none" w="med" len="med"/>
            </a:ln>
          </p:spPr>
          <p:txBody>
            <a:bodyPr anchor="t"/>
            <a:p>
              <a:pPr lvl="0" algn="ctr">
                <a:lnSpc>
                  <a:spcPct val="140000"/>
                </a:lnSpc>
                <a:spcBef>
                  <a:spcPct val="100000"/>
                </a:spcBef>
                <a:spcAft>
                  <a:spcPct val="80000"/>
                </a:spcAft>
                <a:buClr>
                  <a:srgbClr val="000000"/>
                </a:buClr>
              </a:pPr>
              <a:r>
                <a:rPr lang="zh-CN" altLang="en-US" sz="1600" b="1">
                  <a:solidFill>
                    <a:schemeClr val="tx1"/>
                  </a:solidFill>
                  <a:latin typeface="Times New Roman" panose="02020603050405020304" charset="0"/>
                  <a:ea typeface="宋体" panose="02010600030101010101" pitchFamily="2" charset="-122"/>
                </a:rPr>
                <a:t>输入设备</a:t>
              </a:r>
              <a:endParaRPr lang="zh-CN" altLang="en-US" sz="1600" b="1">
                <a:solidFill>
                  <a:schemeClr val="tx1"/>
                </a:solidFill>
                <a:latin typeface="Times New Roman" panose="02020603050405020304" charset="0"/>
                <a:ea typeface="宋体" panose="02010600030101010101" pitchFamily="2" charset="-122"/>
              </a:endParaRPr>
            </a:p>
          </p:txBody>
        </p:sp>
        <p:sp>
          <p:nvSpPr>
            <p:cNvPr id="24581" name="文本框 19461"/>
            <p:cNvSpPr txBox="1"/>
            <p:nvPr/>
          </p:nvSpPr>
          <p:spPr>
            <a:xfrm>
              <a:off x="1295" y="435"/>
              <a:ext cx="733" cy="317"/>
            </a:xfrm>
            <a:prstGeom prst="rect">
              <a:avLst/>
            </a:prstGeom>
            <a:noFill/>
            <a:ln w="12700" cap="flat" cmpd="sng">
              <a:solidFill>
                <a:schemeClr val="tx1"/>
              </a:solidFill>
              <a:prstDash val="solid"/>
              <a:miter/>
              <a:headEnd type="none" w="med" len="med"/>
              <a:tailEnd type="none" w="med" len="med"/>
            </a:ln>
          </p:spPr>
          <p:txBody>
            <a:bodyPr anchor="t"/>
            <a:p>
              <a:pPr lvl="0" algn="ctr">
                <a:lnSpc>
                  <a:spcPct val="140000"/>
                </a:lnSpc>
                <a:spcBef>
                  <a:spcPct val="100000"/>
                </a:spcBef>
                <a:spcAft>
                  <a:spcPct val="80000"/>
                </a:spcAft>
                <a:buClr>
                  <a:srgbClr val="000000"/>
                </a:buClr>
              </a:pPr>
              <a:r>
                <a:rPr lang="en-US" altLang="zh-CN" sz="1600" b="1">
                  <a:solidFill>
                    <a:schemeClr val="tx1"/>
                  </a:solidFill>
                  <a:latin typeface="Times New Roman" panose="02020603050405020304" charset="0"/>
                  <a:ea typeface="宋体" panose="02010600030101010101" pitchFamily="2" charset="-122"/>
                </a:rPr>
                <a:t>BUF</a:t>
              </a:r>
              <a:endParaRPr lang="en-US" altLang="zh-CN" sz="1600" b="1">
                <a:solidFill>
                  <a:schemeClr val="tx1"/>
                </a:solidFill>
                <a:latin typeface="Times New Roman" panose="02020603050405020304" charset="0"/>
                <a:ea typeface="宋体" panose="02010600030101010101" pitchFamily="2" charset="-122"/>
              </a:endParaRPr>
            </a:p>
          </p:txBody>
        </p:sp>
        <p:grpSp>
          <p:nvGrpSpPr>
            <p:cNvPr id="24582" name="组合 19462"/>
            <p:cNvGrpSpPr/>
            <p:nvPr/>
          </p:nvGrpSpPr>
          <p:grpSpPr>
            <a:xfrm>
              <a:off x="2719" y="712"/>
              <a:ext cx="754" cy="1607"/>
              <a:chOff x="0" y="0"/>
              <a:chExt cx="792" cy="1842"/>
            </a:xfrm>
          </p:grpSpPr>
          <p:sp>
            <p:nvSpPr>
              <p:cNvPr id="24583" name="文本框 19463"/>
              <p:cNvSpPr txBox="1"/>
              <p:nvPr/>
            </p:nvSpPr>
            <p:spPr>
              <a:xfrm>
                <a:off x="0" y="0"/>
                <a:ext cx="771" cy="1496"/>
              </a:xfrm>
              <a:prstGeom prst="rect">
                <a:avLst/>
              </a:prstGeom>
              <a:noFill/>
              <a:ln w="12700" cap="flat" cmpd="sng">
                <a:solidFill>
                  <a:schemeClr val="tx1"/>
                </a:solidFill>
                <a:prstDash val="solid"/>
                <a:miter/>
                <a:headEnd type="none" w="med" len="med"/>
                <a:tailEnd type="none" w="med" len="med"/>
              </a:ln>
            </p:spPr>
            <p:txBody>
              <a:bodyPr anchor="t"/>
              <a:p>
                <a:pPr lvl="0" algn="ctr">
                  <a:lnSpc>
                    <a:spcPct val="140000"/>
                  </a:lnSpc>
                  <a:spcBef>
                    <a:spcPct val="100000"/>
                  </a:spcBef>
                  <a:spcAft>
                    <a:spcPct val="80000"/>
                  </a:spcAft>
                  <a:buClr>
                    <a:srgbClr val="000000"/>
                  </a:buClr>
                </a:pPr>
                <a:endParaRPr sz="1600" b="1">
                  <a:solidFill>
                    <a:schemeClr val="tx1"/>
                  </a:solidFill>
                  <a:latin typeface="Times New Roman" panose="02020603050405020304" charset="0"/>
                  <a:ea typeface="宋体" panose="02010600030101010101" pitchFamily="2" charset="-122"/>
                </a:endParaRPr>
              </a:p>
            </p:txBody>
          </p:sp>
          <p:sp>
            <p:nvSpPr>
              <p:cNvPr id="24584" name="文本框 19464"/>
              <p:cNvSpPr txBox="1"/>
              <p:nvPr/>
            </p:nvSpPr>
            <p:spPr>
              <a:xfrm>
                <a:off x="21" y="1479"/>
                <a:ext cx="771" cy="363"/>
              </a:xfrm>
              <a:prstGeom prst="rect">
                <a:avLst/>
              </a:prstGeom>
              <a:noFill/>
              <a:ln w="9525">
                <a:noFill/>
                <a:miter/>
              </a:ln>
            </p:spPr>
            <p:txBody>
              <a:bodyPr anchor="t"/>
              <a:p>
                <a:pPr lvl="0" algn="ctr">
                  <a:lnSpc>
                    <a:spcPct val="140000"/>
                  </a:lnSpc>
                  <a:spcBef>
                    <a:spcPct val="100000"/>
                  </a:spcBef>
                  <a:spcAft>
                    <a:spcPct val="80000"/>
                  </a:spcAft>
                  <a:buClr>
                    <a:srgbClr val="000000"/>
                  </a:buClr>
                </a:pPr>
                <a:r>
                  <a:rPr lang="zh-CN" altLang="en-US" sz="1600" b="1">
                    <a:solidFill>
                      <a:schemeClr val="tx1"/>
                    </a:solidFill>
                    <a:latin typeface="Times New Roman" panose="02020603050405020304" charset="0"/>
                    <a:ea typeface="宋体" panose="02010600030101010101" pitchFamily="2" charset="-122"/>
                  </a:rPr>
                  <a:t>进程</a:t>
                </a:r>
                <a:endParaRPr lang="zh-CN" altLang="en-US" sz="1600" b="1">
                  <a:solidFill>
                    <a:schemeClr val="tx1"/>
                  </a:solidFill>
                  <a:latin typeface="Times New Roman" panose="02020603050405020304" charset="0"/>
                  <a:ea typeface="宋体" panose="02010600030101010101" pitchFamily="2" charset="-122"/>
                </a:endParaRPr>
              </a:p>
            </p:txBody>
          </p:sp>
          <p:sp>
            <p:nvSpPr>
              <p:cNvPr id="24585" name="文本框 19465"/>
              <p:cNvSpPr txBox="1"/>
              <p:nvPr/>
            </p:nvSpPr>
            <p:spPr>
              <a:xfrm>
                <a:off x="183" y="136"/>
                <a:ext cx="408" cy="363"/>
              </a:xfrm>
              <a:prstGeom prst="rect">
                <a:avLst/>
              </a:prstGeom>
              <a:noFill/>
              <a:ln w="9525">
                <a:noFill/>
                <a:miter/>
              </a:ln>
            </p:spPr>
            <p:txBody>
              <a:bodyPr anchor="t"/>
              <a:p>
                <a:pPr lvl="0" algn="ctr">
                  <a:lnSpc>
                    <a:spcPct val="140000"/>
                  </a:lnSpc>
                  <a:spcBef>
                    <a:spcPct val="100000"/>
                  </a:spcBef>
                  <a:spcAft>
                    <a:spcPct val="80000"/>
                  </a:spcAft>
                  <a:buClr>
                    <a:srgbClr val="000000"/>
                  </a:buClr>
                </a:pPr>
                <a:r>
                  <a:rPr lang="en-US" altLang="zh-CN" sz="1600" b="1">
                    <a:solidFill>
                      <a:schemeClr val="tx1"/>
                    </a:solidFill>
                    <a:latin typeface="宋体" panose="02010600030101010101" pitchFamily="2" charset="-122"/>
                    <a:ea typeface="宋体" panose="02010600030101010101" pitchFamily="2" charset="-122"/>
                    <a:sym typeface="MT Extra" panose="05050102010205020202" pitchFamily="2" charset="2"/>
                  </a:rPr>
                  <a:t>...</a:t>
                </a:r>
                <a:endParaRPr lang="en-US" altLang="zh-CN" sz="1600" b="1">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24586" name="文本框 19466"/>
              <p:cNvSpPr txBox="1"/>
              <p:nvPr/>
            </p:nvSpPr>
            <p:spPr>
              <a:xfrm>
                <a:off x="181" y="408"/>
                <a:ext cx="408" cy="363"/>
              </a:xfrm>
              <a:prstGeom prst="rect">
                <a:avLst/>
              </a:prstGeom>
              <a:noFill/>
              <a:ln w="9525">
                <a:noFill/>
                <a:miter/>
              </a:ln>
            </p:spPr>
            <p:txBody>
              <a:bodyPr anchor="t"/>
              <a:p>
                <a:pPr lvl="0" algn="ctr">
                  <a:lnSpc>
                    <a:spcPct val="140000"/>
                  </a:lnSpc>
                  <a:spcBef>
                    <a:spcPct val="100000"/>
                  </a:spcBef>
                  <a:spcAft>
                    <a:spcPct val="80000"/>
                  </a:spcAft>
                  <a:buClr>
                    <a:srgbClr val="000000"/>
                  </a:buClr>
                </a:pPr>
                <a:r>
                  <a:rPr lang="en-US" altLang="zh-CN" sz="1600" b="1">
                    <a:solidFill>
                      <a:schemeClr val="tx1"/>
                    </a:solidFill>
                    <a:latin typeface="宋体" panose="02010600030101010101" pitchFamily="2" charset="-122"/>
                    <a:ea typeface="宋体" panose="02010600030101010101" pitchFamily="2" charset="-122"/>
                    <a:sym typeface="MT Extra" panose="05050102010205020202" pitchFamily="2" charset="2"/>
                  </a:rPr>
                  <a:t>...</a:t>
                </a:r>
                <a:endParaRPr lang="en-US" altLang="zh-CN" sz="1600" b="1">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grpSp>
        <p:grpSp>
          <p:nvGrpSpPr>
            <p:cNvPr id="24587" name="组合 19467"/>
            <p:cNvGrpSpPr/>
            <p:nvPr/>
          </p:nvGrpSpPr>
          <p:grpSpPr>
            <a:xfrm>
              <a:off x="820" y="158"/>
              <a:ext cx="820" cy="277"/>
              <a:chOff x="0" y="0"/>
              <a:chExt cx="862" cy="317"/>
            </a:xfrm>
          </p:grpSpPr>
          <p:sp>
            <p:nvSpPr>
              <p:cNvPr id="24588" name="直接连接符 19468"/>
              <p:cNvSpPr/>
              <p:nvPr/>
            </p:nvSpPr>
            <p:spPr>
              <a:xfrm>
                <a:off x="0" y="0"/>
                <a:ext cx="862" cy="0"/>
              </a:xfrm>
              <a:prstGeom prst="line">
                <a:avLst/>
              </a:prstGeom>
              <a:ln w="1905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4589" name="直接连接符 19469"/>
              <p:cNvSpPr/>
              <p:nvPr/>
            </p:nvSpPr>
            <p:spPr>
              <a:xfrm>
                <a:off x="862" y="0"/>
                <a:ext cx="0" cy="317"/>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grpSp>
          <p:nvGrpSpPr>
            <p:cNvPr id="24590" name="组合 19470"/>
            <p:cNvGrpSpPr/>
            <p:nvPr/>
          </p:nvGrpSpPr>
          <p:grpSpPr>
            <a:xfrm>
              <a:off x="1640" y="752"/>
              <a:ext cx="1079" cy="593"/>
              <a:chOff x="0" y="0"/>
              <a:chExt cx="1134" cy="680"/>
            </a:xfrm>
          </p:grpSpPr>
          <p:sp>
            <p:nvSpPr>
              <p:cNvPr id="24591" name="直接连接符 19471"/>
              <p:cNvSpPr/>
              <p:nvPr/>
            </p:nvSpPr>
            <p:spPr>
              <a:xfrm>
                <a:off x="0" y="0"/>
                <a:ext cx="0" cy="680"/>
              </a:xfrm>
              <a:prstGeom prst="line">
                <a:avLst/>
              </a:prstGeom>
              <a:ln w="1905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4592" name="直接连接符 19472"/>
              <p:cNvSpPr/>
              <p:nvPr/>
            </p:nvSpPr>
            <p:spPr>
              <a:xfrm>
                <a:off x="0" y="680"/>
                <a:ext cx="1134" cy="0"/>
              </a:xfrm>
              <a:prstGeom prst="line">
                <a:avLst/>
              </a:prstGeom>
              <a:ln w="9525"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grpSp>
      <p:sp>
        <p:nvSpPr>
          <p:cNvPr id="19474" name="文本框 19473"/>
          <p:cNvSpPr txBox="1"/>
          <p:nvPr/>
        </p:nvSpPr>
        <p:spPr>
          <a:xfrm>
            <a:off x="2905125" y="3482975"/>
            <a:ext cx="473075" cy="334963"/>
          </a:xfrm>
          <a:prstGeom prst="rect">
            <a:avLst/>
          </a:prstGeom>
          <a:noFill/>
          <a:ln w="9525">
            <a:noFill/>
            <a:miter/>
          </a:ln>
        </p:spPr>
        <p:txBody>
          <a:bodyPr wrap="square" anchor="t">
            <a:spAutoFit/>
          </a:bodyPr>
          <a:p>
            <a:pPr lvl="0">
              <a:spcBef>
                <a:spcPct val="50000"/>
              </a:spcBef>
              <a:buClr>
                <a:srgbClr val="000000"/>
              </a:buClr>
            </a:pPr>
            <a:r>
              <a:rPr lang="en-US" altLang="zh-CN" sz="1600">
                <a:solidFill>
                  <a:schemeClr val="tx1"/>
                </a:solidFill>
                <a:latin typeface="黑体" panose="02010609060101010101" pitchFamily="2" charset="-122"/>
                <a:ea typeface="黑体" panose="02010609060101010101" pitchFamily="2" charset="-122"/>
              </a:rPr>
              <a:t>①</a:t>
            </a:r>
            <a:endParaRPr lang="en-US" altLang="zh-CN" sz="1600">
              <a:solidFill>
                <a:schemeClr val="tx1"/>
              </a:solidFill>
              <a:latin typeface="黑体" panose="02010609060101010101" pitchFamily="2" charset="-122"/>
              <a:ea typeface="黑体" panose="02010609060101010101" pitchFamily="2" charset="-122"/>
            </a:endParaRPr>
          </a:p>
        </p:txBody>
      </p:sp>
      <p:sp>
        <p:nvSpPr>
          <p:cNvPr id="19475" name="文本框 19474"/>
          <p:cNvSpPr txBox="1"/>
          <p:nvPr/>
        </p:nvSpPr>
        <p:spPr>
          <a:xfrm>
            <a:off x="2917825" y="2503488"/>
            <a:ext cx="547688" cy="33655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黑体" panose="02010609060101010101" pitchFamily="2" charset="-122"/>
                <a:ea typeface="黑体" panose="02010609060101010101" pitchFamily="2" charset="-122"/>
              </a:rPr>
              <a:t>②</a:t>
            </a:r>
            <a:endParaRPr lang="en-US" altLang="zh-CN" sz="1600">
              <a:solidFill>
                <a:schemeClr val="tx1"/>
              </a:solidFill>
              <a:latin typeface="黑体" panose="02010609060101010101" pitchFamily="2" charset="-122"/>
              <a:ea typeface="黑体" panose="02010609060101010101" pitchFamily="2" charset="-122"/>
            </a:endParaRPr>
          </a:p>
        </p:txBody>
      </p:sp>
      <p:sp>
        <p:nvSpPr>
          <p:cNvPr id="19476" name="文本框 19475"/>
          <p:cNvSpPr txBox="1"/>
          <p:nvPr/>
        </p:nvSpPr>
        <p:spPr>
          <a:xfrm>
            <a:off x="4522788" y="4371975"/>
            <a:ext cx="549275" cy="33655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黑体" panose="02010609060101010101" pitchFamily="2" charset="-122"/>
                <a:ea typeface="黑体" panose="02010609060101010101" pitchFamily="2" charset="-122"/>
              </a:rPr>
              <a:t>③</a:t>
            </a:r>
            <a:endParaRPr lang="en-US" altLang="zh-CN" sz="1600">
              <a:solidFill>
                <a:schemeClr val="tx1"/>
              </a:solidFill>
              <a:latin typeface="黑体" panose="02010609060101010101" pitchFamily="2" charset="-122"/>
              <a:ea typeface="黑体" panose="02010609060101010101" pitchFamily="2" charset="-122"/>
            </a:endParaRPr>
          </a:p>
        </p:txBody>
      </p:sp>
      <p:sp>
        <p:nvSpPr>
          <p:cNvPr id="19478" name="文本框 19477"/>
          <p:cNvSpPr txBox="1"/>
          <p:nvPr/>
        </p:nvSpPr>
        <p:spPr>
          <a:xfrm>
            <a:off x="3141663" y="6119813"/>
            <a:ext cx="2114550" cy="336550"/>
          </a:xfrm>
          <a:prstGeom prst="rect">
            <a:avLst/>
          </a:prstGeom>
          <a:noFill/>
          <a:ln w="9525">
            <a:noFill/>
            <a:miter/>
          </a:ln>
        </p:spPr>
        <p:txBody>
          <a:bodyPr anchor="t">
            <a:spAutoFit/>
          </a:bodyPr>
          <a:p>
            <a:pPr lvl="0">
              <a:spcBef>
                <a:spcPct val="30000"/>
              </a:spcBef>
              <a:buClr>
                <a:srgbClr val="000000"/>
              </a:buClr>
            </a:pPr>
            <a:r>
              <a:rPr lang="zh-CN" altLang="en-US" sz="1600">
                <a:solidFill>
                  <a:schemeClr val="tx1"/>
                </a:solidFill>
                <a:latin typeface="Times New Roman" panose="02020603050405020304" charset="0"/>
                <a:ea typeface="宋体" panose="02010600030101010101" pitchFamily="2" charset="-122"/>
              </a:rPr>
              <a:t>利用缓冲进行读操作</a:t>
            </a:r>
            <a:endParaRPr lang="zh-CN" altLang="en-US" sz="1600">
              <a:solidFill>
                <a:schemeClr val="tx1"/>
              </a:solidFill>
              <a:latin typeface="Times New Roman" panose="02020603050405020304" charset="0"/>
              <a:ea typeface="宋体" panose="02010600030101010101" pitchFamily="2" charset="-122"/>
            </a:endParaRPr>
          </a:p>
        </p:txBody>
      </p:sp>
      <p:sp>
        <p:nvSpPr>
          <p:cNvPr id="19479" name="矩形 19478"/>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缓冲技术</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19459" grpId="0" build="p"/>
      <p:bldP spid="19474" grpId="0"/>
      <p:bldP spid="19475" grpId="0"/>
      <p:bldP spid="19476" grpId="1"/>
      <p:bldP spid="1947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文本框 2048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13</a:t>
            </a:r>
            <a:endParaRPr lang="en-US" altLang="zh-CN" sz="1400">
              <a:solidFill>
                <a:schemeClr val="tx2"/>
              </a:solidFill>
              <a:latin typeface="Times New Roman" panose="02020603050405020304" charset="0"/>
              <a:ea typeface="宋体" panose="02010600030101010101" pitchFamily="2" charset="-122"/>
            </a:endParaRPr>
          </a:p>
        </p:txBody>
      </p:sp>
      <p:sp>
        <p:nvSpPr>
          <p:cNvPr id="20483" name="矩形 20482"/>
          <p:cNvSpPr/>
          <p:nvPr/>
        </p:nvSpPr>
        <p:spPr>
          <a:xfrm>
            <a:off x="114300" y="744538"/>
            <a:ext cx="9029700" cy="567848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cs"/>
              </a:rPr>
              <a:t>②</a:t>
            </a:r>
            <a:r>
              <a:rPr lang="en-US" altLang="zh-CN" sz="2400" b="1" strike="noStrike" noProof="1">
                <a:solidFill>
                  <a:srgbClr val="000099"/>
                </a:solidFill>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latin typeface="Times New Roman" panose="02020603050405020304" charset="0"/>
                <a:ea typeface="宋体" panose="02010600030101010101" pitchFamily="2" charset="-122"/>
                <a:cs typeface="+mn-cs"/>
              </a:rPr>
              <a:t>进程请求从输入设备进行读操作的步骤</a:t>
            </a:r>
            <a:endParaRPr lang="zh-CN" altLang="en-US" sz="2400" b="1" strike="noStrike" noProof="1">
              <a:solidFill>
                <a:srgbClr val="000099"/>
              </a:solidFill>
              <a:latin typeface="Times New Roman" panose="02020603050405020304" charset="0"/>
              <a:ea typeface="宋体" panose="02010600030101010101" pitchFamily="2" charset="-122"/>
            </a:endParaRPr>
          </a:p>
          <a:p>
            <a:pPr marL="1295400" lvl="2" indent="-381000" fontAlgn="base">
              <a:lnSpc>
                <a:spcPct val="120000"/>
              </a:lnSpc>
              <a:spcBef>
                <a:spcPct val="20000"/>
              </a:spcBef>
              <a:buNone/>
            </a:pPr>
            <a:r>
              <a:rPr lang="en-US" altLang="zh-CN" strike="noStrike" noProof="1">
                <a:solidFill>
                  <a:schemeClr val="tx1"/>
                </a:solidFill>
                <a:latin typeface="宋体" panose="02010600030101010101" pitchFamily="2" charset="-122"/>
                <a:ea typeface="宋体" panose="02010600030101010101" pitchFamily="2" charset="-122"/>
                <a:cs typeface="+mn-cs"/>
              </a:rPr>
              <a:t>ⅰ </a:t>
            </a:r>
            <a:r>
              <a:rPr lang="zh-CN" altLang="en-US" strike="noStrike" noProof="1">
                <a:solidFill>
                  <a:schemeClr val="tx1"/>
                </a:solidFill>
                <a:latin typeface="+mn-lt"/>
                <a:ea typeface="宋体" panose="02010600030101010101" pitchFamily="2" charset="-122"/>
                <a:cs typeface="+mn-cs"/>
              </a:rPr>
              <a:t>当用户要求在某个设备上进行读操作时，首先从系统</a:t>
            </a:r>
            <a:endParaRPr lang="zh-CN" altLang="en-US" strike="noStrike" noProof="1">
              <a:solidFill>
                <a:schemeClr val="tx1"/>
              </a:solidFill>
              <a:ea typeface="宋体" panose="02010600030101010101" pitchFamily="2" charset="-122"/>
            </a:endParaRPr>
          </a:p>
          <a:p>
            <a:pPr marL="1295400" lvl="2" indent="-381000" fontAlgn="base">
              <a:lnSpc>
                <a:spcPct val="120000"/>
              </a:lnSpc>
              <a:spcBef>
                <a:spcPct val="20000"/>
              </a:spcBef>
              <a:buNone/>
            </a:pPr>
            <a:r>
              <a:rPr lang="zh-CN" altLang="en-US" strike="noStrike" noProof="1">
                <a:solidFill>
                  <a:schemeClr val="tx1"/>
                </a:solidFill>
                <a:latin typeface="+mn-lt"/>
                <a:ea typeface="宋体" panose="02010600030101010101" pitchFamily="2" charset="-122"/>
                <a:cs typeface="+mn-cs"/>
              </a:rPr>
              <a:t>     中获得一个空的缓冲区 </a:t>
            </a:r>
            <a:r>
              <a:rPr lang="en-US" altLang="zh-CN" strike="noStrike" noProof="1">
                <a:solidFill>
                  <a:schemeClr val="tx1"/>
                </a:solidFill>
                <a:latin typeface="Times New Roman" panose="02020603050405020304" charset="0"/>
                <a:ea typeface="宋体" panose="02010600030101010101" pitchFamily="2" charset="-122"/>
                <a:cs typeface="+mn-cs"/>
              </a:rPr>
              <a:t>(</a:t>
            </a:r>
            <a:r>
              <a:rPr lang="zh-CN" altLang="en-US" strike="noStrike" noProof="1">
                <a:solidFill>
                  <a:schemeClr val="tx1"/>
                </a:solidFill>
                <a:latin typeface="+mn-lt"/>
                <a:ea typeface="宋体" panose="02010600030101010101" pitchFamily="2" charset="-122"/>
                <a:cs typeface="+mn-cs"/>
              </a:rPr>
              <a:t>图中标注的操作</a:t>
            </a:r>
            <a:r>
              <a:rPr lang="en-US" altLang="zh-CN" sz="2000" strike="noStrike" noProof="1">
                <a:solidFill>
                  <a:schemeClr val="tx1"/>
                </a:solidFill>
                <a:latin typeface="宋体" panose="02010600030101010101" pitchFamily="2" charset="-122"/>
                <a:ea typeface="宋体" panose="02010600030101010101" pitchFamily="2" charset="-122"/>
                <a:cs typeface="+mn-cs"/>
              </a:rPr>
              <a:t>①</a:t>
            </a:r>
            <a:r>
              <a:rPr lang="en-US" altLang="zh-CN" strike="noStrike" noProof="1">
                <a:solidFill>
                  <a:schemeClr val="tx1"/>
                </a:solidFill>
                <a:latin typeface="Times New Roman" panose="02020603050405020304" charset="0"/>
                <a:ea typeface="宋体" panose="02010600030101010101" pitchFamily="2" charset="-122"/>
                <a:cs typeface="+mn-cs"/>
              </a:rPr>
              <a:t>)</a:t>
            </a:r>
            <a:r>
              <a:rPr lang="zh-CN" altLang="en-US" strike="noStrike" noProof="1">
                <a:solidFill>
                  <a:schemeClr val="tx1"/>
                </a:solidFill>
                <a:latin typeface="+mn-lt"/>
                <a:ea typeface="宋体" panose="02010600030101010101" pitchFamily="2" charset="-122"/>
                <a:cs typeface="+mn-cs"/>
              </a:rPr>
              <a:t>；</a:t>
            </a:r>
            <a:endParaRPr lang="zh-CN" altLang="en-US" strike="noStrike" noProof="1">
              <a:solidFill>
                <a:schemeClr val="tx1"/>
              </a:solidFill>
              <a:ea typeface="宋体" panose="02010600030101010101" pitchFamily="2" charset="-122"/>
            </a:endParaRPr>
          </a:p>
          <a:p>
            <a:pPr marL="1295400" lvl="2" indent="-381000" fontAlgn="base">
              <a:lnSpc>
                <a:spcPct val="120000"/>
              </a:lnSpc>
              <a:spcBef>
                <a:spcPct val="20000"/>
              </a:spcBef>
              <a:buNone/>
            </a:pPr>
            <a:r>
              <a:rPr lang="en-US" altLang="zh-CN" strike="noStrike" noProof="1">
                <a:solidFill>
                  <a:schemeClr val="tx1"/>
                </a:solidFill>
                <a:latin typeface="宋体" panose="02010600030101010101" pitchFamily="2" charset="-122"/>
                <a:ea typeface="宋体" panose="02010600030101010101" pitchFamily="2" charset="-122"/>
                <a:cs typeface="+mn-cs"/>
              </a:rPr>
              <a:t>ⅱ </a:t>
            </a:r>
            <a:r>
              <a:rPr lang="zh-CN" altLang="en-US" strike="noStrike" noProof="1">
                <a:solidFill>
                  <a:schemeClr val="tx1"/>
                </a:solidFill>
                <a:latin typeface="+mn-lt"/>
                <a:ea typeface="宋体" panose="02010600030101010101" pitchFamily="2" charset="-122"/>
                <a:cs typeface="+mn-cs"/>
              </a:rPr>
              <a:t>将一个物理记录送到缓冲区中 </a:t>
            </a:r>
            <a:r>
              <a:rPr lang="en-US" altLang="zh-CN" strike="noStrike" noProof="1">
                <a:solidFill>
                  <a:schemeClr val="tx1"/>
                </a:solidFill>
                <a:latin typeface="Times New Roman" panose="02020603050405020304" charset="0"/>
                <a:ea typeface="宋体" panose="02010600030101010101" pitchFamily="2" charset="-122"/>
                <a:cs typeface="+mn-cs"/>
              </a:rPr>
              <a:t>(</a:t>
            </a:r>
            <a:r>
              <a:rPr lang="zh-CN" altLang="en-US" strike="noStrike" noProof="1">
                <a:solidFill>
                  <a:schemeClr val="tx1"/>
                </a:solidFill>
                <a:latin typeface="+mn-lt"/>
                <a:ea typeface="宋体" panose="02010600030101010101" pitchFamily="2" charset="-122"/>
                <a:cs typeface="+mn-cs"/>
              </a:rPr>
              <a:t>图中标注的存在</a:t>
            </a:r>
            <a:r>
              <a:rPr lang="en-US" altLang="zh-CN" sz="2000" strike="noStrike" noProof="1">
                <a:solidFill>
                  <a:schemeClr val="tx1"/>
                </a:solidFill>
                <a:latin typeface="宋体" panose="02010600030101010101" pitchFamily="2" charset="-122"/>
                <a:ea typeface="宋体" panose="02010600030101010101" pitchFamily="2" charset="-122"/>
                <a:cs typeface="+mn-cs"/>
              </a:rPr>
              <a:t>②</a:t>
            </a:r>
            <a:r>
              <a:rPr lang="en-US" altLang="zh-CN" strike="noStrike" noProof="1">
                <a:solidFill>
                  <a:schemeClr val="tx1"/>
                </a:solidFill>
                <a:latin typeface="Times New Roman" panose="02020603050405020304" charset="0"/>
                <a:ea typeface="宋体" panose="02010600030101010101" pitchFamily="2" charset="-122"/>
                <a:cs typeface="+mn-cs"/>
              </a:rPr>
              <a:t>)</a:t>
            </a:r>
            <a:r>
              <a:rPr lang="en-US" altLang="zh-CN" strike="noStrike" noProof="1">
                <a:solidFill>
                  <a:schemeClr val="tx1"/>
                </a:solidFill>
                <a:latin typeface="+mn-lt"/>
                <a:ea typeface="宋体" panose="02010600030101010101" pitchFamily="2" charset="-122"/>
                <a:cs typeface="+mn-cs"/>
              </a:rPr>
              <a:t> </a:t>
            </a:r>
            <a:r>
              <a:rPr lang="zh-CN" altLang="en-US" strike="noStrike" noProof="1">
                <a:solidFill>
                  <a:schemeClr val="tx1"/>
                </a:solidFill>
                <a:latin typeface="+mn-lt"/>
                <a:ea typeface="宋体" panose="02010600030101010101" pitchFamily="2" charset="-122"/>
                <a:cs typeface="+mn-cs"/>
              </a:rPr>
              <a:t>；</a:t>
            </a:r>
            <a:endParaRPr lang="zh-CN" altLang="en-US" strike="noStrike" noProof="1">
              <a:solidFill>
                <a:schemeClr val="tx1"/>
              </a:solidFill>
              <a:ea typeface="宋体" panose="02010600030101010101" pitchFamily="2" charset="-122"/>
            </a:endParaRPr>
          </a:p>
          <a:p>
            <a:pPr marL="1295400" lvl="2" indent="-381000" fontAlgn="base">
              <a:lnSpc>
                <a:spcPct val="120000"/>
              </a:lnSpc>
              <a:spcBef>
                <a:spcPct val="20000"/>
              </a:spcBef>
              <a:buNone/>
            </a:pPr>
            <a:r>
              <a:rPr lang="en-US" altLang="zh-CN" strike="noStrike" noProof="1">
                <a:solidFill>
                  <a:schemeClr val="tx1"/>
                </a:solidFill>
                <a:latin typeface="宋体" panose="02010600030101010101" pitchFamily="2" charset="-122"/>
                <a:ea typeface="宋体" panose="02010600030101010101" pitchFamily="2" charset="-122"/>
                <a:cs typeface="+mn-cs"/>
              </a:rPr>
              <a:t>ⅲ </a:t>
            </a:r>
            <a:r>
              <a:rPr lang="zh-CN" altLang="en-US" strike="noStrike" noProof="1">
                <a:solidFill>
                  <a:schemeClr val="tx1"/>
                </a:solidFill>
                <a:latin typeface="+mn-lt"/>
                <a:ea typeface="宋体" panose="02010600030101010101" pitchFamily="2" charset="-122"/>
                <a:cs typeface="+mn-cs"/>
              </a:rPr>
              <a:t>当用户请求这些数据时，系统将依据逻辑记录特性从</a:t>
            </a:r>
            <a:endParaRPr lang="zh-CN" altLang="en-US" strike="noStrike" noProof="1">
              <a:solidFill>
                <a:schemeClr val="tx1"/>
              </a:solidFill>
              <a:ea typeface="宋体" panose="02010600030101010101" pitchFamily="2" charset="-122"/>
            </a:endParaRPr>
          </a:p>
          <a:p>
            <a:pPr marL="1295400" lvl="2" indent="-381000" fontAlgn="base">
              <a:lnSpc>
                <a:spcPct val="120000"/>
              </a:lnSpc>
              <a:spcBef>
                <a:spcPct val="20000"/>
              </a:spcBef>
              <a:buNone/>
            </a:pPr>
            <a:r>
              <a:rPr lang="zh-CN" altLang="en-US" strike="noStrike" noProof="1">
                <a:solidFill>
                  <a:schemeClr val="tx1"/>
                </a:solidFill>
                <a:latin typeface="+mn-lt"/>
                <a:ea typeface="宋体" panose="02010600030101010101" pitchFamily="2" charset="-122"/>
                <a:cs typeface="+mn-cs"/>
              </a:rPr>
              <a:t>     缓冲区中提取并发送到用户进程存储区中 </a:t>
            </a:r>
            <a:r>
              <a:rPr lang="en-US" altLang="zh-CN" strike="noStrike" noProof="1">
                <a:solidFill>
                  <a:schemeClr val="tx1"/>
                </a:solidFill>
                <a:latin typeface="Times New Roman" panose="02020603050405020304" charset="0"/>
                <a:ea typeface="宋体" panose="02010600030101010101" pitchFamily="2" charset="-122"/>
                <a:cs typeface="+mn-cs"/>
              </a:rPr>
              <a:t>(</a:t>
            </a:r>
            <a:r>
              <a:rPr lang="zh-CN" altLang="en-US" strike="noStrike" noProof="1">
                <a:solidFill>
                  <a:schemeClr val="tx1"/>
                </a:solidFill>
                <a:latin typeface="+mn-lt"/>
                <a:ea typeface="宋体" panose="02010600030101010101" pitchFamily="2" charset="-122"/>
                <a:cs typeface="+mn-cs"/>
              </a:rPr>
              <a:t>图中标注的</a:t>
            </a:r>
            <a:endParaRPr lang="zh-CN" altLang="en-US" strike="noStrike" noProof="1">
              <a:solidFill>
                <a:schemeClr val="tx1"/>
              </a:solidFill>
              <a:ea typeface="宋体" panose="02010600030101010101" pitchFamily="2" charset="-122"/>
            </a:endParaRPr>
          </a:p>
          <a:p>
            <a:pPr marL="1295400" lvl="2" indent="-381000" fontAlgn="base">
              <a:lnSpc>
                <a:spcPct val="120000"/>
              </a:lnSpc>
              <a:spcBef>
                <a:spcPct val="20000"/>
              </a:spcBef>
              <a:buNone/>
            </a:pPr>
            <a:r>
              <a:rPr lang="zh-CN" altLang="en-US" strike="noStrike" noProof="1">
                <a:solidFill>
                  <a:schemeClr val="tx1"/>
                </a:solidFill>
                <a:latin typeface="+mn-lt"/>
                <a:ea typeface="宋体" panose="02010600030101010101" pitchFamily="2" charset="-122"/>
                <a:cs typeface="+mn-cs"/>
              </a:rPr>
              <a:t>     操作</a:t>
            </a:r>
            <a:r>
              <a:rPr lang="en-US" altLang="zh-CN" sz="2000" strike="noStrike" noProof="1">
                <a:solidFill>
                  <a:schemeClr val="tx1"/>
                </a:solidFill>
                <a:latin typeface="宋体" panose="02010600030101010101" pitchFamily="2" charset="-122"/>
                <a:ea typeface="宋体" panose="02010600030101010101" pitchFamily="2" charset="-122"/>
                <a:cs typeface="+mn-cs"/>
              </a:rPr>
              <a:t>③</a:t>
            </a:r>
            <a:r>
              <a:rPr lang="en-US" altLang="zh-CN" strike="noStrike" noProof="1">
                <a:solidFill>
                  <a:schemeClr val="tx1"/>
                </a:solidFill>
                <a:latin typeface="Times New Roman" panose="02020603050405020304" charset="0"/>
                <a:ea typeface="宋体" panose="02010600030101010101" pitchFamily="2" charset="-122"/>
                <a:cs typeface="+mn-cs"/>
              </a:rPr>
              <a:t>)</a:t>
            </a:r>
            <a:r>
              <a:rPr lang="en-US" altLang="zh-CN" strike="noStrike" noProof="1">
                <a:solidFill>
                  <a:schemeClr val="tx1"/>
                </a:solidFill>
                <a:latin typeface="+mn-lt"/>
                <a:ea typeface="宋体" panose="02010600030101010101" pitchFamily="2" charset="-122"/>
                <a:cs typeface="+mn-cs"/>
              </a:rPr>
              <a:t> </a:t>
            </a:r>
            <a:r>
              <a:rPr lang="zh-CN" altLang="en-US" strike="noStrike" noProof="1">
                <a:solidFill>
                  <a:schemeClr val="tx1"/>
                </a:solidFill>
                <a:latin typeface="宋体" panose="02010600030101010101" pitchFamily="2" charset="-122"/>
                <a:ea typeface="宋体" panose="02010600030101010101" pitchFamily="2" charset="-122"/>
                <a:cs typeface="+mn-cs"/>
              </a:rPr>
              <a:t>；</a:t>
            </a:r>
            <a:endParaRPr lang="zh-CN" altLang="en-US" strike="noStrike" noProof="1">
              <a:solidFill>
                <a:schemeClr val="tx1"/>
              </a:solidFill>
              <a:latin typeface="宋体" panose="02010600030101010101" pitchFamily="2" charset="-122"/>
              <a:ea typeface="宋体" panose="02010600030101010101" pitchFamily="2" charset="-122"/>
            </a:endParaRPr>
          </a:p>
          <a:p>
            <a:pPr marL="1295400" lvl="2" indent="-381000" fontAlgn="base">
              <a:lnSpc>
                <a:spcPct val="120000"/>
              </a:lnSpc>
              <a:spcBef>
                <a:spcPct val="20000"/>
              </a:spcBef>
              <a:buNone/>
            </a:pPr>
            <a:r>
              <a:rPr lang="en-US" altLang="zh-CN" strike="noStrike" noProof="1">
                <a:solidFill>
                  <a:schemeClr val="tx1"/>
                </a:solidFill>
                <a:latin typeface="宋体" panose="02010600030101010101" pitchFamily="2" charset="-122"/>
                <a:ea typeface="宋体" panose="02010600030101010101" pitchFamily="2" charset="-122"/>
                <a:cs typeface="+mn-cs"/>
              </a:rPr>
              <a:t>ⅳ </a:t>
            </a:r>
            <a:r>
              <a:rPr lang="zh-CN" altLang="en-US" strike="noStrike" noProof="1">
                <a:solidFill>
                  <a:schemeClr val="tx1"/>
                </a:solidFill>
                <a:latin typeface="+mn-lt"/>
                <a:ea typeface="宋体" panose="02010600030101010101" pitchFamily="2" charset="-122"/>
                <a:cs typeface="+mn-cs"/>
              </a:rPr>
              <a:t>当缓冲区空而进程又要从中取用数据时该进程被迫等</a:t>
            </a:r>
            <a:endParaRPr lang="zh-CN" altLang="en-US" strike="noStrike" noProof="1">
              <a:solidFill>
                <a:schemeClr val="tx1"/>
              </a:solidFill>
              <a:ea typeface="宋体" panose="02010600030101010101" pitchFamily="2" charset="-122"/>
            </a:endParaRPr>
          </a:p>
          <a:p>
            <a:pPr marL="1295400" lvl="2" indent="-381000" fontAlgn="base">
              <a:lnSpc>
                <a:spcPct val="120000"/>
              </a:lnSpc>
              <a:spcBef>
                <a:spcPct val="20000"/>
              </a:spcBef>
              <a:buNone/>
            </a:pPr>
            <a:r>
              <a:rPr lang="zh-CN" altLang="en-US" strike="noStrike" noProof="1">
                <a:solidFill>
                  <a:schemeClr val="tx1"/>
                </a:solidFill>
                <a:latin typeface="+mn-lt"/>
                <a:ea typeface="宋体" panose="02010600030101010101" pitchFamily="2" charset="-122"/>
                <a:cs typeface="+mn-cs"/>
              </a:rPr>
              <a:t>     待。此时，操作系统需要重新送数据填满缓冲区，进</a:t>
            </a:r>
            <a:endParaRPr lang="zh-CN" altLang="en-US" strike="noStrike" noProof="1">
              <a:solidFill>
                <a:schemeClr val="tx1"/>
              </a:solidFill>
              <a:ea typeface="宋体" panose="02010600030101010101" pitchFamily="2" charset="-122"/>
            </a:endParaRPr>
          </a:p>
          <a:p>
            <a:pPr marL="1295400" lvl="2" indent="-381000" fontAlgn="base">
              <a:lnSpc>
                <a:spcPct val="120000"/>
              </a:lnSpc>
              <a:spcBef>
                <a:spcPct val="20000"/>
              </a:spcBef>
              <a:buNone/>
            </a:pPr>
            <a:r>
              <a:rPr lang="zh-CN" altLang="en-US" strike="noStrike" noProof="1">
                <a:solidFill>
                  <a:schemeClr val="tx1"/>
                </a:solidFill>
                <a:latin typeface="+mn-lt"/>
                <a:ea typeface="宋体" panose="02010600030101010101" pitchFamily="2" charset="-122"/>
                <a:cs typeface="+mn-cs"/>
              </a:rPr>
              <a:t>     程才能从中取数据继续运行。</a:t>
            </a:r>
            <a:endParaRPr lang="zh-CN" altLang="en-US" strike="noStrike" noProof="1">
              <a:solidFill>
                <a:schemeClr val="tx1"/>
              </a:solidFill>
              <a:ea typeface="宋体" panose="02010600030101010101" pitchFamily="2" charset="-122"/>
            </a:endParaRPr>
          </a:p>
          <a:p>
            <a:pPr marL="1295400" lvl="2" indent="-381000" fontAlgn="base">
              <a:lnSpc>
                <a:spcPct val="120000"/>
              </a:lnSpc>
              <a:spcBef>
                <a:spcPct val="20000"/>
              </a:spcBef>
              <a:buNone/>
            </a:pPr>
            <a:r>
              <a:rPr lang="zh-CN" altLang="en-US" b="1" strike="noStrike" noProof="1">
                <a:solidFill>
                  <a:srgbClr val="FF0000"/>
                </a:solidFill>
                <a:effectLst/>
                <a:latin typeface="+mn-lt"/>
                <a:ea typeface="宋体" panose="02010600030101010101" pitchFamily="2" charset="-122"/>
                <a:cs typeface="+mn-cs"/>
              </a:rPr>
              <a:t>要注意操作</a:t>
            </a:r>
            <a:r>
              <a:rPr lang="en-US" altLang="zh-CN" sz="2000" b="1" strike="noStrike" noProof="1">
                <a:solidFill>
                  <a:srgbClr val="FF0000"/>
                </a:solidFill>
                <a:effectLst/>
                <a:latin typeface="+mn-lt"/>
                <a:ea typeface="宋体" panose="02010600030101010101" pitchFamily="2" charset="-122"/>
                <a:cs typeface="+mn-cs"/>
              </a:rPr>
              <a:t>②</a:t>
            </a:r>
            <a:r>
              <a:rPr lang="zh-CN" altLang="en-US" b="1" strike="noStrike" noProof="1">
                <a:solidFill>
                  <a:srgbClr val="FF0000"/>
                </a:solidFill>
                <a:effectLst/>
                <a:latin typeface="+mn-lt"/>
                <a:ea typeface="宋体" panose="02010600030101010101" pitchFamily="2" charset="-122"/>
                <a:cs typeface="+mn-cs"/>
              </a:rPr>
              <a:t>与操作</a:t>
            </a:r>
            <a:r>
              <a:rPr lang="en-US" altLang="zh-CN" sz="2000" b="1" strike="noStrike" noProof="1">
                <a:solidFill>
                  <a:srgbClr val="FF0000"/>
                </a:solidFill>
                <a:effectLst/>
                <a:latin typeface="+mn-lt"/>
                <a:ea typeface="宋体" panose="02010600030101010101" pitchFamily="2" charset="-122"/>
                <a:cs typeface="+mn-cs"/>
              </a:rPr>
              <a:t>③</a:t>
            </a:r>
            <a:r>
              <a:rPr lang="zh-CN" altLang="en-US" b="1" strike="noStrike" noProof="1">
                <a:solidFill>
                  <a:srgbClr val="FF0000"/>
                </a:solidFill>
                <a:effectLst/>
                <a:latin typeface="+mn-lt"/>
                <a:ea typeface="宋体" panose="02010600030101010101" pitchFamily="2" charset="-122"/>
                <a:cs typeface="+mn-cs"/>
              </a:rPr>
              <a:t>的同步关系</a:t>
            </a:r>
            <a:endParaRPr lang="zh-CN" altLang="en-US" b="1" strike="noStrike" noProof="1">
              <a:solidFill>
                <a:srgbClr val="FF0000"/>
              </a:solidFill>
              <a:effectLst/>
              <a:latin typeface="+mn-lt"/>
              <a:ea typeface="宋体" panose="02010600030101010101" pitchFamily="2" charset="-122"/>
              <a:cs typeface="+mn-cs"/>
            </a:endParaRPr>
          </a:p>
        </p:txBody>
      </p:sp>
      <p:sp>
        <p:nvSpPr>
          <p:cNvPr id="20484" name="矩形 2048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缓冲技术</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2048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文本框 2150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14</a:t>
            </a:r>
            <a:endParaRPr lang="en-US" altLang="zh-CN" sz="1400">
              <a:solidFill>
                <a:schemeClr val="tx2"/>
              </a:solidFill>
              <a:latin typeface="Times New Roman" panose="02020603050405020304" charset="0"/>
              <a:ea typeface="宋体" panose="02010600030101010101" pitchFamily="2" charset="-122"/>
            </a:endParaRPr>
          </a:p>
        </p:txBody>
      </p:sp>
      <p:sp>
        <p:nvSpPr>
          <p:cNvPr id="21507" name="矩形 21506"/>
          <p:cNvSpPr/>
          <p:nvPr/>
        </p:nvSpPr>
        <p:spPr>
          <a:xfrm>
            <a:off x="671513" y="658813"/>
            <a:ext cx="8318500" cy="1116013"/>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进程活动期间，请求从输出设备输出数据</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en-US" altLang="zh-CN" sz="2400" b="1" strike="noStrike" noProof="1">
                <a:solidFill>
                  <a:srgbClr val="000099"/>
                </a:solidFill>
                <a:latin typeface="Times New Roman" panose="02020603050405020304" charset="0"/>
                <a:ea typeface="宋体" panose="02010600030101010101" pitchFamily="2" charset="-122"/>
                <a:cs typeface="+mn-ea"/>
              </a:rPr>
              <a:t>①</a:t>
            </a:r>
            <a:r>
              <a:rPr lang="en-US" altLang="zh-CN"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进程请求从输出设备进行写操作的图示</a:t>
            </a:r>
            <a:endParaRPr lang="zh-CN" altLang="en-US" sz="2400" b="1" strike="noStrike" noProof="1">
              <a:solidFill>
                <a:srgbClr val="000099"/>
              </a:solidFill>
              <a:latin typeface="Times New Roman" panose="02020603050405020304" charset="0"/>
              <a:ea typeface="宋体" panose="02010600030101010101" pitchFamily="2" charset="-122"/>
            </a:endParaRPr>
          </a:p>
        </p:txBody>
      </p:sp>
      <p:sp>
        <p:nvSpPr>
          <p:cNvPr id="21509" name="文本框 21508"/>
          <p:cNvSpPr txBox="1"/>
          <p:nvPr/>
        </p:nvSpPr>
        <p:spPr>
          <a:xfrm>
            <a:off x="3767138" y="3836988"/>
            <a:ext cx="531812" cy="33655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黑体" panose="02010609060101010101" pitchFamily="2" charset="-122"/>
                <a:ea typeface="黑体" panose="02010609060101010101" pitchFamily="2" charset="-122"/>
              </a:rPr>
              <a:t>①</a:t>
            </a:r>
            <a:endParaRPr lang="en-US" altLang="zh-CN" sz="1600">
              <a:solidFill>
                <a:schemeClr val="tx1"/>
              </a:solidFill>
              <a:latin typeface="黑体" panose="02010609060101010101" pitchFamily="2" charset="-122"/>
              <a:ea typeface="黑体" panose="02010609060101010101" pitchFamily="2" charset="-122"/>
            </a:endParaRPr>
          </a:p>
        </p:txBody>
      </p:sp>
      <p:sp>
        <p:nvSpPr>
          <p:cNvPr id="21510" name="文本框 21509"/>
          <p:cNvSpPr txBox="1"/>
          <p:nvPr/>
        </p:nvSpPr>
        <p:spPr>
          <a:xfrm>
            <a:off x="2603500" y="3116263"/>
            <a:ext cx="530225" cy="33655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黑体" panose="02010609060101010101" pitchFamily="2" charset="-122"/>
                <a:ea typeface="黑体" panose="02010609060101010101" pitchFamily="2" charset="-122"/>
              </a:rPr>
              <a:t>②</a:t>
            </a:r>
            <a:endParaRPr lang="en-US" altLang="zh-CN" sz="1600">
              <a:solidFill>
                <a:schemeClr val="tx1"/>
              </a:solidFill>
              <a:latin typeface="黑体" panose="02010609060101010101" pitchFamily="2" charset="-122"/>
              <a:ea typeface="黑体" panose="02010609060101010101" pitchFamily="2" charset="-122"/>
            </a:endParaRPr>
          </a:p>
        </p:txBody>
      </p:sp>
      <p:sp>
        <p:nvSpPr>
          <p:cNvPr id="21511" name="文本框 21510"/>
          <p:cNvSpPr txBox="1"/>
          <p:nvPr/>
        </p:nvSpPr>
        <p:spPr>
          <a:xfrm>
            <a:off x="4941888" y="3127375"/>
            <a:ext cx="530225" cy="336550"/>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黑体" panose="02010609060101010101" pitchFamily="2" charset="-122"/>
                <a:ea typeface="黑体" panose="02010609060101010101" pitchFamily="2" charset="-122"/>
              </a:rPr>
              <a:t>③</a:t>
            </a:r>
            <a:endParaRPr lang="en-US" altLang="zh-CN" sz="1600">
              <a:solidFill>
                <a:schemeClr val="tx1"/>
              </a:solidFill>
              <a:latin typeface="黑体" panose="02010609060101010101" pitchFamily="2" charset="-122"/>
              <a:ea typeface="黑体" panose="02010609060101010101" pitchFamily="2" charset="-122"/>
            </a:endParaRPr>
          </a:p>
        </p:txBody>
      </p:sp>
      <p:grpSp>
        <p:nvGrpSpPr>
          <p:cNvPr id="21512" name="组合 21511"/>
          <p:cNvGrpSpPr/>
          <p:nvPr/>
        </p:nvGrpSpPr>
        <p:grpSpPr>
          <a:xfrm>
            <a:off x="1184275" y="2270125"/>
            <a:ext cx="5640388" cy="2692400"/>
            <a:chOff x="0" y="0"/>
            <a:chExt cx="3553" cy="1696"/>
          </a:xfrm>
        </p:grpSpPr>
        <p:sp>
          <p:nvSpPr>
            <p:cNvPr id="26632" name="文本框 21512"/>
            <p:cNvSpPr txBox="1"/>
            <p:nvPr/>
          </p:nvSpPr>
          <p:spPr>
            <a:xfrm>
              <a:off x="2759" y="0"/>
              <a:ext cx="794" cy="398"/>
            </a:xfrm>
            <a:prstGeom prst="rect">
              <a:avLst/>
            </a:prstGeom>
            <a:noFill/>
            <a:ln w="12700" cap="flat" cmpd="sng">
              <a:solidFill>
                <a:schemeClr val="tx1"/>
              </a:solidFill>
              <a:prstDash val="solid"/>
              <a:miter/>
              <a:headEnd type="none" w="med" len="med"/>
              <a:tailEnd type="none" w="med" len="med"/>
            </a:ln>
          </p:spPr>
          <p:txBody>
            <a:bodyPr anchor="t"/>
            <a:p>
              <a:pPr lvl="0" algn="ctr">
                <a:lnSpc>
                  <a:spcPct val="140000"/>
                </a:lnSpc>
                <a:spcBef>
                  <a:spcPct val="100000"/>
                </a:spcBef>
                <a:spcAft>
                  <a:spcPct val="80000"/>
                </a:spcAft>
                <a:buClr>
                  <a:srgbClr val="000000"/>
                </a:buClr>
              </a:pPr>
              <a:r>
                <a:rPr lang="zh-CN" altLang="en-US" sz="1600" b="1">
                  <a:solidFill>
                    <a:schemeClr val="tx1"/>
                  </a:solidFill>
                  <a:latin typeface="Times New Roman" panose="02020603050405020304" charset="0"/>
                  <a:ea typeface="宋体" panose="02010600030101010101" pitchFamily="2" charset="-122"/>
                </a:rPr>
                <a:t>输出设备</a:t>
              </a:r>
              <a:endParaRPr lang="zh-CN" altLang="en-US" sz="1600" b="1">
                <a:solidFill>
                  <a:schemeClr val="tx1"/>
                </a:solidFill>
                <a:latin typeface="Times New Roman" panose="02020603050405020304" charset="0"/>
                <a:ea typeface="宋体" panose="02010600030101010101" pitchFamily="2" charset="-122"/>
              </a:endParaRPr>
            </a:p>
          </p:txBody>
        </p:sp>
        <p:sp>
          <p:nvSpPr>
            <p:cNvPr id="26633" name="文本框 21513"/>
            <p:cNvSpPr txBox="1"/>
            <p:nvPr/>
          </p:nvSpPr>
          <p:spPr>
            <a:xfrm>
              <a:off x="1380" y="637"/>
              <a:ext cx="710" cy="319"/>
            </a:xfrm>
            <a:prstGeom prst="rect">
              <a:avLst/>
            </a:prstGeom>
            <a:noFill/>
            <a:ln w="12700" cap="flat" cmpd="sng">
              <a:solidFill>
                <a:schemeClr val="tx1"/>
              </a:solidFill>
              <a:prstDash val="solid"/>
              <a:miter/>
              <a:headEnd type="none" w="med" len="med"/>
              <a:tailEnd type="none" w="med" len="med"/>
            </a:ln>
          </p:spPr>
          <p:txBody>
            <a:bodyPr anchor="t"/>
            <a:p>
              <a:pPr lvl="0" algn="ctr">
                <a:lnSpc>
                  <a:spcPct val="140000"/>
                </a:lnSpc>
                <a:spcBef>
                  <a:spcPct val="100000"/>
                </a:spcBef>
                <a:spcAft>
                  <a:spcPct val="80000"/>
                </a:spcAft>
                <a:buClr>
                  <a:srgbClr val="000000"/>
                </a:buClr>
              </a:pPr>
              <a:r>
                <a:rPr lang="en-US" altLang="zh-CN" sz="1600" b="1">
                  <a:solidFill>
                    <a:schemeClr val="tx1"/>
                  </a:solidFill>
                  <a:latin typeface="Times New Roman" panose="02020603050405020304" charset="0"/>
                  <a:ea typeface="宋体" panose="02010600030101010101" pitchFamily="2" charset="-122"/>
                </a:rPr>
                <a:t>BUF</a:t>
              </a:r>
              <a:endParaRPr lang="en-US" altLang="zh-CN" sz="1600" b="1">
                <a:solidFill>
                  <a:schemeClr val="tx1"/>
                </a:solidFill>
                <a:latin typeface="Times New Roman" panose="02020603050405020304" charset="0"/>
                <a:ea typeface="宋体" panose="02010600030101010101" pitchFamily="2" charset="-122"/>
              </a:endParaRPr>
            </a:p>
          </p:txBody>
        </p:sp>
        <p:grpSp>
          <p:nvGrpSpPr>
            <p:cNvPr id="26634" name="组合 21514"/>
            <p:cNvGrpSpPr/>
            <p:nvPr/>
          </p:nvGrpSpPr>
          <p:grpSpPr>
            <a:xfrm>
              <a:off x="0" y="80"/>
              <a:ext cx="730" cy="1616"/>
              <a:chOff x="0" y="0"/>
              <a:chExt cx="792" cy="1842"/>
            </a:xfrm>
          </p:grpSpPr>
          <p:sp>
            <p:nvSpPr>
              <p:cNvPr id="26635" name="文本框 21515"/>
              <p:cNvSpPr txBox="1"/>
              <p:nvPr/>
            </p:nvSpPr>
            <p:spPr>
              <a:xfrm>
                <a:off x="0" y="0"/>
                <a:ext cx="771" cy="1496"/>
              </a:xfrm>
              <a:prstGeom prst="rect">
                <a:avLst/>
              </a:prstGeom>
              <a:noFill/>
              <a:ln w="12700" cap="flat" cmpd="sng">
                <a:solidFill>
                  <a:schemeClr val="tx1"/>
                </a:solidFill>
                <a:prstDash val="solid"/>
                <a:miter/>
                <a:headEnd type="none" w="med" len="med"/>
                <a:tailEnd type="none" w="med" len="med"/>
              </a:ln>
            </p:spPr>
            <p:txBody>
              <a:bodyPr anchor="t"/>
              <a:p>
                <a:pPr lvl="0" algn="ctr">
                  <a:lnSpc>
                    <a:spcPct val="140000"/>
                  </a:lnSpc>
                  <a:spcBef>
                    <a:spcPct val="100000"/>
                  </a:spcBef>
                  <a:spcAft>
                    <a:spcPct val="80000"/>
                  </a:spcAft>
                  <a:buClr>
                    <a:srgbClr val="000000"/>
                  </a:buClr>
                </a:pPr>
                <a:endParaRPr sz="1600" b="1">
                  <a:solidFill>
                    <a:schemeClr val="tx1"/>
                  </a:solidFill>
                  <a:latin typeface="Times New Roman" panose="02020603050405020304" charset="0"/>
                  <a:ea typeface="宋体" panose="02010600030101010101" pitchFamily="2" charset="-122"/>
                </a:endParaRPr>
              </a:p>
            </p:txBody>
          </p:sp>
          <p:sp>
            <p:nvSpPr>
              <p:cNvPr id="26636" name="文本框 21516"/>
              <p:cNvSpPr txBox="1"/>
              <p:nvPr/>
            </p:nvSpPr>
            <p:spPr>
              <a:xfrm>
                <a:off x="21" y="1479"/>
                <a:ext cx="771" cy="363"/>
              </a:xfrm>
              <a:prstGeom prst="rect">
                <a:avLst/>
              </a:prstGeom>
              <a:noFill/>
              <a:ln w="9525">
                <a:noFill/>
                <a:miter/>
              </a:ln>
            </p:spPr>
            <p:txBody>
              <a:bodyPr anchor="t"/>
              <a:p>
                <a:pPr lvl="0" algn="ctr">
                  <a:lnSpc>
                    <a:spcPct val="140000"/>
                  </a:lnSpc>
                  <a:spcBef>
                    <a:spcPct val="100000"/>
                  </a:spcBef>
                  <a:spcAft>
                    <a:spcPct val="80000"/>
                  </a:spcAft>
                  <a:buClr>
                    <a:srgbClr val="000000"/>
                  </a:buClr>
                </a:pPr>
                <a:r>
                  <a:rPr lang="zh-CN" altLang="en-US" sz="1600" b="1">
                    <a:solidFill>
                      <a:schemeClr val="tx1"/>
                    </a:solidFill>
                    <a:latin typeface="Times New Roman" panose="02020603050405020304" charset="0"/>
                    <a:ea typeface="宋体" panose="02010600030101010101" pitchFamily="2" charset="-122"/>
                  </a:rPr>
                  <a:t>进程</a:t>
                </a:r>
                <a:endParaRPr lang="zh-CN" altLang="en-US" sz="1600" b="1">
                  <a:solidFill>
                    <a:schemeClr val="tx1"/>
                  </a:solidFill>
                  <a:latin typeface="Times New Roman" panose="02020603050405020304" charset="0"/>
                  <a:ea typeface="宋体" panose="02010600030101010101" pitchFamily="2" charset="-122"/>
                </a:endParaRPr>
              </a:p>
            </p:txBody>
          </p:sp>
          <p:sp>
            <p:nvSpPr>
              <p:cNvPr id="26637" name="文本框 21517"/>
              <p:cNvSpPr txBox="1"/>
              <p:nvPr/>
            </p:nvSpPr>
            <p:spPr>
              <a:xfrm>
                <a:off x="183" y="136"/>
                <a:ext cx="408" cy="363"/>
              </a:xfrm>
              <a:prstGeom prst="rect">
                <a:avLst/>
              </a:prstGeom>
              <a:noFill/>
              <a:ln w="9525">
                <a:noFill/>
                <a:miter/>
              </a:ln>
            </p:spPr>
            <p:txBody>
              <a:bodyPr anchor="t"/>
              <a:p>
                <a:pPr lvl="0" algn="ctr">
                  <a:lnSpc>
                    <a:spcPct val="140000"/>
                  </a:lnSpc>
                  <a:spcBef>
                    <a:spcPct val="100000"/>
                  </a:spcBef>
                  <a:spcAft>
                    <a:spcPct val="80000"/>
                  </a:spcAft>
                  <a:buClr>
                    <a:srgbClr val="000000"/>
                  </a:buClr>
                </a:pPr>
                <a:r>
                  <a:rPr lang="en-US" altLang="zh-CN" sz="1600" b="1">
                    <a:solidFill>
                      <a:schemeClr val="tx1"/>
                    </a:solidFill>
                    <a:latin typeface="宋体" panose="02010600030101010101" pitchFamily="2" charset="-122"/>
                    <a:ea typeface="宋体" panose="02010600030101010101" pitchFamily="2" charset="-122"/>
                    <a:sym typeface="MT Extra" panose="05050102010205020202" pitchFamily="2" charset="2"/>
                  </a:rPr>
                  <a:t>...</a:t>
                </a:r>
                <a:endParaRPr lang="en-US" altLang="zh-CN" sz="1600" b="1">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26638" name="文本框 21518"/>
              <p:cNvSpPr txBox="1"/>
              <p:nvPr/>
            </p:nvSpPr>
            <p:spPr>
              <a:xfrm>
                <a:off x="181" y="408"/>
                <a:ext cx="408" cy="363"/>
              </a:xfrm>
              <a:prstGeom prst="rect">
                <a:avLst/>
              </a:prstGeom>
              <a:noFill/>
              <a:ln w="9525">
                <a:noFill/>
                <a:miter/>
              </a:ln>
            </p:spPr>
            <p:txBody>
              <a:bodyPr anchor="t"/>
              <a:p>
                <a:pPr lvl="0" algn="ctr">
                  <a:lnSpc>
                    <a:spcPct val="140000"/>
                  </a:lnSpc>
                  <a:spcBef>
                    <a:spcPct val="100000"/>
                  </a:spcBef>
                  <a:spcAft>
                    <a:spcPct val="80000"/>
                  </a:spcAft>
                  <a:buClr>
                    <a:srgbClr val="000000"/>
                  </a:buClr>
                </a:pPr>
                <a:r>
                  <a:rPr lang="en-US" altLang="zh-CN" sz="1600" b="1">
                    <a:solidFill>
                      <a:schemeClr val="tx1"/>
                    </a:solidFill>
                    <a:latin typeface="宋体" panose="02010600030101010101" pitchFamily="2" charset="-122"/>
                    <a:ea typeface="宋体" panose="02010600030101010101" pitchFamily="2" charset="-122"/>
                    <a:sym typeface="MT Extra" panose="05050102010205020202" pitchFamily="2" charset="2"/>
                  </a:rPr>
                  <a:t>...</a:t>
                </a:r>
                <a:endParaRPr lang="en-US" altLang="zh-CN" sz="1600" b="1">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grpSp>
        <p:sp>
          <p:nvSpPr>
            <p:cNvPr id="26639" name="直接连接符 21519"/>
            <p:cNvSpPr/>
            <p:nvPr/>
          </p:nvSpPr>
          <p:spPr>
            <a:xfrm>
              <a:off x="711" y="757"/>
              <a:ext cx="669" cy="0"/>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nvGrpSpPr>
            <p:cNvPr id="26640" name="组合 21520"/>
            <p:cNvGrpSpPr/>
            <p:nvPr/>
          </p:nvGrpSpPr>
          <p:grpSpPr>
            <a:xfrm>
              <a:off x="2090" y="398"/>
              <a:ext cx="1088" cy="359"/>
              <a:chOff x="0" y="0"/>
              <a:chExt cx="1180" cy="408"/>
            </a:xfrm>
          </p:grpSpPr>
          <p:sp>
            <p:nvSpPr>
              <p:cNvPr id="26641" name="直接连接符 21521"/>
              <p:cNvSpPr/>
              <p:nvPr/>
            </p:nvSpPr>
            <p:spPr>
              <a:xfrm>
                <a:off x="0" y="408"/>
                <a:ext cx="1180" cy="0"/>
              </a:xfrm>
              <a:prstGeom prst="line">
                <a:avLst/>
              </a:prstGeom>
              <a:ln w="1905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6642" name="直接连接符 21522"/>
              <p:cNvSpPr/>
              <p:nvPr/>
            </p:nvSpPr>
            <p:spPr>
              <a:xfrm flipV="1">
                <a:off x="1180" y="0"/>
                <a:ext cx="0" cy="408"/>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grpSp>
      <p:sp>
        <p:nvSpPr>
          <p:cNvPr id="21524" name="文本框 21523"/>
          <p:cNvSpPr txBox="1"/>
          <p:nvPr/>
        </p:nvSpPr>
        <p:spPr>
          <a:xfrm>
            <a:off x="3141663" y="5605463"/>
            <a:ext cx="2114550" cy="336550"/>
          </a:xfrm>
          <a:prstGeom prst="rect">
            <a:avLst/>
          </a:prstGeom>
          <a:noFill/>
          <a:ln w="9525">
            <a:noFill/>
            <a:miter/>
          </a:ln>
        </p:spPr>
        <p:txBody>
          <a:bodyPr anchor="t">
            <a:spAutoFit/>
          </a:bodyPr>
          <a:p>
            <a:pPr lvl="0">
              <a:spcBef>
                <a:spcPct val="30000"/>
              </a:spcBef>
              <a:buClr>
                <a:srgbClr val="000000"/>
              </a:buClr>
            </a:pPr>
            <a:r>
              <a:rPr lang="zh-CN" altLang="en-US" sz="1600">
                <a:solidFill>
                  <a:schemeClr val="tx1"/>
                </a:solidFill>
                <a:latin typeface="Times New Roman" panose="02020603050405020304" charset="0"/>
                <a:ea typeface="宋体" panose="02010600030101010101" pitchFamily="2" charset="-122"/>
              </a:rPr>
              <a:t>利用缓冲进行写操作</a:t>
            </a:r>
            <a:endParaRPr lang="zh-CN" altLang="en-US" sz="1600">
              <a:solidFill>
                <a:schemeClr val="tx1"/>
              </a:solidFill>
              <a:latin typeface="Times New Roman" panose="02020603050405020304" charset="0"/>
              <a:ea typeface="宋体" panose="02010600030101010101" pitchFamily="2" charset="-122"/>
            </a:endParaRPr>
          </a:p>
        </p:txBody>
      </p:sp>
      <p:sp>
        <p:nvSpPr>
          <p:cNvPr id="21525" name="矩形 21524"/>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缓冲技术</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21507" grpId="0" uiExpand="1" build="p"/>
      <p:bldP spid="21509" grpId="0"/>
      <p:bldP spid="21510" grpId="0"/>
      <p:bldP spid="21511" grpId="0"/>
      <p:bldP spid="2152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框 2252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15</a:t>
            </a:r>
            <a:endParaRPr lang="en-US" altLang="zh-CN" sz="1400">
              <a:solidFill>
                <a:schemeClr val="tx2"/>
              </a:solidFill>
              <a:latin typeface="Times New Roman" panose="02020603050405020304" charset="0"/>
              <a:ea typeface="宋体" panose="02010600030101010101" pitchFamily="2" charset="-122"/>
            </a:endParaRPr>
          </a:p>
        </p:txBody>
      </p:sp>
      <p:sp>
        <p:nvSpPr>
          <p:cNvPr id="22531" name="矩形 22530"/>
          <p:cNvSpPr/>
          <p:nvPr/>
        </p:nvSpPr>
        <p:spPr>
          <a:xfrm>
            <a:off x="114300" y="744538"/>
            <a:ext cx="9029700" cy="5751513"/>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en-US" altLang="zh-CN" sz="2400" b="1" strike="noStrike" noProof="1">
                <a:solidFill>
                  <a:srgbClr val="000099"/>
                </a:solidFill>
                <a:latin typeface="宋体" panose="02010600030101010101" pitchFamily="2" charset="-122"/>
                <a:ea typeface="宋体" panose="02010600030101010101" pitchFamily="2" charset="-122"/>
                <a:cs typeface="+mn-cs"/>
              </a:rPr>
              <a:t>② </a:t>
            </a:r>
            <a:r>
              <a:rPr lang="zh-CN" altLang="en-US" sz="2400" b="1" strike="noStrike" noProof="1">
                <a:solidFill>
                  <a:srgbClr val="000099"/>
                </a:solidFill>
                <a:latin typeface="Times New Roman" panose="02020603050405020304" charset="0"/>
                <a:ea typeface="宋体" panose="02010600030101010101" pitchFamily="2" charset="-122"/>
                <a:cs typeface="+mn-cs"/>
              </a:rPr>
              <a:t>进程请求从输出设备进行写操作的步骤</a:t>
            </a:r>
            <a:endParaRPr lang="zh-CN" altLang="en-US" sz="2400" b="1" strike="noStrike" noProof="1">
              <a:solidFill>
                <a:srgbClr val="000099"/>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latin typeface="宋体" panose="02010600030101010101" pitchFamily="2" charset="-122"/>
                <a:ea typeface="宋体" panose="02010600030101010101" pitchFamily="2" charset="-122"/>
                <a:cs typeface="+mn-cs"/>
              </a:rPr>
              <a:t>   </a:t>
            </a:r>
            <a:r>
              <a:rPr lang="en-US" altLang="zh-CN" sz="2400" strike="noStrike" noProof="1">
                <a:solidFill>
                  <a:schemeClr val="tx1"/>
                </a:solidFill>
                <a:latin typeface="宋体" panose="02010600030101010101" pitchFamily="2" charset="-122"/>
                <a:ea typeface="宋体" panose="02010600030101010101" pitchFamily="2" charset="-122"/>
                <a:cs typeface="+mn-cs"/>
              </a:rPr>
              <a:t>ⅰ </a:t>
            </a:r>
            <a:r>
              <a:rPr lang="zh-CN" altLang="en-US" sz="2400" strike="noStrike" noProof="1">
                <a:solidFill>
                  <a:schemeClr val="tx1"/>
                </a:solidFill>
                <a:latin typeface="+mn-lt"/>
                <a:ea typeface="宋体" panose="02010600030101010101" pitchFamily="2" charset="-122"/>
                <a:cs typeface="+mn-cs"/>
              </a:rPr>
              <a:t>当用户要求进行写操作时，首先从系统中获得一个空</a:t>
            </a:r>
            <a:endParaRPr lang="zh-CN" altLang="en-US" sz="2400" strike="noStrike" noProof="1">
              <a:solidFill>
                <a:schemeClr val="tx1"/>
              </a:solidFill>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latin typeface="+mn-lt"/>
                <a:ea typeface="宋体" panose="02010600030101010101" pitchFamily="2" charset="-122"/>
                <a:cs typeface="+mn-cs"/>
              </a:rPr>
              <a:t>           的缓冲区 </a:t>
            </a:r>
            <a:r>
              <a:rPr lang="en-US" altLang="zh-CN" sz="2400" strike="noStrike" noProof="1">
                <a:solidFill>
                  <a:schemeClr val="tx1"/>
                </a:solidFill>
                <a:latin typeface="Times New Roman" panose="02020603050405020304" charset="0"/>
                <a:ea typeface="宋体" panose="02010600030101010101" pitchFamily="2" charset="-122"/>
                <a:cs typeface="+mn-cs"/>
              </a:rPr>
              <a:t>(</a:t>
            </a:r>
            <a:r>
              <a:rPr lang="zh-CN" altLang="en-US" sz="2400" strike="noStrike" noProof="1">
                <a:solidFill>
                  <a:schemeClr val="tx1"/>
                </a:solidFill>
                <a:latin typeface="+mn-lt"/>
                <a:ea typeface="宋体" panose="02010600030101010101" pitchFamily="2" charset="-122"/>
                <a:cs typeface="+mn-cs"/>
              </a:rPr>
              <a:t>图中标注的操作</a:t>
            </a:r>
            <a:r>
              <a:rPr lang="en-US" altLang="zh-CN" sz="2000" strike="noStrike" noProof="1">
                <a:solidFill>
                  <a:schemeClr val="tx1"/>
                </a:solidFill>
                <a:latin typeface="宋体" panose="02010600030101010101" pitchFamily="2" charset="-122"/>
                <a:ea typeface="宋体" panose="02010600030101010101" pitchFamily="2" charset="-122"/>
                <a:cs typeface="+mn-cs"/>
              </a:rPr>
              <a:t>①</a:t>
            </a:r>
            <a:r>
              <a:rPr lang="en-US" altLang="zh-CN" sz="2400" strike="noStrike" noProof="1">
                <a:solidFill>
                  <a:schemeClr val="tx1"/>
                </a:solidFill>
                <a:latin typeface="Times New Roman" panose="02020603050405020304" charset="0"/>
                <a:ea typeface="宋体" panose="02010600030101010101" pitchFamily="2" charset="-122"/>
                <a:cs typeface="+mn-cs"/>
              </a:rPr>
              <a:t>)</a:t>
            </a:r>
            <a:r>
              <a:rPr lang="en-US" altLang="zh-CN" sz="2400" strike="noStrike" noProof="1">
                <a:solidFill>
                  <a:schemeClr val="tx1"/>
                </a:solidFill>
                <a:latin typeface="+mn-lt"/>
                <a:ea typeface="宋体" panose="02010600030101010101" pitchFamily="2" charset="-122"/>
                <a:cs typeface="+mn-cs"/>
              </a:rPr>
              <a:t> </a:t>
            </a:r>
            <a:r>
              <a:rPr lang="zh-CN" altLang="en-US" sz="2400" strike="noStrike" noProof="1">
                <a:solidFill>
                  <a:schemeClr val="tx1"/>
                </a:solidFill>
                <a:latin typeface="+mn-lt"/>
                <a:ea typeface="宋体" panose="02010600030101010101" pitchFamily="2" charset="-122"/>
                <a:cs typeface="+mn-cs"/>
              </a:rPr>
              <a:t>；</a:t>
            </a:r>
            <a:endParaRPr lang="zh-CN" altLang="en-US" sz="2400" strike="noStrike" noProof="1">
              <a:solidFill>
                <a:schemeClr val="tx1"/>
              </a:solidFill>
              <a:ea typeface="宋体" panose="02010600030101010101" pitchFamily="2" charset="-122"/>
            </a:endParaRPr>
          </a:p>
          <a:p>
            <a:pPr marL="1295400" lvl="2" indent="-381000" fontAlgn="base">
              <a:lnSpc>
                <a:spcPct val="120000"/>
              </a:lnSpc>
              <a:spcBef>
                <a:spcPct val="20000"/>
              </a:spcBef>
              <a:buNone/>
            </a:pPr>
            <a:r>
              <a:rPr lang="en-US" altLang="zh-CN" strike="noStrike" noProof="1">
                <a:solidFill>
                  <a:schemeClr val="tx1"/>
                </a:solidFill>
                <a:latin typeface="宋体" panose="02010600030101010101" pitchFamily="2" charset="-122"/>
                <a:ea typeface="宋体" panose="02010600030101010101" pitchFamily="2" charset="-122"/>
                <a:cs typeface="+mn-cs"/>
              </a:rPr>
              <a:t>ⅱ </a:t>
            </a:r>
            <a:r>
              <a:rPr lang="zh-CN" altLang="en-US" strike="noStrike" noProof="1">
                <a:solidFill>
                  <a:schemeClr val="tx1"/>
                </a:solidFill>
                <a:latin typeface="+mn-lt"/>
                <a:ea typeface="宋体" panose="02010600030101010101" pitchFamily="2" charset="-122"/>
                <a:cs typeface="+mn-cs"/>
              </a:rPr>
              <a:t>将一个逻辑记录从进程存储区传送到缓冲区中 </a:t>
            </a:r>
            <a:r>
              <a:rPr lang="en-US" altLang="zh-CN" strike="noStrike" noProof="1">
                <a:solidFill>
                  <a:schemeClr val="tx1"/>
                </a:solidFill>
                <a:latin typeface="Times New Roman" panose="02020603050405020304" charset="0"/>
                <a:ea typeface="宋体" panose="02010600030101010101" pitchFamily="2" charset="-122"/>
                <a:cs typeface="+mn-cs"/>
              </a:rPr>
              <a:t>(</a:t>
            </a:r>
            <a:r>
              <a:rPr lang="zh-CN" altLang="en-US" strike="noStrike" noProof="1">
                <a:solidFill>
                  <a:schemeClr val="tx1"/>
                </a:solidFill>
                <a:latin typeface="+mn-lt"/>
                <a:ea typeface="宋体" panose="02010600030101010101" pitchFamily="2" charset="-122"/>
                <a:cs typeface="+mn-cs"/>
              </a:rPr>
              <a:t>图中标</a:t>
            </a:r>
            <a:endParaRPr lang="zh-CN" altLang="en-US" strike="noStrike" noProof="1">
              <a:solidFill>
                <a:schemeClr val="tx1"/>
              </a:solidFill>
              <a:ea typeface="宋体" panose="02010600030101010101" pitchFamily="2" charset="-122"/>
            </a:endParaRPr>
          </a:p>
          <a:p>
            <a:pPr marL="1295400" lvl="2" indent="-381000" fontAlgn="base">
              <a:lnSpc>
                <a:spcPct val="120000"/>
              </a:lnSpc>
              <a:spcBef>
                <a:spcPct val="20000"/>
              </a:spcBef>
              <a:buNone/>
            </a:pPr>
            <a:r>
              <a:rPr lang="zh-CN" altLang="en-US" strike="noStrike" noProof="1">
                <a:solidFill>
                  <a:schemeClr val="tx1"/>
                </a:solidFill>
                <a:latin typeface="+mn-lt"/>
                <a:ea typeface="宋体" panose="02010600030101010101" pitchFamily="2" charset="-122"/>
                <a:cs typeface="+mn-cs"/>
              </a:rPr>
              <a:t>      注操作</a:t>
            </a:r>
            <a:r>
              <a:rPr lang="en-US" altLang="zh-CN" sz="2000" strike="noStrike" noProof="1">
                <a:solidFill>
                  <a:schemeClr val="tx1"/>
                </a:solidFill>
                <a:latin typeface="宋体" panose="02010600030101010101" pitchFamily="2" charset="-122"/>
                <a:ea typeface="宋体" panose="02010600030101010101" pitchFamily="2" charset="-122"/>
                <a:cs typeface="+mn-cs"/>
              </a:rPr>
              <a:t>②</a:t>
            </a:r>
            <a:r>
              <a:rPr lang="en-US" altLang="zh-CN" strike="noStrike" noProof="1">
                <a:solidFill>
                  <a:schemeClr val="tx1"/>
                </a:solidFill>
                <a:latin typeface="Times New Roman" panose="02020603050405020304" charset="0"/>
                <a:ea typeface="宋体" panose="02010600030101010101" pitchFamily="2" charset="-122"/>
                <a:cs typeface="+mn-cs"/>
              </a:rPr>
              <a:t>)</a:t>
            </a:r>
            <a:r>
              <a:rPr lang="en-US" altLang="zh-CN" strike="noStrike" noProof="1">
                <a:solidFill>
                  <a:schemeClr val="tx1"/>
                </a:solidFill>
                <a:latin typeface="+mn-lt"/>
                <a:ea typeface="宋体" panose="02010600030101010101" pitchFamily="2" charset="-122"/>
                <a:cs typeface="+mn-cs"/>
              </a:rPr>
              <a:t> </a:t>
            </a:r>
            <a:r>
              <a:rPr lang="zh-CN" altLang="en-US" strike="noStrike" noProof="1">
                <a:solidFill>
                  <a:schemeClr val="tx1"/>
                </a:solidFill>
                <a:latin typeface="+mn-lt"/>
                <a:ea typeface="宋体" panose="02010600030101010101" pitchFamily="2" charset="-122"/>
                <a:cs typeface="+mn-cs"/>
              </a:rPr>
              <a:t>；    </a:t>
            </a:r>
            <a:endParaRPr lang="zh-CN" altLang="en-US" strike="noStrike" noProof="1">
              <a:solidFill>
                <a:schemeClr val="tx1"/>
              </a:solidFill>
              <a:ea typeface="宋体" panose="02010600030101010101" pitchFamily="2" charset="-122"/>
            </a:endParaRPr>
          </a:p>
          <a:p>
            <a:pPr marL="1295400" lvl="2" indent="-381000" fontAlgn="base">
              <a:lnSpc>
                <a:spcPct val="120000"/>
              </a:lnSpc>
              <a:spcBef>
                <a:spcPct val="20000"/>
              </a:spcBef>
              <a:buNone/>
            </a:pPr>
            <a:r>
              <a:rPr lang="en-US" altLang="zh-CN" strike="noStrike" noProof="1">
                <a:solidFill>
                  <a:schemeClr val="tx1"/>
                </a:solidFill>
                <a:latin typeface="宋体" panose="02010600030101010101" pitchFamily="2" charset="-122"/>
                <a:ea typeface="宋体" panose="02010600030101010101" pitchFamily="2" charset="-122"/>
                <a:cs typeface="+mn-cs"/>
              </a:rPr>
              <a:t>ⅲ </a:t>
            </a:r>
            <a:r>
              <a:rPr lang="zh-CN" altLang="en-US" strike="noStrike" noProof="1">
                <a:solidFill>
                  <a:schemeClr val="tx1"/>
                </a:solidFill>
                <a:latin typeface="+mn-lt"/>
                <a:ea typeface="宋体" panose="02010600030101010101" pitchFamily="2" charset="-122"/>
                <a:cs typeface="+mn-cs"/>
              </a:rPr>
              <a:t>当缓冲区写满时，系统将缓冲区的内容作为物理记录</a:t>
            </a:r>
            <a:endParaRPr lang="zh-CN" altLang="en-US" strike="noStrike" noProof="1">
              <a:solidFill>
                <a:schemeClr val="tx1"/>
              </a:solidFill>
              <a:ea typeface="宋体" panose="02010600030101010101" pitchFamily="2" charset="-122"/>
            </a:endParaRPr>
          </a:p>
          <a:p>
            <a:pPr marL="1295400" lvl="2" indent="-381000" fontAlgn="base">
              <a:lnSpc>
                <a:spcPct val="120000"/>
              </a:lnSpc>
              <a:spcBef>
                <a:spcPct val="20000"/>
              </a:spcBef>
              <a:buNone/>
            </a:pPr>
            <a:r>
              <a:rPr lang="zh-CN" altLang="en-US" strike="noStrike" noProof="1">
                <a:solidFill>
                  <a:schemeClr val="tx1"/>
                </a:solidFill>
                <a:latin typeface="+mn-lt"/>
                <a:ea typeface="宋体" panose="02010600030101010101" pitchFamily="2" charset="-122"/>
                <a:cs typeface="+mn-cs"/>
              </a:rPr>
              <a:t>     文件写到设备上，使缓冲区再次为空 </a:t>
            </a:r>
            <a:r>
              <a:rPr lang="en-US" altLang="zh-CN" strike="noStrike" noProof="1">
                <a:solidFill>
                  <a:schemeClr val="tx1"/>
                </a:solidFill>
                <a:latin typeface="Times New Roman" panose="02020603050405020304" charset="0"/>
                <a:ea typeface="宋体" panose="02010600030101010101" pitchFamily="2" charset="-122"/>
                <a:cs typeface="+mn-cs"/>
              </a:rPr>
              <a:t>(</a:t>
            </a:r>
            <a:r>
              <a:rPr lang="zh-CN" altLang="en-US" strike="noStrike" noProof="1">
                <a:solidFill>
                  <a:schemeClr val="tx1"/>
                </a:solidFill>
                <a:latin typeface="+mn-lt"/>
                <a:ea typeface="宋体" panose="02010600030101010101" pitchFamily="2" charset="-122"/>
                <a:cs typeface="+mn-cs"/>
              </a:rPr>
              <a:t>图中标注的操作</a:t>
            </a:r>
            <a:endParaRPr lang="zh-CN" altLang="en-US" strike="noStrike" noProof="1">
              <a:solidFill>
                <a:schemeClr val="tx1"/>
              </a:solidFill>
              <a:ea typeface="宋体" panose="02010600030101010101" pitchFamily="2" charset="-122"/>
            </a:endParaRPr>
          </a:p>
          <a:p>
            <a:pPr marL="1295400" lvl="2" indent="-381000" fontAlgn="base">
              <a:lnSpc>
                <a:spcPct val="120000"/>
              </a:lnSpc>
              <a:spcBef>
                <a:spcPct val="20000"/>
              </a:spcBef>
              <a:buNone/>
            </a:pPr>
            <a:r>
              <a:rPr lang="zh-CN" altLang="en-US" strike="noStrike" noProof="1">
                <a:solidFill>
                  <a:schemeClr val="tx1"/>
                </a:solidFill>
                <a:latin typeface="+mn-lt"/>
                <a:ea typeface="宋体" panose="02010600030101010101" pitchFamily="2" charset="-122"/>
                <a:cs typeface="+mn-cs"/>
              </a:rPr>
              <a:t>     </a:t>
            </a:r>
            <a:r>
              <a:rPr lang="en-US" altLang="zh-CN" sz="2000" strike="noStrike" noProof="1">
                <a:solidFill>
                  <a:schemeClr val="tx1"/>
                </a:solidFill>
                <a:latin typeface="宋体" panose="02010600030101010101" pitchFamily="2" charset="-122"/>
                <a:ea typeface="宋体" panose="02010600030101010101" pitchFamily="2" charset="-122"/>
                <a:cs typeface="+mn-cs"/>
              </a:rPr>
              <a:t>③</a:t>
            </a:r>
            <a:r>
              <a:rPr lang="en-US" altLang="zh-CN" strike="noStrike" noProof="1">
                <a:solidFill>
                  <a:schemeClr val="tx1"/>
                </a:solidFill>
                <a:latin typeface="Times New Roman" panose="02020603050405020304" charset="0"/>
                <a:ea typeface="宋体" panose="02010600030101010101" pitchFamily="2" charset="-122"/>
                <a:cs typeface="+mn-cs"/>
              </a:rPr>
              <a:t>)</a:t>
            </a:r>
            <a:r>
              <a:rPr lang="en-US" altLang="zh-CN" strike="noStrike" noProof="1">
                <a:latin typeface="+mn-lt"/>
                <a:ea typeface="宋体" panose="02010600030101010101" pitchFamily="2" charset="-122"/>
                <a:cs typeface="+mn-cs"/>
              </a:rPr>
              <a:t> </a:t>
            </a:r>
            <a:r>
              <a:rPr lang="zh-CN" altLang="en-US" strike="noStrike" noProof="1">
                <a:solidFill>
                  <a:schemeClr val="tx1"/>
                </a:solidFill>
                <a:latin typeface="宋体" panose="02010600030101010101" pitchFamily="2" charset="-122"/>
                <a:ea typeface="宋体" panose="02010600030101010101" pitchFamily="2" charset="-122"/>
                <a:cs typeface="+mn-cs"/>
              </a:rPr>
              <a:t>；</a:t>
            </a:r>
            <a:endParaRPr lang="zh-CN" altLang="en-US" strike="noStrike" noProof="1">
              <a:solidFill>
                <a:schemeClr val="tx1"/>
              </a:solidFill>
              <a:latin typeface="宋体" panose="02010600030101010101" pitchFamily="2" charset="-122"/>
              <a:ea typeface="宋体" panose="02010600030101010101" pitchFamily="2" charset="-122"/>
            </a:endParaRPr>
          </a:p>
          <a:p>
            <a:pPr marL="1295400" lvl="2" indent="-381000" fontAlgn="base">
              <a:lnSpc>
                <a:spcPct val="120000"/>
              </a:lnSpc>
              <a:spcBef>
                <a:spcPct val="20000"/>
              </a:spcBef>
              <a:buNone/>
            </a:pPr>
            <a:r>
              <a:rPr lang="en-US" altLang="zh-CN" strike="noStrike" noProof="1">
                <a:solidFill>
                  <a:schemeClr val="tx1"/>
                </a:solidFill>
                <a:latin typeface="宋体" panose="02010600030101010101" pitchFamily="2" charset="-122"/>
                <a:ea typeface="宋体" panose="02010600030101010101" pitchFamily="2" charset="-122"/>
                <a:cs typeface="+mn-cs"/>
              </a:rPr>
              <a:t>ⅳ </a:t>
            </a:r>
            <a:r>
              <a:rPr lang="zh-CN" altLang="en-US" strike="noStrike" noProof="1">
                <a:solidFill>
                  <a:schemeClr val="tx1"/>
                </a:solidFill>
                <a:latin typeface="+mn-lt"/>
                <a:ea typeface="宋体" panose="02010600030101010101" pitchFamily="2" charset="-122"/>
                <a:cs typeface="+mn-cs"/>
              </a:rPr>
              <a:t>只有在系统还来不及腾空缓冲区之前，进程又企图输</a:t>
            </a:r>
            <a:endParaRPr lang="zh-CN" altLang="en-US" strike="noStrike" noProof="1">
              <a:solidFill>
                <a:schemeClr val="tx1"/>
              </a:solidFill>
              <a:ea typeface="宋体" panose="02010600030101010101" pitchFamily="2" charset="-122"/>
            </a:endParaRPr>
          </a:p>
          <a:p>
            <a:pPr marL="1295400" lvl="2" indent="-381000" fontAlgn="base">
              <a:lnSpc>
                <a:spcPct val="120000"/>
              </a:lnSpc>
              <a:spcBef>
                <a:spcPct val="20000"/>
              </a:spcBef>
              <a:buNone/>
            </a:pPr>
            <a:r>
              <a:rPr lang="zh-CN" altLang="en-US" strike="noStrike" noProof="1">
                <a:solidFill>
                  <a:schemeClr val="tx1"/>
                </a:solidFill>
                <a:latin typeface="+mn-lt"/>
                <a:ea typeface="宋体" panose="02010600030101010101" pitchFamily="2" charset="-122"/>
                <a:cs typeface="+mn-cs"/>
              </a:rPr>
              <a:t>     出信息时，它才需要等待。</a:t>
            </a:r>
            <a:endParaRPr lang="zh-CN" altLang="en-US" strike="noStrike" noProof="1">
              <a:solidFill>
                <a:schemeClr val="tx1"/>
              </a:solidFill>
              <a:ea typeface="宋体" panose="02010600030101010101" pitchFamily="2" charset="-122"/>
            </a:endParaRPr>
          </a:p>
          <a:p>
            <a:pPr marL="1295400" lvl="2" indent="-381000" fontAlgn="base">
              <a:lnSpc>
                <a:spcPct val="130000"/>
              </a:lnSpc>
              <a:buNone/>
            </a:pPr>
            <a:r>
              <a:rPr lang="zh-CN" altLang="en-US" b="1" strike="noStrike" noProof="1">
                <a:solidFill>
                  <a:srgbClr val="FF0000"/>
                </a:solidFill>
                <a:effectLst/>
                <a:latin typeface="+mn-lt"/>
                <a:ea typeface="宋体" panose="02010600030101010101" pitchFamily="2" charset="-122"/>
                <a:cs typeface="+mn-cs"/>
              </a:rPr>
              <a:t>要注意操作</a:t>
            </a:r>
            <a:r>
              <a:rPr lang="en-US" altLang="zh-CN" sz="2000" b="1" strike="noStrike" noProof="1">
                <a:solidFill>
                  <a:srgbClr val="FF0000"/>
                </a:solidFill>
                <a:effectLst/>
                <a:latin typeface="+mn-lt"/>
                <a:ea typeface="宋体" panose="02010600030101010101" pitchFamily="2" charset="-122"/>
                <a:cs typeface="+mn-cs"/>
              </a:rPr>
              <a:t>②</a:t>
            </a:r>
            <a:r>
              <a:rPr lang="zh-CN" altLang="en-US" b="1" strike="noStrike" noProof="1">
                <a:solidFill>
                  <a:srgbClr val="FF0000"/>
                </a:solidFill>
                <a:effectLst/>
                <a:latin typeface="+mn-lt"/>
                <a:ea typeface="宋体" panose="02010600030101010101" pitchFamily="2" charset="-122"/>
                <a:cs typeface="+mn-cs"/>
              </a:rPr>
              <a:t>与操作</a:t>
            </a:r>
            <a:r>
              <a:rPr lang="en-US" altLang="zh-CN" sz="2000" b="1" strike="noStrike" noProof="1">
                <a:solidFill>
                  <a:srgbClr val="FF0000"/>
                </a:solidFill>
                <a:effectLst/>
                <a:latin typeface="+mn-lt"/>
                <a:ea typeface="宋体" panose="02010600030101010101" pitchFamily="2" charset="-122"/>
                <a:cs typeface="+mn-cs"/>
              </a:rPr>
              <a:t>③</a:t>
            </a:r>
            <a:r>
              <a:rPr lang="zh-CN" altLang="en-US" b="1" strike="noStrike" noProof="1">
                <a:solidFill>
                  <a:srgbClr val="FF0000"/>
                </a:solidFill>
                <a:effectLst/>
                <a:latin typeface="+mn-lt"/>
                <a:ea typeface="宋体" panose="02010600030101010101" pitchFamily="2" charset="-122"/>
                <a:cs typeface="+mn-cs"/>
              </a:rPr>
              <a:t>的同步关系</a:t>
            </a:r>
            <a:endParaRPr lang="zh-CN" altLang="en-US" b="1" strike="noStrike" noProof="1">
              <a:solidFill>
                <a:srgbClr val="FF0000"/>
              </a:solidFill>
              <a:effectLst/>
              <a:latin typeface="+mn-lt"/>
              <a:ea typeface="宋体" panose="02010600030101010101" pitchFamily="2" charset="-122"/>
              <a:cs typeface="+mn-cs"/>
            </a:endParaRPr>
          </a:p>
        </p:txBody>
      </p:sp>
      <p:sp>
        <p:nvSpPr>
          <p:cNvPr id="22532" name="矩形 22531"/>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缓冲技术</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22531"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5" name="矩形 18434"/>
          <p:cNvSpPr/>
          <p:nvPr/>
        </p:nvSpPr>
        <p:spPr>
          <a:xfrm>
            <a:off x="435293" y="546418"/>
            <a:ext cx="8397875" cy="600519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3200" b="1" strike="noStrike" noProof="1">
                <a:solidFill>
                  <a:srgbClr val="990000"/>
                </a:solidFill>
                <a:latin typeface="Times New Roman" panose="02020603050405020304" charset="0"/>
                <a:ea typeface="宋体" panose="02010600030101010101" pitchFamily="2" charset="-122"/>
                <a:cs typeface="+mn-ea"/>
              </a:rPr>
              <a:t>3 为什么要引入缓冲</a:t>
            </a:r>
            <a:endParaRPr lang="zh-CN" altLang="en-US" sz="2800" b="1" strike="noStrike" noProof="1">
              <a:solidFill>
                <a:srgbClr val="A50021"/>
              </a:solidFill>
              <a:latin typeface="Times New Roman" panose="02020603050405020304" charset="0"/>
              <a:ea typeface="宋体" panose="02010600030101010101" pitchFamily="2" charset="-122"/>
            </a:endParaRPr>
          </a:p>
          <a:p>
            <a:pPr marL="457200" lvl="0" indent="-457200" fontAlgn="base">
              <a:lnSpc>
                <a:spcPct val="110000"/>
              </a:lnSpc>
              <a:buClr>
                <a:srgbClr val="000099"/>
              </a:buClr>
              <a:buFont typeface="+mj-ea"/>
              <a:buAutoNum type="circleNumDbPlain"/>
            </a:pPr>
            <a:r>
              <a:rPr lang="zh-CN" altLang="en-US" sz="2400" b="1" strike="noStrike" noProof="1">
                <a:solidFill>
                  <a:srgbClr val="000099"/>
                </a:solidFill>
                <a:effectLst/>
                <a:latin typeface="Times New Roman" panose="02020603050405020304" charset="0"/>
                <a:ea typeface="宋体" panose="02010600030101010101" pitchFamily="2" charset="-122"/>
                <a:cs typeface="+mn-ea"/>
              </a:rPr>
              <a:t>平滑传输，解决数据流的生产者与消费者间的速度差异</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0" lvl="0" indent="0" fontAlgn="base">
              <a:lnSpc>
                <a:spcPct val="90000"/>
              </a:lnSpc>
              <a:buClr>
                <a:srgbClr val="000099"/>
              </a:buClr>
              <a:buFont typeface="+mj-ea"/>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如：从网络收到一个文件，并保存到硬盘上。</a:t>
            </a:r>
            <a:endParaRPr lang="zh-CN" altLang="en-US" sz="2400" strike="noStrike" noProof="1">
              <a:solidFill>
                <a:schemeClr val="tx1"/>
              </a:solidFill>
              <a:effectLst/>
              <a:latin typeface="Times New Roman" panose="02020603050405020304" charset="0"/>
              <a:ea typeface="宋体" panose="02010600030101010101" pitchFamily="2" charset="-122"/>
              <a:cs typeface="+mn-ea"/>
            </a:endParaRPr>
          </a:p>
          <a:p>
            <a:pPr marL="0" lvl="0" indent="0" fontAlgn="base">
              <a:lnSpc>
                <a:spcPct val="70000"/>
              </a:lnSpc>
              <a:buClr>
                <a:srgbClr val="000099"/>
              </a:buClr>
              <a:buFont typeface="+mj-ea"/>
              <a:buNone/>
            </a:pPr>
            <a:r>
              <a:rPr lang="en-US" altLang="zh-CN" sz="2400">
                <a:solidFill>
                  <a:schemeClr val="tx1"/>
                </a:solidFill>
                <a:effectLst/>
                <a:latin typeface="Times New Roman" panose="02020603050405020304" charset="0"/>
                <a:cs typeface="+mn-ea"/>
                <a:sym typeface="+mn-ea"/>
              </a:rPr>
              <a:t>	</a:t>
            </a:r>
            <a:r>
              <a:rPr lang="zh-CN" altLang="en-US" sz="2400">
                <a:solidFill>
                  <a:schemeClr val="tx1"/>
                </a:solidFill>
                <a:effectLst/>
                <a:latin typeface="Times New Roman" panose="02020603050405020304" charset="0"/>
                <a:cs typeface="+mn-ea"/>
                <a:sym typeface="+mn-ea"/>
              </a:rPr>
              <a:t>（慢速调制解调器，高速网卡）</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10000"/>
              </a:lnSpc>
              <a:buClr>
                <a:srgbClr val="000099"/>
              </a:buClr>
              <a:buFont typeface="+mj-ea"/>
              <a:buAutoNum type="circleNumDbPlain" startAt="2"/>
            </a:pPr>
            <a:r>
              <a:rPr lang="zh-CN" altLang="en-US" sz="2400" b="1" strike="noStrike" noProof="1">
                <a:solidFill>
                  <a:srgbClr val="000099"/>
                </a:solidFill>
                <a:effectLst/>
                <a:latin typeface="Times New Roman" panose="02020603050405020304" charset="0"/>
                <a:ea typeface="宋体" panose="02010600030101010101" pitchFamily="2" charset="-122"/>
                <a:cs typeface="+mn-ea"/>
              </a:rPr>
              <a:t>协调传输数据大小不一致的设备</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0" lvl="0" indent="0" fontAlgn="base">
              <a:lnSpc>
                <a:spcPct val="110000"/>
              </a:lnSpc>
              <a:buClr>
                <a:srgbClr val="000099"/>
              </a:buClr>
              <a:buFont typeface="+mj-ea"/>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如：在计算机网络中用来处理消息的分段和重组。</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10000"/>
              </a:lnSpc>
              <a:buClr>
                <a:srgbClr val="000099"/>
              </a:buClr>
              <a:buFont typeface="+mj-ea"/>
              <a:buAutoNum type="circleNumDbPlain" startAt="3"/>
            </a:pPr>
            <a:r>
              <a:rPr lang="zh-CN" altLang="en-US" sz="2400" b="1" strike="noStrike" noProof="1">
                <a:solidFill>
                  <a:srgbClr val="000099"/>
                </a:solidFill>
                <a:effectLst/>
                <a:latin typeface="Times New Roman" panose="02020603050405020304" charset="0"/>
                <a:ea typeface="宋体" panose="02010600030101010101" pitchFamily="2" charset="-122"/>
                <a:cs typeface="+mn-ea"/>
                <a:sym typeface="Arial" panose="02080604020202020204" pitchFamily="34" charset="0"/>
              </a:rPr>
              <a:t>用于数据中间拷贝的缓存</a:t>
            </a:r>
            <a:r>
              <a:rPr lang="x-none" altLang="zh-CN" sz="2400" b="1" strike="noStrike" noProof="1">
                <a:solidFill>
                  <a:srgbClr val="000099"/>
                </a:solidFill>
                <a:effectLst/>
                <a:latin typeface="Times New Roman" panose="02020603050405020304" charset="0"/>
                <a:ea typeface="宋体" panose="02010600030101010101" pitchFamily="2" charset="-122"/>
                <a:cs typeface="+mn-ea"/>
                <a:sym typeface="Arial" panose="02080604020202020204" pitchFamily="34" charset="0"/>
              </a:rPr>
              <a:t>（</a:t>
            </a:r>
            <a:r>
              <a:rPr lang="zh-CN" altLang="en-US" sz="2400" b="1" strike="noStrike" noProof="1">
                <a:solidFill>
                  <a:srgbClr val="000099"/>
                </a:solidFill>
                <a:effectLst/>
                <a:latin typeface="Times New Roman" panose="02020603050405020304" charset="0"/>
                <a:ea typeface="宋体" panose="02010600030101010101" pitchFamily="2" charset="-122"/>
                <a:cs typeface="+mn-ea"/>
              </a:rPr>
              <a:t>应用程序的拷贝语义</a:t>
            </a:r>
            <a:r>
              <a:rPr lang="x-none" altLang="zh-CN" sz="2400" b="1" strike="noStrike" noProof="1">
                <a:solidFill>
                  <a:srgbClr val="000099"/>
                </a:solidFill>
                <a:effectLst/>
                <a:latin typeface="Times New Roman" panose="02020603050405020304" charset="0"/>
                <a:ea typeface="宋体" panose="02010600030101010101" pitchFamily="2" charset="-122"/>
                <a:cs typeface="+mn-ea"/>
              </a:rPr>
              <a:t>）</a:t>
            </a:r>
            <a:endParaRPr lang="x-none" altLang="zh-CN" sz="2400" b="1" strike="noStrike" noProof="1">
              <a:solidFill>
                <a:srgbClr val="000099"/>
              </a:solidFill>
              <a:effectLst/>
              <a:latin typeface="Times New Roman" panose="02020603050405020304" charset="0"/>
              <a:ea typeface="宋体" panose="02010600030101010101" pitchFamily="2" charset="-122"/>
              <a:cs typeface="+mn-ea"/>
            </a:endParaRPr>
          </a:p>
          <a:p>
            <a:pPr marL="0" lvl="0" indent="0" fontAlgn="base">
              <a:lnSpc>
                <a:spcPct val="110000"/>
              </a:lnSpc>
              <a:spcBef>
                <a:spcPct val="20000"/>
              </a:spcBef>
              <a:buClr>
                <a:srgbClr val="000099"/>
              </a:buClr>
              <a:buFont typeface="+mj-ea"/>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如：操作系统为保证系统调用</a:t>
            </a:r>
            <a:r>
              <a:rPr lang="en-US" altLang="zh-CN" sz="2400" strike="noStrike" noProof="1">
                <a:solidFill>
                  <a:schemeClr val="tx1"/>
                </a:solidFill>
                <a:effectLst/>
                <a:latin typeface="Times New Roman" panose="02020603050405020304" charset="0"/>
                <a:ea typeface="宋体" panose="02010600030101010101" pitchFamily="2" charset="-122"/>
                <a:cs typeface="+mn-ea"/>
              </a:rPr>
              <a:t>write</a:t>
            </a:r>
            <a:r>
              <a:rPr lang="zh-CN" altLang="en-US" sz="2400" strike="noStrike" noProof="1">
                <a:solidFill>
                  <a:schemeClr val="tx1"/>
                </a:solidFill>
                <a:effectLst/>
                <a:latin typeface="Times New Roman" panose="02020603050405020304" charset="0"/>
                <a:ea typeface="宋体" panose="02010600030101010101" pitchFamily="2" charset="-122"/>
                <a:cs typeface="+mn-ea"/>
              </a:rPr>
              <a:t>的正确语义 </a:t>
            </a:r>
            <a:r>
              <a:rPr lang="en-US" altLang="zh-CN" sz="2400" strike="noStrike" noProof="1">
                <a:solidFill>
                  <a:schemeClr val="tx1"/>
                </a:solidFill>
                <a:effectLst/>
                <a:latin typeface="Times New Roman" panose="02020603050405020304" charset="0"/>
                <a:ea typeface="宋体" panose="02010600030101010101" pitchFamily="2" charset="-122"/>
                <a:cs typeface="+mn-ea"/>
              </a:rPr>
              <a:t>(</a:t>
            </a:r>
            <a:r>
              <a:rPr lang="zh-CN" altLang="en-US" sz="2400" strike="noStrike" noProof="1">
                <a:solidFill>
                  <a:schemeClr val="tx1"/>
                </a:solidFill>
                <a:effectLst/>
                <a:latin typeface="Times New Roman" panose="02020603050405020304" charset="0"/>
                <a:ea typeface="宋体" panose="02010600030101010101" pitchFamily="2" charset="-122"/>
                <a:cs typeface="+mn-ea"/>
              </a:rPr>
              <a:t>应用程</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0" lvl="0" indent="0" fontAlgn="base">
              <a:lnSpc>
                <a:spcPct val="110000"/>
              </a:lnSpc>
              <a:spcBef>
                <a:spcPct val="20000"/>
              </a:spcBef>
              <a:buClr>
                <a:srgbClr val="000099"/>
              </a:buClr>
              <a:buFont typeface="+mj-ea"/>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序要写入磁盘的数据就是</a:t>
            </a:r>
            <a:r>
              <a:rPr lang="en-US" altLang="zh-CN" sz="2400" strike="noStrike" noProof="1">
                <a:solidFill>
                  <a:schemeClr val="tx1"/>
                </a:solidFill>
                <a:effectLst/>
                <a:latin typeface="Times New Roman" panose="02020603050405020304" charset="0"/>
                <a:ea typeface="宋体" panose="02010600030101010101" pitchFamily="2" charset="-122"/>
                <a:cs typeface="+mn-ea"/>
              </a:rPr>
              <a:t>write</a:t>
            </a:r>
            <a:r>
              <a:rPr lang="zh-CN" altLang="en-US" sz="2400" strike="noStrike" noProof="1">
                <a:solidFill>
                  <a:schemeClr val="tx1"/>
                </a:solidFill>
                <a:effectLst/>
                <a:latin typeface="Times New Roman" panose="02020603050405020304" charset="0"/>
                <a:ea typeface="宋体" panose="02010600030101010101" pitchFamily="2" charset="-122"/>
                <a:cs typeface="+mn-ea"/>
              </a:rPr>
              <a:t>系统调用发生时的版本</a:t>
            </a:r>
            <a:r>
              <a:rPr lang="en-US" altLang="zh-CN" sz="2400" strike="noStrike" noProof="1">
                <a:solidFill>
                  <a:schemeClr val="tx1"/>
                </a:solidFill>
                <a:effectLst/>
                <a:latin typeface="Times New Roman" panose="02020603050405020304" charset="0"/>
                <a:ea typeface="宋体" panose="02010600030101010101" pitchFamily="2" charset="-122"/>
                <a:cs typeface="+mn-ea"/>
              </a:rPr>
              <a:t>)</a:t>
            </a:r>
            <a:r>
              <a:rPr lang="zh-CN" altLang="en-US" sz="2400" strike="noStrike" noProof="1">
                <a:solidFill>
                  <a:schemeClr val="tx1"/>
                </a:solidFill>
                <a:effectLst/>
                <a:latin typeface="Times New Roman" panose="02020603050405020304" charset="0"/>
                <a:ea typeface="宋体" panose="02010600030101010101" pitchFamily="2" charset="-122"/>
                <a:cs typeface="+mn-ea"/>
              </a:rPr>
              <a:t>。</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0" lvl="0" indent="0" fontAlgn="base">
              <a:lnSpc>
                <a:spcPct val="110000"/>
              </a:lnSpc>
              <a:spcBef>
                <a:spcPct val="20000"/>
              </a:spcBef>
              <a:buClr>
                <a:srgbClr val="000099"/>
              </a:buClr>
              <a:buFont typeface="+mj-ea"/>
              <a:buNone/>
            </a:pPr>
            <a:r>
              <a:rPr lang="zh-CN" altLang="en-US" sz="24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方法：在系统调用返回前将应用程序缓冲区复制到内</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0" lvl="0" indent="0" fontAlgn="base">
              <a:lnSpc>
                <a:spcPct val="110000"/>
              </a:lnSpc>
              <a:spcBef>
                <a:spcPct val="20000"/>
              </a:spcBef>
              <a:buClr>
                <a:srgbClr val="000099"/>
              </a:buClr>
              <a:buFont typeface="+mj-ea"/>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核缓冲区。</a:t>
            </a:r>
            <a:endParaRPr lang="zh-CN" altLang="en-US"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10000"/>
              </a:lnSpc>
              <a:spcBef>
                <a:spcPct val="20000"/>
              </a:spcBef>
              <a:buClr>
                <a:srgbClr val="000099"/>
              </a:buClr>
              <a:buFont typeface="+mj-ea"/>
              <a:buAutoNum type="circleNumDbPlain" startAt="4"/>
            </a:pPr>
            <a:r>
              <a:rPr lang="zh-CN" altLang="en-US" sz="2400" b="1">
                <a:solidFill>
                  <a:srgbClr val="000099"/>
                </a:solidFill>
                <a:effectLst/>
                <a:latin typeface="Times New Roman" panose="02020603050405020304" charset="0"/>
                <a:cs typeface="+mn-ea"/>
                <a:sym typeface="+mn-ea"/>
              </a:rPr>
              <a:t>提高并行程度，提高效率</a:t>
            </a:r>
            <a:endParaRPr lang="en-US" altLang="zh-CN" sz="2400" strike="noStrike" noProof="1">
              <a:solidFill>
                <a:schemeClr val="tx1"/>
              </a:solidFill>
              <a:effectLst/>
              <a:latin typeface="东文宋体" charset="0"/>
              <a:ea typeface="东文宋体" charset="0"/>
            </a:endParaRPr>
          </a:p>
        </p:txBody>
      </p:sp>
      <p:sp>
        <p:nvSpPr>
          <p:cNvPr id="18436" name="矩形 1843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缓冲技术</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18435"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3" name="矩形 66562"/>
          <p:cNvSpPr/>
          <p:nvPr/>
        </p:nvSpPr>
        <p:spPr>
          <a:xfrm>
            <a:off x="208915" y="587375"/>
            <a:ext cx="8660765" cy="1568450"/>
          </a:xfrm>
          <a:prstGeom prst="rect">
            <a:avLst/>
          </a:prstGeom>
          <a:noFill/>
          <a:ln w="9525">
            <a:noFill/>
            <a:miter/>
          </a:ln>
        </p:spPr>
        <p:txBody>
          <a:bodyPr wrap="square" anchor="t">
            <a:spAutoFit/>
          </a:bodyPr>
          <a:p>
            <a:pPr marL="533400" lvl="0" indent="-533400" algn="l">
              <a:lnSpc>
                <a:spcPct val="110000"/>
              </a:lnSpc>
              <a:spcBef>
                <a:spcPct val="20000"/>
              </a:spcBef>
              <a:buClr>
                <a:schemeClr val="tx2"/>
              </a:buClr>
              <a:buSzPct val="95000"/>
              <a:buFont typeface="Wingdings" panose="05000000000000000000" pitchFamily="2" charset="2"/>
              <a:buNone/>
            </a:pPr>
            <a:r>
              <a:rPr lang="zh-CN" altLang="en-US" sz="2000">
                <a:solidFill>
                  <a:schemeClr val="tx1"/>
                </a:solidFill>
                <a:latin typeface="Times New Roman" panose="02020603050405020304" charset="0"/>
                <a:sym typeface="+mn-ea"/>
              </a:rPr>
              <a:t>共享一个缓冲区的合作进程：</a:t>
            </a:r>
            <a:endParaRPr lang="zh-CN" altLang="en-US" sz="2000">
              <a:solidFill>
                <a:schemeClr val="tx1"/>
              </a:solidFill>
              <a:latin typeface="Times New Roman" panose="02020603050405020304" charset="0"/>
              <a:sym typeface="+mn-ea"/>
            </a:endParaRPr>
          </a:p>
          <a:p>
            <a:pPr marL="533400" lvl="0" indent="-533400" algn="l">
              <a:lnSpc>
                <a:spcPct val="110000"/>
              </a:lnSpc>
              <a:spcBef>
                <a:spcPct val="20000"/>
              </a:spcBef>
              <a:buClr>
                <a:schemeClr val="tx2"/>
              </a:buClr>
              <a:buSzPct val="95000"/>
              <a:buFont typeface="Wingdings" panose="05000000000000000000" pitchFamily="2" charset="2"/>
              <a:buNone/>
            </a:pPr>
            <a:r>
              <a:rPr lang="en-US" altLang="zh-CN" sz="2000">
                <a:solidFill>
                  <a:schemeClr val="tx1"/>
                </a:solidFill>
                <a:latin typeface="Times New Roman" panose="02020603050405020304" charset="0"/>
                <a:sym typeface="+mn-ea"/>
              </a:rPr>
              <a:t>	</a:t>
            </a:r>
            <a:r>
              <a:rPr lang="en-US" altLang="zh-CN" sz="2000">
                <a:solidFill>
                  <a:schemeClr val="tx1"/>
                </a:solidFill>
                <a:latin typeface="Times New Roman" panose="02020603050405020304" charset="0"/>
                <a:ea typeface="宋体" panose="02010600030101010101" pitchFamily="2" charset="-122"/>
              </a:rPr>
              <a:t>get</a:t>
            </a:r>
            <a:r>
              <a:rPr lang="zh-CN" altLang="en-US" sz="2000">
                <a:solidFill>
                  <a:schemeClr val="tx1"/>
                </a:solidFill>
                <a:latin typeface="Times New Roman" panose="02020603050405020304" charset="0"/>
                <a:ea typeface="宋体" panose="02010600030101010101" pitchFamily="2" charset="-122"/>
              </a:rPr>
              <a:t>进程负责不断的把输入记录送入缓冲区</a:t>
            </a:r>
            <a:r>
              <a:rPr lang="en-US" altLang="zh-CN" sz="2000">
                <a:solidFill>
                  <a:schemeClr val="tx1"/>
                </a:solidFill>
                <a:latin typeface="Times New Roman" panose="02020603050405020304" charset="0"/>
                <a:ea typeface="宋体" panose="02010600030101010101" pitchFamily="2" charset="-122"/>
              </a:rPr>
              <a:t>s</a:t>
            </a:r>
            <a:r>
              <a:rPr lang="zh-CN" altLang="en-US" sz="2000">
                <a:solidFill>
                  <a:schemeClr val="tx1"/>
                </a:solidFill>
                <a:latin typeface="Times New Roman" panose="02020603050405020304" charset="0"/>
                <a:sym typeface="+mn-ea"/>
              </a:rPr>
              <a:t>（其大小为每次存放一个记录）</a:t>
            </a:r>
            <a:r>
              <a:rPr lang="zh-CN" altLang="en-US" sz="2000">
                <a:solidFill>
                  <a:schemeClr val="tx1"/>
                </a:solidFill>
                <a:latin typeface="Times New Roman" panose="02020603050405020304" charset="0"/>
                <a:ea typeface="宋体" panose="02010600030101010101" pitchFamily="2" charset="-122"/>
              </a:rPr>
              <a:t>中；</a:t>
            </a:r>
            <a:r>
              <a:rPr lang="en-US" altLang="zh-CN" sz="2000">
                <a:solidFill>
                  <a:schemeClr val="tx1"/>
                </a:solidFill>
                <a:latin typeface="Times New Roman" panose="02020603050405020304" charset="0"/>
                <a:ea typeface="宋体" panose="02010600030101010101" pitchFamily="2" charset="-122"/>
              </a:rPr>
              <a:t>put</a:t>
            </a:r>
            <a:r>
              <a:rPr lang="zh-CN" altLang="en-US" sz="2000">
                <a:solidFill>
                  <a:schemeClr val="tx1"/>
                </a:solidFill>
                <a:latin typeface="Times New Roman" panose="02020603050405020304" charset="0"/>
                <a:ea typeface="宋体" panose="02010600030101010101" pitchFamily="2" charset="-122"/>
              </a:rPr>
              <a:t>进程负责把记录从缓冲区</a:t>
            </a:r>
            <a:r>
              <a:rPr lang="en-US" altLang="zh-CN" sz="2000">
                <a:solidFill>
                  <a:schemeClr val="tx1"/>
                </a:solidFill>
                <a:latin typeface="Times New Roman" panose="02020603050405020304" charset="0"/>
                <a:ea typeface="宋体" panose="02010600030101010101" pitchFamily="2" charset="-122"/>
              </a:rPr>
              <a:t>t</a:t>
            </a:r>
            <a:r>
              <a:rPr lang="zh-CN" altLang="en-US" sz="2000">
                <a:solidFill>
                  <a:schemeClr val="tx1"/>
                </a:solidFill>
                <a:latin typeface="Times New Roman" panose="02020603050405020304" charset="0"/>
                <a:ea typeface="宋体" panose="02010600030101010101" pitchFamily="2" charset="-122"/>
              </a:rPr>
              <a:t>中取出打</a:t>
            </a:r>
            <a:r>
              <a:rPr lang="zh-CN" altLang="en-US" sz="2000">
                <a:solidFill>
                  <a:schemeClr val="tx1"/>
                </a:solidFill>
                <a:latin typeface="Times New Roman" panose="02020603050405020304" charset="0"/>
                <a:ea typeface="宋体" panose="02010600030101010101" pitchFamily="2" charset="-122"/>
                <a:cs typeface="+mn-ea"/>
              </a:rPr>
              <a:t>印。</a:t>
            </a:r>
            <a:endParaRPr lang="zh-CN" altLang="en-US" sz="2000">
              <a:solidFill>
                <a:schemeClr val="tx1"/>
              </a:solidFill>
              <a:latin typeface="Times New Roman" panose="02020603050405020304" charset="0"/>
              <a:ea typeface="宋体" panose="02010600030101010101" pitchFamily="2" charset="-122"/>
              <a:cs typeface="+mn-ea"/>
            </a:endParaRPr>
          </a:p>
          <a:p>
            <a:pPr marL="533400" lvl="0" indent="-533400" algn="l">
              <a:lnSpc>
                <a:spcPct val="110000"/>
              </a:lnSpc>
              <a:spcBef>
                <a:spcPct val="20000"/>
              </a:spcBef>
              <a:buClr>
                <a:schemeClr val="tx2"/>
              </a:buClr>
              <a:buSzPct val="95000"/>
              <a:buFont typeface="Wingdings" panose="05000000000000000000" pitchFamily="2" charset="2"/>
              <a:buNone/>
            </a:pPr>
            <a:r>
              <a:rPr lang="zh-CN" altLang="en-US" sz="2000">
                <a:solidFill>
                  <a:schemeClr val="tx1"/>
                </a:solidFill>
                <a:latin typeface="Times New Roman" panose="02020603050405020304" charset="0"/>
                <a:cs typeface="+mn-ea"/>
                <a:sym typeface="+mn-ea"/>
              </a:rPr>
              <a:t>试用P、V操作实现这两个进程之间的同步。</a:t>
            </a:r>
            <a:endParaRPr lang="zh-CN" altLang="en-US" sz="2000">
              <a:solidFill>
                <a:schemeClr val="tx1"/>
              </a:solidFill>
              <a:latin typeface="Times New Roman" panose="02020603050405020304" charset="0"/>
              <a:ea typeface="宋体" panose="02010600030101010101" pitchFamily="2" charset="-122"/>
              <a:cs typeface="+mn-ea"/>
            </a:endParaRPr>
          </a:p>
        </p:txBody>
      </p:sp>
      <p:sp>
        <p:nvSpPr>
          <p:cNvPr id="66571" name="矩形 66570"/>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进程及进程管理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grpSp>
        <p:nvGrpSpPr>
          <p:cNvPr id="10" name="组合 9"/>
          <p:cNvGrpSpPr/>
          <p:nvPr/>
        </p:nvGrpSpPr>
        <p:grpSpPr>
          <a:xfrm>
            <a:off x="1210945" y="5374640"/>
            <a:ext cx="6412230" cy="815975"/>
            <a:chOff x="1855" y="7070"/>
            <a:chExt cx="10098" cy="1285"/>
          </a:xfrm>
        </p:grpSpPr>
        <p:sp>
          <p:nvSpPr>
            <p:cNvPr id="66567" name="文本框 66566"/>
            <p:cNvSpPr txBox="1"/>
            <p:nvPr/>
          </p:nvSpPr>
          <p:spPr>
            <a:xfrm>
              <a:off x="3665" y="7601"/>
              <a:ext cx="2124" cy="755"/>
            </a:xfrm>
            <a:prstGeom prst="rect">
              <a:avLst/>
            </a:prstGeom>
            <a:solidFill>
              <a:srgbClr val="CCECFF"/>
            </a:solidFill>
            <a:ln w="9525" cap="flat" cmpd="sng">
              <a:solidFill>
                <a:srgbClr val="000000"/>
              </a:solidFill>
              <a:prstDash val="solid"/>
              <a:miter/>
              <a:headEnd type="none" w="med" len="med"/>
              <a:tailEnd type="none" w="med" len="med"/>
            </a:ln>
          </p:spPr>
          <p:txBody>
            <a:bodyPr/>
            <a:p>
              <a:pPr lvl="0" algn="just" fontAlgn="base">
                <a:lnSpc>
                  <a:spcPct val="150000"/>
                </a:lnSpc>
                <a:spcBef>
                  <a:spcPct val="50000"/>
                </a:spcBef>
              </a:pPr>
              <a:r>
                <a:rPr lang="zh-CN" altLang="en-US" sz="1600" b="0" strike="noStrike" noProof="1">
                  <a:solidFill>
                    <a:schemeClr val="tx1"/>
                  </a:solidFill>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缓冲区</a:t>
              </a:r>
              <a:r>
                <a:rPr lang="en-US" altLang="zh-CN"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s</a:t>
              </a:r>
              <a:endParaRPr lang="en-US" altLang="zh-CN"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endParaRPr>
            </a:p>
          </p:txBody>
        </p:sp>
        <p:sp>
          <p:nvSpPr>
            <p:cNvPr id="2" name="文本框 1"/>
            <p:cNvSpPr txBox="1"/>
            <p:nvPr/>
          </p:nvSpPr>
          <p:spPr>
            <a:xfrm>
              <a:off x="8019" y="7574"/>
              <a:ext cx="2124" cy="755"/>
            </a:xfrm>
            <a:prstGeom prst="rect">
              <a:avLst/>
            </a:prstGeom>
            <a:solidFill>
              <a:srgbClr val="CCECFF"/>
            </a:solidFill>
            <a:ln w="9525" cap="flat" cmpd="sng">
              <a:solidFill>
                <a:srgbClr val="000000"/>
              </a:solidFill>
              <a:prstDash val="solid"/>
              <a:miter/>
              <a:headEnd type="none" w="med" len="med"/>
              <a:tailEnd type="none" w="med" len="med"/>
            </a:ln>
          </p:spPr>
          <p:txBody>
            <a:bodyPr/>
            <a:p>
              <a:pPr lvl="0" algn="just" fontAlgn="base">
                <a:lnSpc>
                  <a:spcPct val="150000"/>
                </a:lnSpc>
                <a:spcBef>
                  <a:spcPct val="50000"/>
                </a:spcBef>
              </a:pPr>
              <a:r>
                <a:rPr lang="zh-CN" altLang="en-US" sz="1600" b="0" strike="noStrike" noProof="1">
                  <a:solidFill>
                    <a:schemeClr val="tx1"/>
                  </a:solidFill>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缓冲区</a:t>
              </a:r>
              <a:r>
                <a:rPr lang="en-US" altLang="zh-CN"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t</a:t>
              </a:r>
              <a:endParaRPr lang="en-US" altLang="zh-CN"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endParaRPr>
            </a:p>
          </p:txBody>
        </p:sp>
        <p:cxnSp>
          <p:nvCxnSpPr>
            <p:cNvPr id="3" name="直接箭头连接符 2"/>
            <p:cNvCxnSpPr>
              <a:stCxn id="66567" idx="3"/>
              <a:endCxn id="2" idx="1"/>
            </p:cNvCxnSpPr>
            <p:nvPr/>
          </p:nvCxnSpPr>
          <p:spPr>
            <a:xfrm flipV="1">
              <a:off x="5789" y="7952"/>
              <a:ext cx="2230" cy="27"/>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 name="直接箭头连接符 3"/>
            <p:cNvCxnSpPr/>
            <p:nvPr/>
          </p:nvCxnSpPr>
          <p:spPr>
            <a:xfrm flipV="1">
              <a:off x="10143" y="7925"/>
              <a:ext cx="1810" cy="27"/>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nvCxnSpPr>
          <p:spPr>
            <a:xfrm flipV="1">
              <a:off x="1855" y="7979"/>
              <a:ext cx="1810" cy="27"/>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2354" y="7118"/>
              <a:ext cx="887" cy="531"/>
            </a:xfrm>
            <a:prstGeom prst="rect">
              <a:avLst/>
            </a:prstGeom>
            <a:noFill/>
          </p:spPr>
          <p:txBody>
            <a:bodyPr wrap="none" rtlCol="0" anchor="t">
              <a:spAutoFit/>
            </a:bodyPr>
            <a:p>
              <a:r>
                <a:rPr lang="zh-CN" altLang="en-US" sz="1600">
                  <a:solidFill>
                    <a:schemeClr val="tx1"/>
                  </a:solidFill>
                  <a:effectLst/>
                  <a:latin typeface="Times New Roman" panose="02020603050405020304" charset="0"/>
                  <a:cs typeface="+mn-ea"/>
                  <a:sym typeface="+mn-ea"/>
                </a:rPr>
                <a:t>get</a:t>
              </a:r>
              <a:endParaRPr lang="zh-CN" altLang="en-US" sz="1600">
                <a:solidFill>
                  <a:schemeClr val="tx1"/>
                </a:solidFill>
                <a:effectLst/>
                <a:latin typeface="Times New Roman" panose="02020603050405020304" charset="0"/>
                <a:cs typeface="+mn-ea"/>
                <a:sym typeface="+mn-ea"/>
              </a:endParaRPr>
            </a:p>
          </p:txBody>
        </p:sp>
        <p:sp>
          <p:nvSpPr>
            <p:cNvPr id="8" name="文本框 7"/>
            <p:cNvSpPr txBox="1"/>
            <p:nvPr/>
          </p:nvSpPr>
          <p:spPr>
            <a:xfrm>
              <a:off x="6336" y="7070"/>
              <a:ext cx="1136" cy="531"/>
            </a:xfrm>
            <a:prstGeom prst="rect">
              <a:avLst/>
            </a:prstGeom>
            <a:noFill/>
          </p:spPr>
          <p:txBody>
            <a:bodyPr wrap="none" rtlCol="0" anchor="t">
              <a:spAutoFit/>
            </a:bodyPr>
            <a:p>
              <a:r>
                <a:rPr lang="zh-CN" altLang="en-US" sz="1600">
                  <a:solidFill>
                    <a:schemeClr val="tx1"/>
                  </a:solidFill>
                  <a:effectLst/>
                  <a:latin typeface="Times New Roman" panose="02020603050405020304" charset="0"/>
                  <a:cs typeface="+mn-ea"/>
                  <a:sym typeface="+mn-ea"/>
                </a:rPr>
                <a:t>copy</a:t>
              </a:r>
              <a:endParaRPr lang="zh-CN" altLang="en-US" sz="1600">
                <a:solidFill>
                  <a:schemeClr val="tx1"/>
                </a:solidFill>
                <a:effectLst/>
                <a:latin typeface="Times New Roman" panose="02020603050405020304" charset="0"/>
                <a:cs typeface="+mn-ea"/>
                <a:sym typeface="+mn-ea"/>
              </a:endParaRPr>
            </a:p>
          </p:txBody>
        </p:sp>
        <p:sp>
          <p:nvSpPr>
            <p:cNvPr id="9" name="文本框 8"/>
            <p:cNvSpPr txBox="1"/>
            <p:nvPr/>
          </p:nvSpPr>
          <p:spPr>
            <a:xfrm>
              <a:off x="10599" y="7118"/>
              <a:ext cx="898" cy="531"/>
            </a:xfrm>
            <a:prstGeom prst="rect">
              <a:avLst/>
            </a:prstGeom>
            <a:noFill/>
          </p:spPr>
          <p:txBody>
            <a:bodyPr wrap="none" rtlCol="0" anchor="t">
              <a:spAutoFit/>
            </a:bodyPr>
            <a:p>
              <a:r>
                <a:rPr lang="zh-CN" altLang="en-US" sz="1600">
                  <a:solidFill>
                    <a:schemeClr val="tx1"/>
                  </a:solidFill>
                  <a:effectLst/>
                  <a:latin typeface="Times New Roman" panose="02020603050405020304" charset="0"/>
                  <a:cs typeface="+mn-ea"/>
                  <a:sym typeface="+mn-ea"/>
                </a:rPr>
                <a:t>put</a:t>
              </a:r>
              <a:endParaRPr lang="zh-CN" altLang="en-US" sz="1600">
                <a:solidFill>
                  <a:schemeClr val="tx1"/>
                </a:solidFill>
                <a:effectLst/>
                <a:latin typeface="Times New Roman" panose="02020603050405020304" charset="0"/>
                <a:cs typeface="+mn-ea"/>
                <a:sym typeface="+mn-ea"/>
              </a:endParaRPr>
            </a:p>
          </p:txBody>
        </p:sp>
      </p:grpSp>
      <p:grpSp>
        <p:nvGrpSpPr>
          <p:cNvPr id="19" name="组合 18"/>
          <p:cNvGrpSpPr/>
          <p:nvPr/>
        </p:nvGrpSpPr>
        <p:grpSpPr>
          <a:xfrm>
            <a:off x="2536190" y="2172970"/>
            <a:ext cx="3647440" cy="785495"/>
            <a:chOff x="1720" y="2143"/>
            <a:chExt cx="5744" cy="1237"/>
          </a:xfrm>
        </p:grpSpPr>
        <p:sp>
          <p:nvSpPr>
            <p:cNvPr id="11" name="文本框 10"/>
            <p:cNvSpPr txBox="1"/>
            <p:nvPr/>
          </p:nvSpPr>
          <p:spPr>
            <a:xfrm>
              <a:off x="3530" y="2626"/>
              <a:ext cx="2124" cy="755"/>
            </a:xfrm>
            <a:prstGeom prst="rect">
              <a:avLst/>
            </a:prstGeom>
            <a:solidFill>
              <a:srgbClr val="CCECFF"/>
            </a:solidFill>
            <a:ln w="9525" cap="flat" cmpd="sng">
              <a:solidFill>
                <a:srgbClr val="000000"/>
              </a:solidFill>
              <a:prstDash val="solid"/>
              <a:miter/>
              <a:headEnd type="none" w="med" len="med"/>
              <a:tailEnd type="none" w="med" len="med"/>
            </a:ln>
          </p:spPr>
          <p:txBody>
            <a:bodyPr/>
            <a:p>
              <a:pPr lvl="0" algn="just" fontAlgn="base">
                <a:lnSpc>
                  <a:spcPct val="150000"/>
                </a:lnSpc>
                <a:spcBef>
                  <a:spcPct val="50000"/>
                </a:spcBef>
              </a:pPr>
              <a:r>
                <a:rPr lang="zh-CN" altLang="en-US" sz="1600" b="0" strike="noStrike" noProof="1">
                  <a:solidFill>
                    <a:schemeClr val="tx1"/>
                  </a:solidFill>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缓冲区</a:t>
              </a:r>
              <a:r>
                <a:rPr lang="en-US" altLang="zh-CN"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s</a:t>
              </a:r>
              <a:endParaRPr lang="en-US" altLang="zh-CN"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endParaRPr>
            </a:p>
          </p:txBody>
        </p:sp>
        <p:cxnSp>
          <p:nvCxnSpPr>
            <p:cNvPr id="14" name="直接箭头连接符 13"/>
            <p:cNvCxnSpPr/>
            <p:nvPr/>
          </p:nvCxnSpPr>
          <p:spPr>
            <a:xfrm flipV="1">
              <a:off x="5654" y="2977"/>
              <a:ext cx="1810" cy="27"/>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flipV="1">
              <a:off x="1720" y="3004"/>
              <a:ext cx="1810" cy="27"/>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2219" y="2143"/>
              <a:ext cx="887" cy="531"/>
            </a:xfrm>
            <a:prstGeom prst="rect">
              <a:avLst/>
            </a:prstGeom>
            <a:noFill/>
          </p:spPr>
          <p:txBody>
            <a:bodyPr wrap="none" rtlCol="0" anchor="t">
              <a:spAutoFit/>
            </a:bodyPr>
            <a:p>
              <a:r>
                <a:rPr lang="zh-CN" altLang="en-US" sz="1600">
                  <a:solidFill>
                    <a:schemeClr val="tx1"/>
                  </a:solidFill>
                  <a:effectLst/>
                  <a:latin typeface="Times New Roman" panose="02020603050405020304" charset="0"/>
                  <a:cs typeface="+mn-ea"/>
                  <a:sym typeface="+mn-ea"/>
                </a:rPr>
                <a:t>get</a:t>
              </a:r>
              <a:endParaRPr lang="zh-CN" altLang="en-US" sz="1600">
                <a:solidFill>
                  <a:schemeClr val="tx1"/>
                </a:solidFill>
                <a:effectLst/>
                <a:latin typeface="Times New Roman" panose="02020603050405020304" charset="0"/>
                <a:cs typeface="+mn-ea"/>
                <a:sym typeface="+mn-ea"/>
              </a:endParaRPr>
            </a:p>
          </p:txBody>
        </p:sp>
        <p:sp>
          <p:nvSpPr>
            <p:cNvPr id="18" name="文本框 17"/>
            <p:cNvSpPr txBox="1"/>
            <p:nvPr/>
          </p:nvSpPr>
          <p:spPr>
            <a:xfrm>
              <a:off x="6110" y="2143"/>
              <a:ext cx="898" cy="531"/>
            </a:xfrm>
            <a:prstGeom prst="rect">
              <a:avLst/>
            </a:prstGeom>
            <a:noFill/>
          </p:spPr>
          <p:txBody>
            <a:bodyPr wrap="none" rtlCol="0" anchor="t">
              <a:spAutoFit/>
            </a:bodyPr>
            <a:p>
              <a:r>
                <a:rPr lang="zh-CN" altLang="en-US" sz="1600">
                  <a:solidFill>
                    <a:schemeClr val="tx1"/>
                  </a:solidFill>
                  <a:effectLst/>
                  <a:latin typeface="Times New Roman" panose="02020603050405020304" charset="0"/>
                  <a:cs typeface="+mn-ea"/>
                  <a:sym typeface="+mn-ea"/>
                </a:rPr>
                <a:t>put</a:t>
              </a:r>
              <a:endParaRPr lang="zh-CN" altLang="en-US" sz="1600">
                <a:solidFill>
                  <a:schemeClr val="tx1"/>
                </a:solidFill>
                <a:effectLst/>
                <a:latin typeface="Times New Roman" panose="02020603050405020304" charset="0"/>
                <a:cs typeface="+mn-ea"/>
                <a:sym typeface="+mn-ea"/>
              </a:endParaRPr>
            </a:p>
          </p:txBody>
        </p:sp>
      </p:grpSp>
      <p:sp>
        <p:nvSpPr>
          <p:cNvPr id="20" name="矩形 19"/>
          <p:cNvSpPr/>
          <p:nvPr/>
        </p:nvSpPr>
        <p:spPr>
          <a:xfrm>
            <a:off x="236220" y="3465830"/>
            <a:ext cx="8660765" cy="1568450"/>
          </a:xfrm>
          <a:prstGeom prst="rect">
            <a:avLst/>
          </a:prstGeom>
          <a:noFill/>
          <a:ln w="9525">
            <a:noFill/>
            <a:miter/>
          </a:ln>
        </p:spPr>
        <p:txBody>
          <a:bodyPr wrap="square" anchor="t">
            <a:spAutoFit/>
          </a:bodyPr>
          <a:p>
            <a:pPr marL="533400" lvl="0" indent="-533400">
              <a:lnSpc>
                <a:spcPct val="110000"/>
              </a:lnSpc>
              <a:spcBef>
                <a:spcPct val="20000"/>
              </a:spcBef>
              <a:buClr>
                <a:schemeClr val="tx2"/>
              </a:buClr>
              <a:buSzPct val="95000"/>
              <a:buFont typeface="Wingdings" panose="05000000000000000000" pitchFamily="2" charset="2"/>
              <a:buNone/>
            </a:pPr>
            <a:r>
              <a:rPr lang="zh-CN" altLang="en-US" sz="2000">
                <a:solidFill>
                  <a:schemeClr val="tx1"/>
                </a:solidFill>
                <a:latin typeface="Times New Roman" panose="02020603050405020304" charset="0"/>
                <a:sym typeface="+mn-ea"/>
              </a:rPr>
              <a:t>共享两个缓冲区的合作进程：</a:t>
            </a:r>
            <a:endParaRPr lang="zh-CN" altLang="en-US" sz="2000">
              <a:solidFill>
                <a:schemeClr val="tx1"/>
              </a:solidFill>
              <a:latin typeface="Times New Roman" panose="02020603050405020304" charset="0"/>
              <a:sym typeface="+mn-ea"/>
            </a:endParaRPr>
          </a:p>
          <a:p>
            <a:pPr marL="533400" lvl="0" indent="-533400">
              <a:lnSpc>
                <a:spcPct val="110000"/>
              </a:lnSpc>
              <a:spcBef>
                <a:spcPct val="20000"/>
              </a:spcBef>
              <a:buClr>
                <a:schemeClr val="tx2"/>
              </a:buClr>
              <a:buSzPct val="95000"/>
              <a:buFont typeface="Wingdings" panose="05000000000000000000" pitchFamily="2" charset="2"/>
              <a:buNone/>
            </a:pPr>
            <a:r>
              <a:rPr lang="en-US" altLang="zh-CN" sz="2000">
                <a:solidFill>
                  <a:schemeClr val="tx1"/>
                </a:solidFill>
                <a:latin typeface="Times New Roman" panose="02020603050405020304" charset="0"/>
                <a:sym typeface="+mn-ea"/>
              </a:rPr>
              <a:t>	</a:t>
            </a:r>
            <a:r>
              <a:rPr lang="en-US" altLang="zh-CN" sz="2000">
                <a:solidFill>
                  <a:schemeClr val="tx1"/>
                </a:solidFill>
                <a:latin typeface="Times New Roman" panose="02020603050405020304" charset="0"/>
                <a:ea typeface="宋体" panose="02010600030101010101" pitchFamily="2" charset="-122"/>
              </a:rPr>
              <a:t>get</a:t>
            </a:r>
            <a:r>
              <a:rPr lang="zh-CN" altLang="en-US" sz="2000">
                <a:solidFill>
                  <a:schemeClr val="tx1"/>
                </a:solidFill>
                <a:latin typeface="Times New Roman" panose="02020603050405020304" charset="0"/>
                <a:ea typeface="宋体" panose="02010600030101010101" pitchFamily="2" charset="-122"/>
              </a:rPr>
              <a:t>进程负责不断的把输入记录送入缓冲区</a:t>
            </a:r>
            <a:r>
              <a:rPr lang="en-US" altLang="zh-CN" sz="2000">
                <a:solidFill>
                  <a:schemeClr val="tx1"/>
                </a:solidFill>
                <a:latin typeface="Times New Roman" panose="02020603050405020304" charset="0"/>
                <a:ea typeface="宋体" panose="02010600030101010101" pitchFamily="2" charset="-122"/>
              </a:rPr>
              <a:t>s</a:t>
            </a:r>
            <a:r>
              <a:rPr lang="zh-CN" altLang="en-US" sz="2000">
                <a:solidFill>
                  <a:schemeClr val="tx1"/>
                </a:solidFill>
                <a:latin typeface="Times New Roman" panose="02020603050405020304" charset="0"/>
                <a:ea typeface="宋体" panose="02010600030101010101" pitchFamily="2" charset="-122"/>
              </a:rPr>
              <a:t>中；</a:t>
            </a:r>
            <a:r>
              <a:rPr lang="en-US" altLang="zh-CN" sz="2000">
                <a:solidFill>
                  <a:schemeClr val="tx1"/>
                </a:solidFill>
                <a:latin typeface="Times New Roman" panose="02020603050405020304" charset="0"/>
                <a:ea typeface="宋体" panose="02010600030101010101" pitchFamily="2" charset="-122"/>
              </a:rPr>
              <a:t>copy</a:t>
            </a:r>
            <a:r>
              <a:rPr lang="zh-CN" altLang="en-US" sz="2000">
                <a:solidFill>
                  <a:schemeClr val="tx1"/>
                </a:solidFill>
                <a:latin typeface="Times New Roman" panose="02020603050405020304" charset="0"/>
                <a:ea typeface="宋体" panose="02010600030101010101" pitchFamily="2" charset="-122"/>
              </a:rPr>
              <a:t>进程负责从缓冲区</a:t>
            </a:r>
            <a:r>
              <a:rPr lang="en-US" altLang="zh-CN" sz="2000">
                <a:solidFill>
                  <a:schemeClr val="tx1"/>
                </a:solidFill>
                <a:latin typeface="Times New Roman" panose="02020603050405020304" charset="0"/>
                <a:ea typeface="宋体" panose="02010600030101010101" pitchFamily="2" charset="-122"/>
              </a:rPr>
              <a:t>s</a:t>
            </a:r>
            <a:r>
              <a:rPr lang="zh-CN" altLang="en-US" sz="2000">
                <a:solidFill>
                  <a:schemeClr val="tx1"/>
                </a:solidFill>
                <a:latin typeface="Times New Roman" panose="02020603050405020304" charset="0"/>
                <a:ea typeface="宋体" panose="02010600030101010101" pitchFamily="2" charset="-122"/>
              </a:rPr>
              <a:t>中取出记录拷贝到缓冲区</a:t>
            </a:r>
            <a:r>
              <a:rPr lang="en-US" altLang="zh-CN" sz="2000">
                <a:solidFill>
                  <a:schemeClr val="tx1"/>
                </a:solidFill>
                <a:latin typeface="Times New Roman" panose="02020603050405020304" charset="0"/>
                <a:ea typeface="宋体" panose="02010600030101010101" pitchFamily="2" charset="-122"/>
              </a:rPr>
              <a:t>t</a:t>
            </a:r>
            <a:r>
              <a:rPr lang="zh-CN" altLang="en-US" sz="2000">
                <a:solidFill>
                  <a:schemeClr val="tx1"/>
                </a:solidFill>
                <a:latin typeface="Times New Roman" panose="02020603050405020304" charset="0"/>
                <a:ea typeface="宋体" panose="02010600030101010101" pitchFamily="2" charset="-122"/>
              </a:rPr>
              <a:t>中；</a:t>
            </a:r>
            <a:r>
              <a:rPr lang="en-US" altLang="zh-CN" sz="2000">
                <a:solidFill>
                  <a:schemeClr val="tx1"/>
                </a:solidFill>
                <a:latin typeface="Times New Roman" panose="02020603050405020304" charset="0"/>
                <a:ea typeface="宋体" panose="02010600030101010101" pitchFamily="2" charset="-122"/>
              </a:rPr>
              <a:t>put</a:t>
            </a:r>
            <a:r>
              <a:rPr lang="zh-CN" altLang="en-US" sz="2000">
                <a:solidFill>
                  <a:schemeClr val="tx1"/>
                </a:solidFill>
                <a:latin typeface="Times New Roman" panose="02020603050405020304" charset="0"/>
                <a:ea typeface="宋体" panose="02010600030101010101" pitchFamily="2" charset="-122"/>
              </a:rPr>
              <a:t>进程负责把记录从缓冲区</a:t>
            </a:r>
            <a:r>
              <a:rPr lang="en-US" altLang="zh-CN" sz="2000">
                <a:solidFill>
                  <a:schemeClr val="tx1"/>
                </a:solidFill>
                <a:latin typeface="Times New Roman" panose="02020603050405020304" charset="0"/>
                <a:ea typeface="宋体" panose="02010600030101010101" pitchFamily="2" charset="-122"/>
              </a:rPr>
              <a:t>t</a:t>
            </a:r>
            <a:r>
              <a:rPr lang="zh-CN" altLang="en-US" sz="2000">
                <a:solidFill>
                  <a:schemeClr val="tx1"/>
                </a:solidFill>
                <a:latin typeface="Times New Roman" panose="02020603050405020304" charset="0"/>
                <a:ea typeface="宋体" panose="02010600030101010101" pitchFamily="2" charset="-122"/>
              </a:rPr>
              <a:t>中取出打印。</a:t>
            </a:r>
            <a:endParaRPr lang="zh-CN" altLang="en-US" sz="20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zh-CN" altLang="en-US" sz="2000">
                <a:solidFill>
                  <a:schemeClr val="tx1"/>
                </a:solidFill>
                <a:latin typeface="Times New Roman" panose="02020603050405020304" charset="0"/>
                <a:ea typeface="宋体" panose="02010600030101010101" pitchFamily="2" charset="-122"/>
              </a:rPr>
              <a:t>试用</a:t>
            </a:r>
            <a:r>
              <a:rPr lang="en-US" altLang="zh-CN" sz="2000">
                <a:solidFill>
                  <a:schemeClr val="tx1"/>
                </a:solidFill>
                <a:latin typeface="Times New Roman" panose="02020603050405020304" charset="0"/>
                <a:ea typeface="宋体" panose="02010600030101010101" pitchFamily="2" charset="-122"/>
              </a:rPr>
              <a:t>P</a:t>
            </a:r>
            <a:r>
              <a:rPr lang="zh-CN" altLang="en-US" sz="2000">
                <a:solidFill>
                  <a:schemeClr val="tx1"/>
                </a:solidFill>
                <a:latin typeface="Times New Roman" panose="02020603050405020304" charset="0"/>
                <a:ea typeface="宋体" panose="02010600030101010101" pitchFamily="2" charset="-122"/>
              </a:rPr>
              <a:t>、</a:t>
            </a:r>
            <a:r>
              <a:rPr lang="en-US" altLang="zh-CN" sz="2000">
                <a:solidFill>
                  <a:schemeClr val="tx1"/>
                </a:solidFill>
                <a:latin typeface="Times New Roman" panose="02020603050405020304" charset="0"/>
                <a:ea typeface="宋体" panose="02010600030101010101" pitchFamily="2" charset="-122"/>
              </a:rPr>
              <a:t>V</a:t>
            </a:r>
            <a:r>
              <a:rPr lang="zh-CN" altLang="en-US" sz="2000">
                <a:solidFill>
                  <a:schemeClr val="tx1"/>
                </a:solidFill>
                <a:latin typeface="Times New Roman" panose="02020603050405020304" charset="0"/>
                <a:ea typeface="宋体" panose="02010600030101010101" pitchFamily="2" charset="-122"/>
              </a:rPr>
              <a:t>操作实现这三个进程之间的同步。</a:t>
            </a:r>
            <a:endParaRPr lang="en-US" altLang="zh-CN" sz="1600">
              <a:solidFill>
                <a:schemeClr val="tx1"/>
              </a:solidFill>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66563" grpId="0"/>
      <p:bldP spid="2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文本框 2355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16</a:t>
            </a:r>
            <a:endParaRPr lang="en-US" altLang="zh-CN" sz="1400">
              <a:solidFill>
                <a:schemeClr val="tx2"/>
              </a:solidFill>
              <a:latin typeface="Times New Roman" panose="02020603050405020304" charset="0"/>
              <a:ea typeface="宋体" panose="02010600030101010101" pitchFamily="2" charset="-122"/>
            </a:endParaRPr>
          </a:p>
        </p:txBody>
      </p:sp>
      <p:sp>
        <p:nvSpPr>
          <p:cNvPr id="23555" name="矩形 23554"/>
          <p:cNvSpPr/>
          <p:nvPr/>
        </p:nvSpPr>
        <p:spPr>
          <a:xfrm>
            <a:off x="171450" y="701675"/>
            <a:ext cx="8775700" cy="436943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x-none" altLang="zh-CN" b="1" strike="noStrike" noProof="1">
                <a:solidFill>
                  <a:srgbClr val="990000"/>
                </a:solidFill>
                <a:effectLst/>
                <a:latin typeface="Times New Roman" panose="02020603050405020304" charset="0"/>
                <a:ea typeface="宋体" panose="02010600030101010101" pitchFamily="2" charset="-122"/>
                <a:cs typeface="+mn-ea"/>
              </a:rPr>
              <a:t>  </a:t>
            </a:r>
            <a:r>
              <a:rPr lang="zh-CN" altLang="en-US" b="1" strike="noStrike" noProof="1">
                <a:solidFill>
                  <a:srgbClr val="990000"/>
                </a:solidFill>
                <a:effectLst/>
                <a:latin typeface="Times New Roman" panose="02020603050405020304" charset="0"/>
                <a:ea typeface="宋体" panose="02010600030101010101" pitchFamily="2" charset="-122"/>
                <a:cs typeface="+mn-ea"/>
              </a:rPr>
              <a:t>常用的缓冲技术</a:t>
            </a:r>
            <a:endParaRPr lang="zh-CN" altLang="en-US" b="1" strike="noStrike" noProof="1">
              <a:solidFill>
                <a:srgbClr val="990000"/>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双缓冲</a:t>
            </a:r>
            <a:r>
              <a:rPr lang="x-none" altLang="zh-CN" sz="2400" b="1" strike="noStrike" noProof="1">
                <a:solidFill>
                  <a:schemeClr val="tx1"/>
                </a:solidFill>
                <a:effectLst/>
                <a:latin typeface="Times New Roman" panose="02020603050405020304" charset="0"/>
                <a:ea typeface="宋体" panose="02010600030101010101" pitchFamily="2" charset="-122"/>
                <a:cs typeface="+mn-ea"/>
              </a:rPr>
              <a:t>、</a:t>
            </a:r>
            <a:r>
              <a:rPr lang="zh-CN" altLang="en-US" sz="2400" b="1">
                <a:solidFill>
                  <a:schemeClr val="tx1"/>
                </a:solidFill>
                <a:effectLst/>
                <a:latin typeface="Times New Roman" panose="02020603050405020304" charset="0"/>
                <a:cs typeface="+mn-ea"/>
                <a:sym typeface="+mn-ea"/>
              </a:rPr>
              <a:t>环形缓冲、缓冲池</a:t>
            </a:r>
            <a:endParaRPr lang="x-none" altLang="zh-CN" sz="24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zh-CN" altLang="en-US" sz="2800" b="1" strike="noStrike" noProof="1">
                <a:solidFill>
                  <a:srgbClr val="A50021"/>
                </a:solidFill>
                <a:effectLst/>
                <a:latin typeface="Times New Roman" panose="02020603050405020304" charset="0"/>
                <a:ea typeface="宋体" panose="02010600030101010101" pitchFamily="2" charset="-122"/>
                <a:cs typeface="+mn-ea"/>
              </a:rPr>
              <a:t>      </a:t>
            </a:r>
            <a:r>
              <a:rPr lang="en-US" altLang="zh-CN" sz="2800" b="1" strike="noStrike" noProof="1">
                <a:solidFill>
                  <a:srgbClr val="A50021"/>
                </a:solidFill>
                <a:effectLst/>
                <a:latin typeface="Times New Roman" panose="02020603050405020304" charset="0"/>
                <a:ea typeface="宋体" panose="02010600030101010101" pitchFamily="2" charset="-122"/>
                <a:cs typeface="+mn-ea"/>
              </a:rPr>
              <a:t>(1) </a:t>
            </a:r>
            <a:r>
              <a:rPr lang="zh-CN" altLang="en-US" sz="2800" b="1" strike="noStrike" noProof="1">
                <a:solidFill>
                  <a:srgbClr val="A50021"/>
                </a:solidFill>
                <a:effectLst/>
                <a:latin typeface="Times New Roman" panose="02020603050405020304" charset="0"/>
                <a:ea typeface="宋体" panose="02010600030101010101" pitchFamily="2" charset="-122"/>
                <a:cs typeface="+mn-ea"/>
              </a:rPr>
              <a:t>双缓冲</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在双缓冲方案下，为输入或输出分配两个缓冲区</a:t>
            </a:r>
            <a:r>
              <a:rPr lang="en-US" altLang="zh-CN" sz="2400" strike="noStrike" noProof="1">
                <a:solidFill>
                  <a:schemeClr val="tx1"/>
                </a:solidFill>
                <a:latin typeface="Times New Roman" panose="02020603050405020304" charset="0"/>
                <a:ea typeface="宋体" panose="02010600030101010101" pitchFamily="2" charset="-122"/>
                <a:cs typeface="+mn-ea"/>
              </a:rPr>
              <a:t>buf</a:t>
            </a:r>
            <a:r>
              <a:rPr lang="en-US" altLang="zh-CN" sz="2400" strike="noStrike" baseline="-25000" noProof="1">
                <a:solidFill>
                  <a:schemeClr val="tx1"/>
                </a:solidFill>
                <a:latin typeface="Times New Roman" panose="02020603050405020304" charset="0"/>
                <a:ea typeface="宋体" panose="02010600030101010101" pitchFamily="2" charset="-122"/>
                <a:cs typeface="+mn-ea"/>
              </a:rPr>
              <a:t>1</a:t>
            </a:r>
            <a:r>
              <a:rPr lang="x-none" altLang="en-US" sz="2400" strike="noStrike" noProof="1">
                <a:solidFill>
                  <a:schemeClr val="tx1"/>
                </a:solidFill>
                <a:latin typeface="Times New Roman" panose="02020603050405020304" charset="0"/>
                <a:ea typeface="宋体" panose="02010600030101010101" pitchFamily="2" charset="-122"/>
                <a:cs typeface="+mn-ea"/>
              </a:rPr>
              <a:t>,</a:t>
            </a: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en-US" altLang="zh-CN" sz="2400" strike="noStrike" noProof="1">
                <a:solidFill>
                  <a:schemeClr val="tx1"/>
                </a:solidFill>
                <a:latin typeface="Times New Roman" panose="02020603050405020304" charset="0"/>
                <a:ea typeface="宋体" panose="02010600030101010101" pitchFamily="2" charset="-122"/>
                <a:cs typeface="+mn-ea"/>
              </a:rPr>
              <a:t>buf</a:t>
            </a:r>
            <a:r>
              <a:rPr lang="en-US" altLang="zh-CN" sz="2400" strike="noStrike" baseline="-25000" noProof="1">
                <a:solidFill>
                  <a:schemeClr val="tx1"/>
                </a:solidFill>
                <a:latin typeface="Times New Roman" panose="02020603050405020304" charset="0"/>
                <a:ea typeface="宋体" panose="02010600030101010101" pitchFamily="2" charset="-122"/>
                <a:cs typeface="+mn-ea"/>
              </a:rPr>
              <a:t>2</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pPr>
            <a:r>
              <a:rPr lang="zh-CN" altLang="en-US" sz="2400" b="1" strike="noStrike" noProof="1">
                <a:solidFill>
                  <a:schemeClr val="tx1"/>
                </a:solidFill>
                <a:effectLst/>
                <a:latin typeface="Times New Roman" panose="02020603050405020304" charset="0"/>
                <a:ea typeface="宋体" panose="02010600030101010101" pitchFamily="2" charset="-122"/>
                <a:cs typeface="+mn-cs"/>
              </a:rPr>
              <a:t>这两个缓冲用于输入数据</a:t>
            </a:r>
            <a:endParaRPr lang="zh-CN" altLang="en-US" sz="2400" b="1"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pPr>
            <a:r>
              <a:rPr lang="zh-CN" altLang="en-US" sz="2400" b="1">
                <a:solidFill>
                  <a:schemeClr val="tx1"/>
                </a:solidFill>
                <a:effectLst/>
                <a:latin typeface="Times New Roman" panose="02020603050405020304" charset="0"/>
                <a:ea typeface="宋体" panose="02010600030101010101" pitchFamily="2" charset="-122"/>
                <a:sym typeface="+mn-ea"/>
              </a:rPr>
              <a:t>这两个缓冲用于</a:t>
            </a:r>
            <a:r>
              <a:rPr lang="zh-CN" altLang="en-US" sz="2400" b="1" strike="noStrike" noProof="1">
                <a:solidFill>
                  <a:schemeClr val="tx1"/>
                </a:solidFill>
                <a:effectLst/>
                <a:latin typeface="Times New Roman" panose="02020603050405020304" charset="0"/>
                <a:ea typeface="宋体" panose="02010600030101010101" pitchFamily="2" charset="-122"/>
                <a:cs typeface="+mn-cs"/>
              </a:rPr>
              <a:t>输出数据</a:t>
            </a:r>
            <a:endParaRPr lang="zh-CN" altLang="en-US" sz="2400" b="1"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pPr>
            <a:r>
              <a:rPr lang="zh-CN" altLang="en-US" sz="2400" b="1">
                <a:solidFill>
                  <a:schemeClr val="tx1"/>
                </a:solidFill>
                <a:effectLst/>
                <a:latin typeface="Times New Roman" panose="02020603050405020304" charset="0"/>
                <a:ea typeface="宋体" panose="02010600030101010101" pitchFamily="2" charset="-122"/>
                <a:sym typeface="+mn-ea"/>
              </a:rPr>
              <a:t>这两个缓冲即用于输入，又用于输出数据</a:t>
            </a:r>
            <a:endParaRPr lang="zh-CN" altLang="en-US" sz="2400" b="1" strike="noStrike" noProof="1">
              <a:solidFill>
                <a:schemeClr val="tx1"/>
              </a:solidFill>
              <a:effectLst/>
              <a:latin typeface="Times New Roman" panose="02020603050405020304" charset="0"/>
              <a:ea typeface="宋体" panose="02010600030101010101" pitchFamily="2" charset="-122"/>
            </a:endParaRPr>
          </a:p>
        </p:txBody>
      </p:sp>
      <p:sp>
        <p:nvSpPr>
          <p:cNvPr id="23556" name="矩形 2355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缓冲技术</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23555"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文本框 2457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17</a:t>
            </a:r>
            <a:endParaRPr lang="en-US" altLang="zh-CN" sz="1400">
              <a:solidFill>
                <a:schemeClr val="tx2"/>
              </a:solidFill>
              <a:latin typeface="Times New Roman" panose="02020603050405020304" charset="0"/>
              <a:ea typeface="宋体" panose="02010600030101010101" pitchFamily="2" charset="-122"/>
            </a:endParaRPr>
          </a:p>
        </p:txBody>
      </p:sp>
      <p:sp>
        <p:nvSpPr>
          <p:cNvPr id="24579" name="矩形 24578"/>
          <p:cNvSpPr/>
          <p:nvPr/>
        </p:nvSpPr>
        <p:spPr>
          <a:xfrm>
            <a:off x="114300" y="801688"/>
            <a:ext cx="6843713" cy="6048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buNone/>
            </a:pPr>
            <a:r>
              <a:rPr lang="en-US" altLang="zh-CN" b="1" strike="noStrike" noProof="1">
                <a:solidFill>
                  <a:srgbClr val="A50021"/>
                </a:solidFill>
                <a:latin typeface="Times New Roman" panose="02020603050405020304" charset="0"/>
                <a:ea typeface="宋体" panose="02010600030101010101" pitchFamily="2" charset="-122"/>
                <a:cs typeface="+mn-cs"/>
              </a:rPr>
              <a:t>(2) </a:t>
            </a:r>
            <a:r>
              <a:rPr lang="zh-CN" altLang="en-US" b="1" strike="noStrike" noProof="1">
                <a:solidFill>
                  <a:srgbClr val="A50021"/>
                </a:solidFill>
                <a:latin typeface="Times New Roman" panose="02020603050405020304" charset="0"/>
                <a:ea typeface="宋体" panose="02010600030101010101" pitchFamily="2" charset="-122"/>
                <a:cs typeface="+mn-cs"/>
              </a:rPr>
              <a:t>利用双缓冲输入数据</a:t>
            </a:r>
            <a:endParaRPr lang="zh-CN" altLang="en-US" b="1" strike="noStrike" noProof="1">
              <a:solidFill>
                <a:srgbClr val="A50021"/>
              </a:solidFill>
              <a:latin typeface="Times New Roman" panose="02020603050405020304" charset="0"/>
              <a:ea typeface="宋体" panose="02010600030101010101" pitchFamily="2" charset="-122"/>
            </a:endParaRPr>
          </a:p>
        </p:txBody>
      </p:sp>
      <p:grpSp>
        <p:nvGrpSpPr>
          <p:cNvPr id="24580" name="组合 24579"/>
          <p:cNvGrpSpPr/>
          <p:nvPr/>
        </p:nvGrpSpPr>
        <p:grpSpPr>
          <a:xfrm>
            <a:off x="1512888" y="1666875"/>
            <a:ext cx="4910137" cy="3967163"/>
            <a:chOff x="0" y="0"/>
            <a:chExt cx="3093" cy="2499"/>
          </a:xfrm>
        </p:grpSpPr>
        <p:sp>
          <p:nvSpPr>
            <p:cNvPr id="29700" name="文本框 24580"/>
            <p:cNvSpPr txBox="1"/>
            <p:nvPr/>
          </p:nvSpPr>
          <p:spPr>
            <a:xfrm>
              <a:off x="1652" y="0"/>
              <a:ext cx="804" cy="412"/>
            </a:xfrm>
            <a:prstGeom prst="rect">
              <a:avLst/>
            </a:prstGeom>
            <a:noFill/>
            <a:ln w="12700" cap="flat" cmpd="sng">
              <a:solidFill>
                <a:schemeClr val="tx1"/>
              </a:solidFill>
              <a:prstDash val="solid"/>
              <a:miter/>
              <a:headEnd type="none" w="med" len="med"/>
              <a:tailEnd type="none" w="med" len="med"/>
            </a:ln>
          </p:spPr>
          <p:txBody>
            <a:bodyPr anchor="t"/>
            <a:p>
              <a:pPr lvl="0" algn="ctr">
                <a:lnSpc>
                  <a:spcPct val="140000"/>
                </a:lnSpc>
                <a:spcBef>
                  <a:spcPct val="100000"/>
                </a:spcBef>
                <a:spcAft>
                  <a:spcPct val="80000"/>
                </a:spcAft>
                <a:buClr>
                  <a:srgbClr val="000000"/>
                </a:buClr>
              </a:pPr>
              <a:r>
                <a:rPr lang="zh-CN" altLang="en-US" sz="1600" b="1">
                  <a:solidFill>
                    <a:schemeClr val="tx1"/>
                  </a:solidFill>
                  <a:latin typeface="Times New Roman" panose="02020603050405020304" charset="0"/>
                  <a:ea typeface="宋体" panose="02010600030101010101" pitchFamily="2" charset="-122"/>
                </a:rPr>
                <a:t>输入设备</a:t>
              </a:r>
              <a:endParaRPr lang="zh-CN" altLang="en-US" sz="1600" b="1">
                <a:solidFill>
                  <a:schemeClr val="tx1"/>
                </a:solidFill>
                <a:latin typeface="Times New Roman" panose="02020603050405020304" charset="0"/>
                <a:ea typeface="宋体" panose="02010600030101010101" pitchFamily="2" charset="-122"/>
              </a:endParaRPr>
            </a:p>
          </p:txBody>
        </p:sp>
        <p:sp>
          <p:nvSpPr>
            <p:cNvPr id="29701" name="文本框 24581"/>
            <p:cNvSpPr txBox="1"/>
            <p:nvPr/>
          </p:nvSpPr>
          <p:spPr>
            <a:xfrm>
              <a:off x="1186" y="909"/>
              <a:ext cx="720" cy="330"/>
            </a:xfrm>
            <a:prstGeom prst="rect">
              <a:avLst/>
            </a:prstGeom>
            <a:noFill/>
            <a:ln w="12700" cap="flat" cmpd="sng">
              <a:solidFill>
                <a:schemeClr val="tx1"/>
              </a:solidFill>
              <a:prstDash val="solid"/>
              <a:miter/>
              <a:headEnd type="none" w="med" len="med"/>
              <a:tailEnd type="none" w="med" len="med"/>
            </a:ln>
          </p:spPr>
          <p:txBody>
            <a:bodyPr anchor="t"/>
            <a:p>
              <a:pPr lvl="0" algn="ctr">
                <a:lnSpc>
                  <a:spcPct val="140000"/>
                </a:lnSpc>
                <a:spcBef>
                  <a:spcPct val="100000"/>
                </a:spcBef>
                <a:spcAft>
                  <a:spcPct val="80000"/>
                </a:spcAft>
                <a:buClr>
                  <a:srgbClr val="000000"/>
                </a:buClr>
              </a:pPr>
              <a:r>
                <a:rPr lang="en-US" altLang="zh-CN" sz="1600" b="1">
                  <a:solidFill>
                    <a:schemeClr val="tx1"/>
                  </a:solidFill>
                  <a:latin typeface="Times New Roman" panose="02020603050405020304" charset="0"/>
                  <a:ea typeface="宋体" panose="02010600030101010101" pitchFamily="2" charset="-122"/>
                </a:rPr>
                <a:t>BUF</a:t>
              </a:r>
              <a:r>
                <a:rPr lang="en-US" altLang="zh-CN" sz="1600" b="1" baseline="-25000">
                  <a:solidFill>
                    <a:schemeClr val="tx1"/>
                  </a:solidFill>
                  <a:latin typeface="Times New Roman" panose="02020603050405020304" charset="0"/>
                  <a:ea typeface="宋体" panose="02010600030101010101" pitchFamily="2" charset="-122"/>
                </a:rPr>
                <a:t>1</a:t>
              </a:r>
              <a:endParaRPr lang="en-US" altLang="zh-CN" sz="1600" b="1" baseline="-25000">
                <a:solidFill>
                  <a:schemeClr val="tx1"/>
                </a:solidFill>
                <a:latin typeface="Times New Roman" panose="02020603050405020304" charset="0"/>
                <a:ea typeface="宋体" panose="02010600030101010101" pitchFamily="2" charset="-122"/>
              </a:endParaRPr>
            </a:p>
          </p:txBody>
        </p:sp>
        <p:grpSp>
          <p:nvGrpSpPr>
            <p:cNvPr id="29702" name="组合 24582"/>
            <p:cNvGrpSpPr/>
            <p:nvPr/>
          </p:nvGrpSpPr>
          <p:grpSpPr>
            <a:xfrm>
              <a:off x="0" y="822"/>
              <a:ext cx="740" cy="1677"/>
              <a:chOff x="0" y="0"/>
              <a:chExt cx="792" cy="1842"/>
            </a:xfrm>
          </p:grpSpPr>
          <p:sp>
            <p:nvSpPr>
              <p:cNvPr id="29703" name="文本框 24583"/>
              <p:cNvSpPr txBox="1"/>
              <p:nvPr/>
            </p:nvSpPr>
            <p:spPr>
              <a:xfrm>
                <a:off x="0" y="0"/>
                <a:ext cx="771" cy="1496"/>
              </a:xfrm>
              <a:prstGeom prst="rect">
                <a:avLst/>
              </a:prstGeom>
              <a:noFill/>
              <a:ln w="12700" cap="flat" cmpd="sng">
                <a:solidFill>
                  <a:schemeClr val="tx1"/>
                </a:solidFill>
                <a:prstDash val="solid"/>
                <a:miter/>
                <a:headEnd type="none" w="med" len="med"/>
                <a:tailEnd type="none" w="med" len="med"/>
              </a:ln>
            </p:spPr>
            <p:txBody>
              <a:bodyPr anchor="t"/>
              <a:p>
                <a:pPr lvl="0" algn="ctr">
                  <a:lnSpc>
                    <a:spcPct val="140000"/>
                  </a:lnSpc>
                  <a:spcBef>
                    <a:spcPct val="100000"/>
                  </a:spcBef>
                  <a:spcAft>
                    <a:spcPct val="80000"/>
                  </a:spcAft>
                  <a:buClr>
                    <a:srgbClr val="000000"/>
                  </a:buClr>
                </a:pPr>
                <a:endParaRPr sz="1600" b="1">
                  <a:solidFill>
                    <a:schemeClr val="tx1"/>
                  </a:solidFill>
                  <a:latin typeface="Times New Roman" panose="02020603050405020304" charset="0"/>
                  <a:ea typeface="宋体" panose="02010600030101010101" pitchFamily="2" charset="-122"/>
                </a:endParaRPr>
              </a:p>
            </p:txBody>
          </p:sp>
          <p:sp>
            <p:nvSpPr>
              <p:cNvPr id="29704" name="文本框 24584"/>
              <p:cNvSpPr txBox="1"/>
              <p:nvPr/>
            </p:nvSpPr>
            <p:spPr>
              <a:xfrm>
                <a:off x="21" y="1479"/>
                <a:ext cx="771" cy="363"/>
              </a:xfrm>
              <a:prstGeom prst="rect">
                <a:avLst/>
              </a:prstGeom>
              <a:noFill/>
              <a:ln w="9525">
                <a:noFill/>
                <a:miter/>
              </a:ln>
            </p:spPr>
            <p:txBody>
              <a:bodyPr anchor="t"/>
              <a:p>
                <a:pPr lvl="0" algn="ctr">
                  <a:lnSpc>
                    <a:spcPct val="140000"/>
                  </a:lnSpc>
                  <a:spcBef>
                    <a:spcPct val="100000"/>
                  </a:spcBef>
                  <a:spcAft>
                    <a:spcPct val="80000"/>
                  </a:spcAft>
                  <a:buClr>
                    <a:srgbClr val="000000"/>
                  </a:buClr>
                </a:pPr>
                <a:r>
                  <a:rPr lang="zh-CN" altLang="en-US" sz="1600" b="1">
                    <a:solidFill>
                      <a:schemeClr val="tx1"/>
                    </a:solidFill>
                    <a:latin typeface="Times New Roman" panose="02020603050405020304" charset="0"/>
                    <a:ea typeface="宋体" panose="02010600030101010101" pitchFamily="2" charset="-122"/>
                  </a:rPr>
                  <a:t>进程</a:t>
                </a:r>
                <a:endParaRPr lang="zh-CN" altLang="en-US" sz="1600" b="1">
                  <a:solidFill>
                    <a:schemeClr val="tx1"/>
                  </a:solidFill>
                  <a:latin typeface="Times New Roman" panose="02020603050405020304" charset="0"/>
                  <a:ea typeface="宋体" panose="02010600030101010101" pitchFamily="2" charset="-122"/>
                </a:endParaRPr>
              </a:p>
            </p:txBody>
          </p:sp>
          <p:sp>
            <p:nvSpPr>
              <p:cNvPr id="29705" name="文本框 24585"/>
              <p:cNvSpPr txBox="1"/>
              <p:nvPr/>
            </p:nvSpPr>
            <p:spPr>
              <a:xfrm>
                <a:off x="183" y="136"/>
                <a:ext cx="408" cy="363"/>
              </a:xfrm>
              <a:prstGeom prst="rect">
                <a:avLst/>
              </a:prstGeom>
              <a:noFill/>
              <a:ln w="9525">
                <a:noFill/>
                <a:miter/>
              </a:ln>
            </p:spPr>
            <p:txBody>
              <a:bodyPr anchor="t"/>
              <a:p>
                <a:pPr lvl="0" algn="ctr">
                  <a:lnSpc>
                    <a:spcPct val="140000"/>
                  </a:lnSpc>
                  <a:spcBef>
                    <a:spcPct val="100000"/>
                  </a:spcBef>
                  <a:spcAft>
                    <a:spcPct val="80000"/>
                  </a:spcAft>
                  <a:buClr>
                    <a:srgbClr val="000000"/>
                  </a:buClr>
                </a:pPr>
                <a:endParaRPr lang="en-US" altLang="zh-CN" sz="1600" b="1">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29706" name="文本框 24586"/>
              <p:cNvSpPr txBox="1"/>
              <p:nvPr/>
            </p:nvSpPr>
            <p:spPr>
              <a:xfrm>
                <a:off x="181" y="408"/>
                <a:ext cx="408" cy="363"/>
              </a:xfrm>
              <a:prstGeom prst="rect">
                <a:avLst/>
              </a:prstGeom>
              <a:noFill/>
              <a:ln w="9525">
                <a:noFill/>
                <a:miter/>
              </a:ln>
            </p:spPr>
            <p:txBody>
              <a:bodyPr anchor="t"/>
              <a:p>
                <a:pPr lvl="0" algn="ctr">
                  <a:lnSpc>
                    <a:spcPct val="140000"/>
                  </a:lnSpc>
                  <a:spcBef>
                    <a:spcPct val="100000"/>
                  </a:spcBef>
                  <a:spcAft>
                    <a:spcPct val="80000"/>
                  </a:spcAft>
                  <a:buClr>
                    <a:srgbClr val="000000"/>
                  </a:buClr>
                </a:pPr>
                <a:endParaRPr lang="en-US" altLang="zh-CN" sz="1600" b="1">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grpSp>
        <p:sp>
          <p:nvSpPr>
            <p:cNvPr id="29707" name="文本框 24587"/>
            <p:cNvSpPr txBox="1"/>
            <p:nvPr/>
          </p:nvSpPr>
          <p:spPr>
            <a:xfrm>
              <a:off x="1313" y="454"/>
              <a:ext cx="339" cy="212"/>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黑体" panose="02010609060101010101" pitchFamily="2" charset="-122"/>
                  <a:ea typeface="黑体" panose="02010609060101010101" pitchFamily="2" charset="-122"/>
                </a:rPr>
                <a:t>①</a:t>
              </a:r>
              <a:endParaRPr lang="en-US" altLang="zh-CN" sz="1600">
                <a:solidFill>
                  <a:schemeClr val="tx1"/>
                </a:solidFill>
                <a:latin typeface="黑体" panose="02010609060101010101" pitchFamily="2" charset="-122"/>
                <a:ea typeface="黑体" panose="02010609060101010101" pitchFamily="2" charset="-122"/>
              </a:endParaRPr>
            </a:p>
          </p:txBody>
        </p:sp>
        <p:sp>
          <p:nvSpPr>
            <p:cNvPr id="29708" name="文本框 24588"/>
            <p:cNvSpPr txBox="1"/>
            <p:nvPr/>
          </p:nvSpPr>
          <p:spPr>
            <a:xfrm>
              <a:off x="2584" y="454"/>
              <a:ext cx="339" cy="212"/>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黑体" panose="02010609060101010101" pitchFamily="2" charset="-122"/>
                  <a:ea typeface="黑体" panose="02010609060101010101" pitchFamily="2" charset="-122"/>
                </a:rPr>
                <a:t>②</a:t>
              </a:r>
              <a:endParaRPr lang="en-US" altLang="zh-CN" sz="1600">
                <a:solidFill>
                  <a:schemeClr val="tx1"/>
                </a:solidFill>
                <a:latin typeface="黑体" panose="02010609060101010101" pitchFamily="2" charset="-122"/>
                <a:ea typeface="黑体" panose="02010609060101010101" pitchFamily="2" charset="-122"/>
              </a:endParaRPr>
            </a:p>
          </p:txBody>
        </p:sp>
        <p:sp>
          <p:nvSpPr>
            <p:cNvPr id="29709" name="文本框 24589"/>
            <p:cNvSpPr txBox="1"/>
            <p:nvPr/>
          </p:nvSpPr>
          <p:spPr>
            <a:xfrm>
              <a:off x="2754" y="1363"/>
              <a:ext cx="339" cy="212"/>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黑体" panose="02010609060101010101" pitchFamily="2" charset="-122"/>
                  <a:ea typeface="黑体" panose="02010609060101010101" pitchFamily="2" charset="-122"/>
                </a:rPr>
                <a:t>③</a:t>
              </a:r>
              <a:endParaRPr lang="en-US" altLang="zh-CN" sz="1600">
                <a:solidFill>
                  <a:schemeClr val="tx1"/>
                </a:solidFill>
                <a:latin typeface="黑体" panose="02010609060101010101" pitchFamily="2" charset="-122"/>
                <a:ea typeface="黑体" panose="02010609060101010101" pitchFamily="2" charset="-122"/>
              </a:endParaRPr>
            </a:p>
          </p:txBody>
        </p:sp>
        <p:sp>
          <p:nvSpPr>
            <p:cNvPr id="29710" name="文本框 24590"/>
            <p:cNvSpPr txBox="1"/>
            <p:nvPr/>
          </p:nvSpPr>
          <p:spPr>
            <a:xfrm>
              <a:off x="2372" y="909"/>
              <a:ext cx="720" cy="330"/>
            </a:xfrm>
            <a:prstGeom prst="rect">
              <a:avLst/>
            </a:prstGeom>
            <a:noFill/>
            <a:ln w="12700" cap="flat" cmpd="sng">
              <a:solidFill>
                <a:schemeClr val="tx1"/>
              </a:solidFill>
              <a:prstDash val="solid"/>
              <a:miter/>
              <a:headEnd type="none" w="med" len="med"/>
              <a:tailEnd type="none" w="med" len="med"/>
            </a:ln>
          </p:spPr>
          <p:txBody>
            <a:bodyPr anchor="t"/>
            <a:p>
              <a:pPr lvl="0" algn="ctr">
                <a:lnSpc>
                  <a:spcPct val="140000"/>
                </a:lnSpc>
                <a:spcBef>
                  <a:spcPct val="100000"/>
                </a:spcBef>
                <a:spcAft>
                  <a:spcPct val="80000"/>
                </a:spcAft>
                <a:buClr>
                  <a:srgbClr val="000000"/>
                </a:buClr>
              </a:pPr>
              <a:r>
                <a:rPr lang="en-US" altLang="zh-CN" sz="1600" b="1">
                  <a:solidFill>
                    <a:schemeClr val="tx1"/>
                  </a:solidFill>
                  <a:latin typeface="Times New Roman" panose="02020603050405020304" charset="0"/>
                  <a:ea typeface="宋体" panose="02010600030101010101" pitchFamily="2" charset="-122"/>
                </a:rPr>
                <a:t>BUF</a:t>
              </a:r>
              <a:r>
                <a:rPr lang="en-US" altLang="zh-CN" sz="1600" b="1" baseline="-25000">
                  <a:solidFill>
                    <a:schemeClr val="tx1"/>
                  </a:solidFill>
                  <a:latin typeface="Times New Roman" panose="02020603050405020304" charset="0"/>
                  <a:ea typeface="宋体" panose="02010600030101010101" pitchFamily="2" charset="-122"/>
                </a:rPr>
                <a:t>2</a:t>
              </a:r>
              <a:endParaRPr lang="en-US" altLang="zh-CN" sz="1600" b="1" baseline="-25000">
                <a:solidFill>
                  <a:schemeClr val="tx1"/>
                </a:solidFill>
                <a:latin typeface="Times New Roman" panose="02020603050405020304" charset="0"/>
                <a:ea typeface="宋体" panose="02010600030101010101" pitchFamily="2" charset="-122"/>
              </a:endParaRPr>
            </a:p>
          </p:txBody>
        </p:sp>
        <p:sp>
          <p:nvSpPr>
            <p:cNvPr id="29711" name="直接连接符 24591"/>
            <p:cNvSpPr/>
            <p:nvPr/>
          </p:nvSpPr>
          <p:spPr>
            <a:xfrm flipH="1">
              <a:off x="1525" y="413"/>
              <a:ext cx="297" cy="496"/>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9712" name="直接连接符 24592"/>
            <p:cNvSpPr/>
            <p:nvPr/>
          </p:nvSpPr>
          <p:spPr>
            <a:xfrm>
              <a:off x="2330" y="413"/>
              <a:ext cx="424" cy="496"/>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nvGrpSpPr>
            <p:cNvPr id="29713" name="组合 24593"/>
            <p:cNvGrpSpPr/>
            <p:nvPr/>
          </p:nvGrpSpPr>
          <p:grpSpPr>
            <a:xfrm>
              <a:off x="720" y="1239"/>
              <a:ext cx="805" cy="248"/>
              <a:chOff x="0" y="0"/>
              <a:chExt cx="862" cy="272"/>
            </a:xfrm>
          </p:grpSpPr>
          <p:sp>
            <p:nvSpPr>
              <p:cNvPr id="29714" name="直接连接符 24594"/>
              <p:cNvSpPr/>
              <p:nvPr/>
            </p:nvSpPr>
            <p:spPr>
              <a:xfrm>
                <a:off x="862" y="0"/>
                <a:ext cx="0" cy="272"/>
              </a:xfrm>
              <a:prstGeom prst="line">
                <a:avLst/>
              </a:prstGeom>
              <a:ln w="1905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9715" name="直接连接符 24595"/>
              <p:cNvSpPr/>
              <p:nvPr/>
            </p:nvSpPr>
            <p:spPr>
              <a:xfrm flipH="1">
                <a:off x="0" y="272"/>
                <a:ext cx="862" cy="0"/>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grpSp>
          <p:nvGrpSpPr>
            <p:cNvPr id="29716" name="组合 24596"/>
            <p:cNvGrpSpPr/>
            <p:nvPr/>
          </p:nvGrpSpPr>
          <p:grpSpPr>
            <a:xfrm>
              <a:off x="723" y="1231"/>
              <a:ext cx="1991" cy="465"/>
              <a:chOff x="0" y="0"/>
              <a:chExt cx="2132" cy="511"/>
            </a:xfrm>
          </p:grpSpPr>
          <p:sp>
            <p:nvSpPr>
              <p:cNvPr id="29717" name="直接连接符 24597"/>
              <p:cNvSpPr/>
              <p:nvPr/>
            </p:nvSpPr>
            <p:spPr>
              <a:xfrm>
                <a:off x="2131" y="0"/>
                <a:ext cx="0" cy="499"/>
              </a:xfrm>
              <a:prstGeom prst="line">
                <a:avLst/>
              </a:prstGeom>
              <a:ln w="1905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29718" name="直接连接符 24598"/>
              <p:cNvSpPr/>
              <p:nvPr/>
            </p:nvSpPr>
            <p:spPr>
              <a:xfrm flipH="1">
                <a:off x="0" y="511"/>
                <a:ext cx="2132" cy="0"/>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29719" name="文本框 24599"/>
            <p:cNvSpPr txBox="1"/>
            <p:nvPr/>
          </p:nvSpPr>
          <p:spPr>
            <a:xfrm>
              <a:off x="932" y="1258"/>
              <a:ext cx="339" cy="212"/>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黑体" panose="02010609060101010101" pitchFamily="2" charset="-122"/>
                  <a:ea typeface="黑体" panose="02010609060101010101" pitchFamily="2" charset="-122"/>
                </a:rPr>
                <a:t>②</a:t>
              </a:r>
              <a:endParaRPr lang="en-US" altLang="zh-CN" sz="1600">
                <a:solidFill>
                  <a:schemeClr val="tx1"/>
                </a:solidFill>
                <a:latin typeface="黑体" panose="02010609060101010101" pitchFamily="2" charset="-122"/>
                <a:ea typeface="黑体" panose="02010609060101010101" pitchFamily="2" charset="-122"/>
              </a:endParaRPr>
            </a:p>
          </p:txBody>
        </p:sp>
        <p:sp>
          <p:nvSpPr>
            <p:cNvPr id="29720" name="文本框 24600"/>
            <p:cNvSpPr txBox="1"/>
            <p:nvPr/>
          </p:nvSpPr>
          <p:spPr>
            <a:xfrm>
              <a:off x="1684" y="545"/>
              <a:ext cx="339" cy="212"/>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黑体" panose="02010609060101010101" pitchFamily="2" charset="-122"/>
                  <a:ea typeface="黑体" panose="02010609060101010101" pitchFamily="2" charset="-122"/>
                </a:rPr>
                <a:t>③</a:t>
              </a:r>
              <a:endParaRPr lang="en-US" altLang="zh-CN" sz="1600">
                <a:solidFill>
                  <a:schemeClr val="tx1"/>
                </a:solidFill>
                <a:latin typeface="黑体" panose="02010609060101010101" pitchFamily="2" charset="-122"/>
                <a:ea typeface="黑体" panose="02010609060101010101" pitchFamily="2" charset="-122"/>
              </a:endParaRPr>
            </a:p>
          </p:txBody>
        </p:sp>
      </p:grpSp>
      <p:sp>
        <p:nvSpPr>
          <p:cNvPr id="24602" name="文本框 24601"/>
          <p:cNvSpPr txBox="1"/>
          <p:nvPr/>
        </p:nvSpPr>
        <p:spPr>
          <a:xfrm>
            <a:off x="3141663" y="5548313"/>
            <a:ext cx="2520950" cy="336550"/>
          </a:xfrm>
          <a:prstGeom prst="rect">
            <a:avLst/>
          </a:prstGeom>
          <a:noFill/>
          <a:ln w="9525">
            <a:noFill/>
            <a:miter/>
          </a:ln>
        </p:spPr>
        <p:txBody>
          <a:bodyPr anchor="t">
            <a:spAutoFit/>
          </a:bodyPr>
          <a:p>
            <a:pPr lvl="0">
              <a:spcBef>
                <a:spcPct val="30000"/>
              </a:spcBef>
              <a:buClr>
                <a:srgbClr val="000000"/>
              </a:buClr>
            </a:pPr>
            <a:r>
              <a:rPr lang="zh-CN" altLang="en-US" sz="1600">
                <a:solidFill>
                  <a:schemeClr val="tx1"/>
                </a:solidFill>
                <a:latin typeface="Times New Roman" panose="02020603050405020304" charset="0"/>
                <a:ea typeface="宋体" panose="02010600030101010101" pitchFamily="2" charset="-122"/>
              </a:rPr>
              <a:t>双缓冲读入数据的操作</a:t>
            </a:r>
            <a:endParaRPr lang="zh-CN" altLang="en-US" sz="1600">
              <a:solidFill>
                <a:schemeClr val="tx1"/>
              </a:solidFill>
              <a:latin typeface="Times New Roman" panose="02020603050405020304" charset="0"/>
              <a:ea typeface="宋体" panose="02010600030101010101" pitchFamily="2" charset="-122"/>
            </a:endParaRPr>
          </a:p>
        </p:txBody>
      </p:sp>
      <p:sp>
        <p:nvSpPr>
          <p:cNvPr id="24603" name="矩形 24602"/>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缓冲技术</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24579" grpId="0" build="p"/>
      <p:bldP spid="2460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文本框 2560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18</a:t>
            </a:r>
            <a:endParaRPr lang="en-US" altLang="zh-CN" sz="1400">
              <a:solidFill>
                <a:schemeClr val="tx2"/>
              </a:solidFill>
              <a:latin typeface="Times New Roman" panose="02020603050405020304" charset="0"/>
              <a:ea typeface="宋体" panose="02010600030101010101" pitchFamily="2" charset="-122"/>
            </a:endParaRPr>
          </a:p>
        </p:txBody>
      </p:sp>
      <p:sp>
        <p:nvSpPr>
          <p:cNvPr id="25603" name="矩形 25602"/>
          <p:cNvSpPr/>
          <p:nvPr/>
        </p:nvSpPr>
        <p:spPr>
          <a:xfrm>
            <a:off x="114300" y="730250"/>
            <a:ext cx="5697538" cy="6048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buNone/>
            </a:pPr>
            <a:r>
              <a:rPr lang="en-US" altLang="zh-CN" b="1" strike="noStrike" noProof="1">
                <a:solidFill>
                  <a:srgbClr val="A50021"/>
                </a:solidFill>
                <a:latin typeface="Times New Roman" panose="02020603050405020304" charset="0"/>
                <a:ea typeface="宋体" panose="02010600030101010101" pitchFamily="2" charset="-122"/>
                <a:cs typeface="+mn-cs"/>
              </a:rPr>
              <a:t>(3) </a:t>
            </a:r>
            <a:r>
              <a:rPr lang="zh-CN" altLang="en-US" b="1" strike="noStrike" noProof="1">
                <a:solidFill>
                  <a:srgbClr val="A50021"/>
                </a:solidFill>
                <a:latin typeface="Times New Roman" panose="02020603050405020304" charset="0"/>
                <a:ea typeface="宋体" panose="02010600030101010101" pitchFamily="2" charset="-122"/>
                <a:cs typeface="+mn-cs"/>
              </a:rPr>
              <a:t>利用双缓冲输出数据</a:t>
            </a:r>
            <a:endParaRPr lang="zh-CN" altLang="en-US" b="1" strike="noStrike" noProof="1">
              <a:solidFill>
                <a:srgbClr val="A50021"/>
              </a:solidFill>
              <a:latin typeface="Times New Roman" panose="02020603050405020304" charset="0"/>
              <a:ea typeface="宋体" panose="02010600030101010101" pitchFamily="2" charset="-122"/>
            </a:endParaRPr>
          </a:p>
        </p:txBody>
      </p:sp>
      <p:grpSp>
        <p:nvGrpSpPr>
          <p:cNvPr id="25604" name="组合 25603"/>
          <p:cNvGrpSpPr/>
          <p:nvPr/>
        </p:nvGrpSpPr>
        <p:grpSpPr>
          <a:xfrm>
            <a:off x="1541463" y="1609725"/>
            <a:ext cx="4835525" cy="3951288"/>
            <a:chOff x="0" y="0"/>
            <a:chExt cx="3046" cy="2489"/>
          </a:xfrm>
        </p:grpSpPr>
        <p:sp>
          <p:nvSpPr>
            <p:cNvPr id="30724" name="文本框 25604"/>
            <p:cNvSpPr txBox="1"/>
            <p:nvPr/>
          </p:nvSpPr>
          <p:spPr>
            <a:xfrm>
              <a:off x="1627" y="0"/>
              <a:ext cx="793" cy="411"/>
            </a:xfrm>
            <a:prstGeom prst="rect">
              <a:avLst/>
            </a:prstGeom>
            <a:noFill/>
            <a:ln w="12700" cap="flat" cmpd="sng">
              <a:solidFill>
                <a:schemeClr val="tx1"/>
              </a:solidFill>
              <a:prstDash val="solid"/>
              <a:miter/>
              <a:headEnd type="none" w="med" len="med"/>
              <a:tailEnd type="none" w="med" len="med"/>
            </a:ln>
          </p:spPr>
          <p:txBody>
            <a:bodyPr anchor="t"/>
            <a:p>
              <a:pPr lvl="0" algn="ctr">
                <a:lnSpc>
                  <a:spcPct val="140000"/>
                </a:lnSpc>
                <a:spcBef>
                  <a:spcPct val="100000"/>
                </a:spcBef>
                <a:spcAft>
                  <a:spcPct val="80000"/>
                </a:spcAft>
                <a:buClr>
                  <a:srgbClr val="000000"/>
                </a:buClr>
              </a:pPr>
              <a:r>
                <a:rPr lang="zh-CN" altLang="en-US" sz="1600" b="1">
                  <a:solidFill>
                    <a:schemeClr val="tx1"/>
                  </a:solidFill>
                  <a:latin typeface="Times New Roman" panose="02020603050405020304" charset="0"/>
                  <a:ea typeface="宋体" panose="02010600030101010101" pitchFamily="2" charset="-122"/>
                </a:rPr>
                <a:t>输出设备</a:t>
              </a:r>
              <a:endParaRPr lang="zh-CN" altLang="en-US" sz="1600" b="1">
                <a:solidFill>
                  <a:schemeClr val="tx1"/>
                </a:solidFill>
                <a:latin typeface="Times New Roman" panose="02020603050405020304" charset="0"/>
                <a:ea typeface="宋体" panose="02010600030101010101" pitchFamily="2" charset="-122"/>
              </a:endParaRPr>
            </a:p>
          </p:txBody>
        </p:sp>
        <p:sp>
          <p:nvSpPr>
            <p:cNvPr id="30725" name="文本框 25605"/>
            <p:cNvSpPr txBox="1"/>
            <p:nvPr/>
          </p:nvSpPr>
          <p:spPr>
            <a:xfrm>
              <a:off x="1168" y="905"/>
              <a:ext cx="710" cy="329"/>
            </a:xfrm>
            <a:prstGeom prst="rect">
              <a:avLst/>
            </a:prstGeom>
            <a:noFill/>
            <a:ln w="12700" cap="flat" cmpd="sng">
              <a:solidFill>
                <a:schemeClr val="tx1"/>
              </a:solidFill>
              <a:prstDash val="solid"/>
              <a:miter/>
              <a:headEnd type="none" w="med" len="med"/>
              <a:tailEnd type="none" w="med" len="med"/>
            </a:ln>
          </p:spPr>
          <p:txBody>
            <a:bodyPr anchor="t"/>
            <a:p>
              <a:pPr lvl="0" algn="ctr">
                <a:lnSpc>
                  <a:spcPct val="140000"/>
                </a:lnSpc>
                <a:spcBef>
                  <a:spcPct val="100000"/>
                </a:spcBef>
                <a:spcAft>
                  <a:spcPct val="80000"/>
                </a:spcAft>
                <a:buClr>
                  <a:srgbClr val="000000"/>
                </a:buClr>
              </a:pPr>
              <a:r>
                <a:rPr lang="en-US" altLang="zh-CN" sz="1600" b="1">
                  <a:solidFill>
                    <a:schemeClr val="tx1"/>
                  </a:solidFill>
                  <a:latin typeface="Times New Roman" panose="02020603050405020304" charset="0"/>
                  <a:ea typeface="宋体" panose="02010600030101010101" pitchFamily="2" charset="-122"/>
                </a:rPr>
                <a:t>BUF</a:t>
              </a:r>
              <a:r>
                <a:rPr lang="en-US" altLang="zh-CN" sz="1600" b="1" baseline="-25000">
                  <a:solidFill>
                    <a:schemeClr val="tx1"/>
                  </a:solidFill>
                  <a:latin typeface="Times New Roman" panose="02020603050405020304" charset="0"/>
                  <a:ea typeface="宋体" panose="02010600030101010101" pitchFamily="2" charset="-122"/>
                </a:rPr>
                <a:t>1</a:t>
              </a:r>
              <a:endParaRPr lang="en-US" altLang="zh-CN" sz="1600" b="1" baseline="-25000">
                <a:solidFill>
                  <a:schemeClr val="tx1"/>
                </a:solidFill>
                <a:latin typeface="Times New Roman" panose="02020603050405020304" charset="0"/>
                <a:ea typeface="宋体" panose="02010600030101010101" pitchFamily="2" charset="-122"/>
              </a:endParaRPr>
            </a:p>
          </p:txBody>
        </p:sp>
        <p:grpSp>
          <p:nvGrpSpPr>
            <p:cNvPr id="30726" name="组合 25606"/>
            <p:cNvGrpSpPr/>
            <p:nvPr/>
          </p:nvGrpSpPr>
          <p:grpSpPr>
            <a:xfrm>
              <a:off x="0" y="819"/>
              <a:ext cx="729" cy="1670"/>
              <a:chOff x="0" y="0"/>
              <a:chExt cx="792" cy="1842"/>
            </a:xfrm>
          </p:grpSpPr>
          <p:sp>
            <p:nvSpPr>
              <p:cNvPr id="30727" name="文本框 25607"/>
              <p:cNvSpPr txBox="1"/>
              <p:nvPr/>
            </p:nvSpPr>
            <p:spPr>
              <a:xfrm>
                <a:off x="0" y="0"/>
                <a:ext cx="771" cy="1496"/>
              </a:xfrm>
              <a:prstGeom prst="rect">
                <a:avLst/>
              </a:prstGeom>
              <a:noFill/>
              <a:ln w="12700" cap="flat" cmpd="sng">
                <a:solidFill>
                  <a:schemeClr val="tx1"/>
                </a:solidFill>
                <a:prstDash val="solid"/>
                <a:miter/>
                <a:headEnd type="none" w="med" len="med"/>
                <a:tailEnd type="none" w="med" len="med"/>
              </a:ln>
            </p:spPr>
            <p:txBody>
              <a:bodyPr anchor="t"/>
              <a:p>
                <a:pPr lvl="0" algn="ctr">
                  <a:lnSpc>
                    <a:spcPct val="140000"/>
                  </a:lnSpc>
                  <a:spcBef>
                    <a:spcPct val="100000"/>
                  </a:spcBef>
                  <a:spcAft>
                    <a:spcPct val="80000"/>
                  </a:spcAft>
                  <a:buClr>
                    <a:srgbClr val="000000"/>
                  </a:buClr>
                </a:pPr>
                <a:endParaRPr sz="1600" b="1">
                  <a:solidFill>
                    <a:schemeClr val="tx1"/>
                  </a:solidFill>
                  <a:latin typeface="Times New Roman" panose="02020603050405020304" charset="0"/>
                  <a:ea typeface="宋体" panose="02010600030101010101" pitchFamily="2" charset="-122"/>
                </a:endParaRPr>
              </a:p>
            </p:txBody>
          </p:sp>
          <p:sp>
            <p:nvSpPr>
              <p:cNvPr id="30728" name="文本框 25608"/>
              <p:cNvSpPr txBox="1"/>
              <p:nvPr/>
            </p:nvSpPr>
            <p:spPr>
              <a:xfrm>
                <a:off x="21" y="1479"/>
                <a:ext cx="771" cy="363"/>
              </a:xfrm>
              <a:prstGeom prst="rect">
                <a:avLst/>
              </a:prstGeom>
              <a:noFill/>
              <a:ln w="9525">
                <a:noFill/>
                <a:miter/>
              </a:ln>
            </p:spPr>
            <p:txBody>
              <a:bodyPr anchor="t"/>
              <a:p>
                <a:pPr lvl="0" algn="ctr">
                  <a:lnSpc>
                    <a:spcPct val="140000"/>
                  </a:lnSpc>
                  <a:spcBef>
                    <a:spcPct val="100000"/>
                  </a:spcBef>
                  <a:spcAft>
                    <a:spcPct val="80000"/>
                  </a:spcAft>
                  <a:buClr>
                    <a:srgbClr val="000000"/>
                  </a:buClr>
                </a:pPr>
                <a:r>
                  <a:rPr lang="zh-CN" altLang="en-US" sz="1600" b="1">
                    <a:solidFill>
                      <a:schemeClr val="tx1"/>
                    </a:solidFill>
                    <a:latin typeface="Times New Roman" panose="02020603050405020304" charset="0"/>
                    <a:ea typeface="宋体" panose="02010600030101010101" pitchFamily="2" charset="-122"/>
                  </a:rPr>
                  <a:t>进程</a:t>
                </a:r>
                <a:endParaRPr lang="zh-CN" altLang="en-US" sz="1600" b="1">
                  <a:solidFill>
                    <a:schemeClr val="tx1"/>
                  </a:solidFill>
                  <a:latin typeface="Times New Roman" panose="02020603050405020304" charset="0"/>
                  <a:ea typeface="宋体" panose="02010600030101010101" pitchFamily="2" charset="-122"/>
                </a:endParaRPr>
              </a:p>
            </p:txBody>
          </p:sp>
          <p:sp>
            <p:nvSpPr>
              <p:cNvPr id="30729" name="文本框 25609"/>
              <p:cNvSpPr txBox="1"/>
              <p:nvPr/>
            </p:nvSpPr>
            <p:spPr>
              <a:xfrm>
                <a:off x="183" y="136"/>
                <a:ext cx="408" cy="363"/>
              </a:xfrm>
              <a:prstGeom prst="rect">
                <a:avLst/>
              </a:prstGeom>
              <a:noFill/>
              <a:ln w="9525">
                <a:noFill/>
                <a:miter/>
              </a:ln>
            </p:spPr>
            <p:txBody>
              <a:bodyPr anchor="t"/>
              <a:p>
                <a:pPr lvl="0" algn="ctr">
                  <a:lnSpc>
                    <a:spcPct val="140000"/>
                  </a:lnSpc>
                  <a:spcBef>
                    <a:spcPct val="100000"/>
                  </a:spcBef>
                  <a:spcAft>
                    <a:spcPct val="80000"/>
                  </a:spcAft>
                  <a:buClr>
                    <a:srgbClr val="000000"/>
                  </a:buClr>
                </a:pPr>
                <a:endParaRPr lang="en-US" altLang="zh-CN" sz="1600" b="1">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30730" name="文本框 25610"/>
              <p:cNvSpPr txBox="1"/>
              <p:nvPr/>
            </p:nvSpPr>
            <p:spPr>
              <a:xfrm>
                <a:off x="181" y="408"/>
                <a:ext cx="408" cy="363"/>
              </a:xfrm>
              <a:prstGeom prst="rect">
                <a:avLst/>
              </a:prstGeom>
              <a:noFill/>
              <a:ln w="9525">
                <a:noFill/>
                <a:miter/>
              </a:ln>
            </p:spPr>
            <p:txBody>
              <a:bodyPr anchor="t"/>
              <a:p>
                <a:pPr lvl="0" algn="ctr">
                  <a:lnSpc>
                    <a:spcPct val="140000"/>
                  </a:lnSpc>
                  <a:spcBef>
                    <a:spcPct val="100000"/>
                  </a:spcBef>
                  <a:spcAft>
                    <a:spcPct val="80000"/>
                  </a:spcAft>
                  <a:buClr>
                    <a:srgbClr val="000000"/>
                  </a:buClr>
                </a:pPr>
                <a:endParaRPr lang="en-US" altLang="zh-CN" sz="1600" b="1">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grpSp>
        <p:sp>
          <p:nvSpPr>
            <p:cNvPr id="30731" name="文本框 25611"/>
            <p:cNvSpPr txBox="1"/>
            <p:nvPr/>
          </p:nvSpPr>
          <p:spPr>
            <a:xfrm>
              <a:off x="835" y="1242"/>
              <a:ext cx="334" cy="212"/>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黑体" panose="02010609060101010101" pitchFamily="2" charset="-122"/>
                  <a:ea typeface="黑体" panose="02010609060101010101" pitchFamily="2" charset="-122"/>
                </a:rPr>
                <a:t>①</a:t>
              </a:r>
              <a:endParaRPr lang="en-US" altLang="zh-CN" sz="1600">
                <a:solidFill>
                  <a:schemeClr val="tx1"/>
                </a:solidFill>
                <a:latin typeface="黑体" panose="02010609060101010101" pitchFamily="2" charset="-122"/>
                <a:ea typeface="黑体" panose="02010609060101010101" pitchFamily="2" charset="-122"/>
              </a:endParaRPr>
            </a:p>
          </p:txBody>
        </p:sp>
        <p:sp>
          <p:nvSpPr>
            <p:cNvPr id="30732" name="文本框 25612"/>
            <p:cNvSpPr txBox="1"/>
            <p:nvPr/>
          </p:nvSpPr>
          <p:spPr>
            <a:xfrm>
              <a:off x="1252" y="493"/>
              <a:ext cx="334" cy="212"/>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黑体" panose="02010609060101010101" pitchFamily="2" charset="-122"/>
                  <a:ea typeface="黑体" panose="02010609060101010101" pitchFamily="2" charset="-122"/>
                </a:rPr>
                <a:t>②</a:t>
              </a:r>
              <a:endParaRPr lang="en-US" altLang="zh-CN" sz="1600">
                <a:solidFill>
                  <a:schemeClr val="tx1"/>
                </a:solidFill>
                <a:latin typeface="黑体" panose="02010609060101010101" pitchFamily="2" charset="-122"/>
                <a:ea typeface="黑体" panose="02010609060101010101" pitchFamily="2" charset="-122"/>
              </a:endParaRPr>
            </a:p>
          </p:txBody>
        </p:sp>
        <p:sp>
          <p:nvSpPr>
            <p:cNvPr id="30733" name="文本框 25613"/>
            <p:cNvSpPr txBox="1"/>
            <p:nvPr/>
          </p:nvSpPr>
          <p:spPr>
            <a:xfrm>
              <a:off x="1545" y="1317"/>
              <a:ext cx="334" cy="212"/>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黑体" panose="02010609060101010101" pitchFamily="2" charset="-122"/>
                  <a:ea typeface="黑体" panose="02010609060101010101" pitchFamily="2" charset="-122"/>
                </a:rPr>
                <a:t>③</a:t>
              </a:r>
              <a:endParaRPr lang="en-US" altLang="zh-CN" sz="1600">
                <a:solidFill>
                  <a:schemeClr val="tx1"/>
                </a:solidFill>
                <a:latin typeface="黑体" panose="02010609060101010101" pitchFamily="2" charset="-122"/>
                <a:ea typeface="黑体" panose="02010609060101010101" pitchFamily="2" charset="-122"/>
              </a:endParaRPr>
            </a:p>
          </p:txBody>
        </p:sp>
        <p:sp>
          <p:nvSpPr>
            <p:cNvPr id="30734" name="文本框 25614"/>
            <p:cNvSpPr txBox="1"/>
            <p:nvPr/>
          </p:nvSpPr>
          <p:spPr>
            <a:xfrm>
              <a:off x="2337" y="905"/>
              <a:ext cx="709" cy="329"/>
            </a:xfrm>
            <a:prstGeom prst="rect">
              <a:avLst/>
            </a:prstGeom>
            <a:noFill/>
            <a:ln w="12700" cap="flat" cmpd="sng">
              <a:solidFill>
                <a:schemeClr val="tx1"/>
              </a:solidFill>
              <a:prstDash val="solid"/>
              <a:miter/>
              <a:headEnd type="none" w="med" len="med"/>
              <a:tailEnd type="none" w="med" len="med"/>
            </a:ln>
          </p:spPr>
          <p:txBody>
            <a:bodyPr anchor="t"/>
            <a:p>
              <a:pPr lvl="0" algn="ctr">
                <a:lnSpc>
                  <a:spcPct val="140000"/>
                </a:lnSpc>
                <a:spcBef>
                  <a:spcPct val="100000"/>
                </a:spcBef>
                <a:spcAft>
                  <a:spcPct val="80000"/>
                </a:spcAft>
                <a:buClr>
                  <a:srgbClr val="000000"/>
                </a:buClr>
              </a:pPr>
              <a:r>
                <a:rPr lang="en-US" altLang="zh-CN" sz="1600" b="1">
                  <a:solidFill>
                    <a:schemeClr val="tx1"/>
                  </a:solidFill>
                  <a:latin typeface="Times New Roman" panose="02020603050405020304" charset="0"/>
                  <a:ea typeface="宋体" panose="02010600030101010101" pitchFamily="2" charset="-122"/>
                </a:rPr>
                <a:t>BUF</a:t>
              </a:r>
              <a:r>
                <a:rPr lang="en-US" altLang="zh-CN" sz="1600" b="1" baseline="-25000">
                  <a:solidFill>
                    <a:schemeClr val="tx1"/>
                  </a:solidFill>
                  <a:latin typeface="Times New Roman" panose="02020603050405020304" charset="0"/>
                  <a:ea typeface="宋体" panose="02010600030101010101" pitchFamily="2" charset="-122"/>
                </a:rPr>
                <a:t>2</a:t>
              </a:r>
              <a:endParaRPr lang="en-US" altLang="zh-CN" sz="1600" b="1" baseline="-25000">
                <a:solidFill>
                  <a:schemeClr val="tx1"/>
                </a:solidFill>
                <a:latin typeface="Times New Roman" panose="02020603050405020304" charset="0"/>
                <a:ea typeface="宋体" panose="02010600030101010101" pitchFamily="2" charset="-122"/>
              </a:endParaRPr>
            </a:p>
          </p:txBody>
        </p:sp>
        <p:sp>
          <p:nvSpPr>
            <p:cNvPr id="30735" name="文本框 25615"/>
            <p:cNvSpPr txBox="1"/>
            <p:nvPr/>
          </p:nvSpPr>
          <p:spPr>
            <a:xfrm>
              <a:off x="1878" y="1769"/>
              <a:ext cx="334" cy="212"/>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黑体" panose="02010609060101010101" pitchFamily="2" charset="-122"/>
                  <a:ea typeface="黑体" panose="02010609060101010101" pitchFamily="2" charset="-122"/>
                </a:rPr>
                <a:t>②</a:t>
              </a:r>
              <a:endParaRPr lang="en-US" altLang="zh-CN" sz="1600">
                <a:solidFill>
                  <a:schemeClr val="tx1"/>
                </a:solidFill>
                <a:latin typeface="黑体" panose="02010609060101010101" pitchFamily="2" charset="-122"/>
                <a:ea typeface="黑体" panose="02010609060101010101" pitchFamily="2" charset="-122"/>
              </a:endParaRPr>
            </a:p>
          </p:txBody>
        </p:sp>
        <p:sp>
          <p:nvSpPr>
            <p:cNvPr id="30736" name="文本框 25616"/>
            <p:cNvSpPr txBox="1"/>
            <p:nvPr/>
          </p:nvSpPr>
          <p:spPr>
            <a:xfrm>
              <a:off x="2434" y="493"/>
              <a:ext cx="334" cy="212"/>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黑体" panose="02010609060101010101" pitchFamily="2" charset="-122"/>
                  <a:ea typeface="黑体" panose="02010609060101010101" pitchFamily="2" charset="-122"/>
                </a:rPr>
                <a:t>③</a:t>
              </a:r>
              <a:endParaRPr lang="en-US" altLang="zh-CN" sz="1600">
                <a:solidFill>
                  <a:schemeClr val="tx1"/>
                </a:solidFill>
                <a:latin typeface="黑体" panose="02010609060101010101" pitchFamily="2" charset="-122"/>
                <a:ea typeface="黑体" panose="02010609060101010101" pitchFamily="2" charset="-122"/>
              </a:endParaRPr>
            </a:p>
          </p:txBody>
        </p:sp>
        <p:grpSp>
          <p:nvGrpSpPr>
            <p:cNvPr id="30737" name="组合 25617"/>
            <p:cNvGrpSpPr/>
            <p:nvPr/>
          </p:nvGrpSpPr>
          <p:grpSpPr>
            <a:xfrm>
              <a:off x="709" y="1234"/>
              <a:ext cx="796" cy="247"/>
              <a:chOff x="0" y="0"/>
              <a:chExt cx="865" cy="272"/>
            </a:xfrm>
          </p:grpSpPr>
          <p:sp>
            <p:nvSpPr>
              <p:cNvPr id="30738" name="直接连接符 25618"/>
              <p:cNvSpPr/>
              <p:nvPr/>
            </p:nvSpPr>
            <p:spPr>
              <a:xfrm>
                <a:off x="0" y="272"/>
                <a:ext cx="862" cy="0"/>
              </a:xfrm>
              <a:prstGeom prst="line">
                <a:avLst/>
              </a:prstGeom>
              <a:ln w="1905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0739" name="直接连接符 25619"/>
              <p:cNvSpPr/>
              <p:nvPr/>
            </p:nvSpPr>
            <p:spPr>
              <a:xfrm flipV="1">
                <a:off x="865" y="0"/>
                <a:ext cx="0" cy="272"/>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30740" name="直接连接符 25620"/>
            <p:cNvSpPr/>
            <p:nvPr/>
          </p:nvSpPr>
          <p:spPr>
            <a:xfrm flipV="1">
              <a:off x="1420" y="412"/>
              <a:ext cx="333" cy="493"/>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0741" name="直接连接符 25621"/>
            <p:cNvSpPr/>
            <p:nvPr/>
          </p:nvSpPr>
          <p:spPr>
            <a:xfrm flipH="1" flipV="1">
              <a:off x="2212" y="412"/>
              <a:ext cx="459" cy="493"/>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nvGrpSpPr>
            <p:cNvPr id="30742" name="组合 25622"/>
            <p:cNvGrpSpPr/>
            <p:nvPr/>
          </p:nvGrpSpPr>
          <p:grpSpPr>
            <a:xfrm>
              <a:off x="698" y="1225"/>
              <a:ext cx="1963" cy="535"/>
              <a:chOff x="0" y="0"/>
              <a:chExt cx="2133" cy="590"/>
            </a:xfrm>
          </p:grpSpPr>
          <p:sp>
            <p:nvSpPr>
              <p:cNvPr id="30743" name="直接连接符 25623"/>
              <p:cNvSpPr/>
              <p:nvPr/>
            </p:nvSpPr>
            <p:spPr>
              <a:xfrm>
                <a:off x="0" y="590"/>
                <a:ext cx="2132" cy="0"/>
              </a:xfrm>
              <a:prstGeom prst="line">
                <a:avLst/>
              </a:prstGeom>
              <a:ln w="1905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0744" name="直接连接符 25624"/>
              <p:cNvSpPr/>
              <p:nvPr/>
            </p:nvSpPr>
            <p:spPr>
              <a:xfrm flipV="1">
                <a:off x="2133" y="0"/>
                <a:ext cx="0" cy="590"/>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grpSp>
      <p:sp>
        <p:nvSpPr>
          <p:cNvPr id="25626" name="文本框 25625"/>
          <p:cNvSpPr txBox="1"/>
          <p:nvPr/>
        </p:nvSpPr>
        <p:spPr>
          <a:xfrm>
            <a:off x="3141663" y="5548313"/>
            <a:ext cx="2520950" cy="336550"/>
          </a:xfrm>
          <a:prstGeom prst="rect">
            <a:avLst/>
          </a:prstGeom>
          <a:noFill/>
          <a:ln w="9525">
            <a:noFill/>
            <a:miter/>
          </a:ln>
        </p:spPr>
        <p:txBody>
          <a:bodyPr anchor="t">
            <a:spAutoFit/>
          </a:bodyPr>
          <a:p>
            <a:pPr lvl="0">
              <a:spcBef>
                <a:spcPct val="30000"/>
              </a:spcBef>
              <a:buClr>
                <a:srgbClr val="000000"/>
              </a:buClr>
            </a:pPr>
            <a:r>
              <a:rPr lang="zh-CN" altLang="en-US" sz="1600">
                <a:solidFill>
                  <a:schemeClr val="tx1"/>
                </a:solidFill>
                <a:latin typeface="Times New Roman" panose="02020603050405020304" charset="0"/>
                <a:ea typeface="宋体" panose="02010600030101010101" pitchFamily="2" charset="-122"/>
              </a:rPr>
              <a:t>双缓冲输出数据的操作</a:t>
            </a:r>
            <a:endParaRPr lang="zh-CN" altLang="en-US" sz="1600">
              <a:solidFill>
                <a:schemeClr val="tx1"/>
              </a:solidFill>
              <a:latin typeface="Times New Roman" panose="02020603050405020304" charset="0"/>
              <a:ea typeface="宋体" panose="02010600030101010101" pitchFamily="2" charset="-122"/>
            </a:endParaRPr>
          </a:p>
        </p:txBody>
      </p:sp>
      <p:sp>
        <p:nvSpPr>
          <p:cNvPr id="25627" name="矩形 25626"/>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缓冲技术</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25603" grpId="0" build="p"/>
      <p:bldP spid="2562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文本框 2662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19</a:t>
            </a:r>
            <a:endParaRPr lang="en-US" altLang="zh-CN" sz="1400">
              <a:solidFill>
                <a:schemeClr val="tx2"/>
              </a:solidFill>
              <a:latin typeface="Times New Roman" panose="02020603050405020304" charset="0"/>
              <a:ea typeface="宋体" panose="02010600030101010101" pitchFamily="2" charset="-122"/>
            </a:endParaRPr>
          </a:p>
        </p:txBody>
      </p:sp>
      <p:sp>
        <p:nvSpPr>
          <p:cNvPr id="26627" name="矩形 26626"/>
          <p:cNvSpPr/>
          <p:nvPr/>
        </p:nvSpPr>
        <p:spPr>
          <a:xfrm>
            <a:off x="114300" y="730250"/>
            <a:ext cx="8440738" cy="6048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buNone/>
            </a:pPr>
            <a:r>
              <a:rPr lang="en-US" altLang="zh-CN" b="1" strike="noStrike" noProof="1">
                <a:solidFill>
                  <a:srgbClr val="A50021"/>
                </a:solidFill>
                <a:latin typeface="Times New Roman" panose="02020603050405020304" charset="0"/>
                <a:ea typeface="宋体" panose="02010600030101010101" pitchFamily="2" charset="-122"/>
                <a:cs typeface="+mn-cs"/>
              </a:rPr>
              <a:t>(4) </a:t>
            </a:r>
            <a:r>
              <a:rPr lang="zh-CN" altLang="en-US" b="1" strike="noStrike" noProof="1">
                <a:solidFill>
                  <a:srgbClr val="A50021"/>
                </a:solidFill>
                <a:latin typeface="Times New Roman" panose="02020603050405020304" charset="0"/>
                <a:ea typeface="宋体" panose="02010600030101010101" pitchFamily="2" charset="-122"/>
                <a:cs typeface="+mn-cs"/>
              </a:rPr>
              <a:t>双缓冲同时用于输入</a:t>
            </a:r>
            <a:r>
              <a:rPr lang="en-US" altLang="zh-CN" b="1" strike="noStrike" noProof="1">
                <a:solidFill>
                  <a:srgbClr val="A50021"/>
                </a:solidFill>
                <a:latin typeface="Times New Roman" panose="02020603050405020304" charset="0"/>
                <a:ea typeface="宋体" panose="02010600030101010101" pitchFamily="2" charset="-122"/>
                <a:cs typeface="+mn-cs"/>
              </a:rPr>
              <a:t>/</a:t>
            </a:r>
            <a:r>
              <a:rPr lang="zh-CN" altLang="en-US" b="1" strike="noStrike" noProof="1">
                <a:solidFill>
                  <a:srgbClr val="A50021"/>
                </a:solidFill>
                <a:latin typeface="Times New Roman" panose="02020603050405020304" charset="0"/>
                <a:ea typeface="宋体" panose="02010600030101010101" pitchFamily="2" charset="-122"/>
                <a:cs typeface="+mn-cs"/>
              </a:rPr>
              <a:t>输出数据的操作</a:t>
            </a:r>
            <a:endParaRPr lang="zh-CN" altLang="en-US" b="1" strike="noStrike" noProof="1">
              <a:solidFill>
                <a:srgbClr val="A50021"/>
              </a:solidFill>
              <a:latin typeface="Times New Roman" panose="02020603050405020304" charset="0"/>
              <a:ea typeface="宋体" panose="02010600030101010101" pitchFamily="2" charset="-122"/>
            </a:endParaRPr>
          </a:p>
        </p:txBody>
      </p:sp>
      <p:grpSp>
        <p:nvGrpSpPr>
          <p:cNvPr id="26628" name="组合 26627"/>
          <p:cNvGrpSpPr/>
          <p:nvPr/>
        </p:nvGrpSpPr>
        <p:grpSpPr>
          <a:xfrm>
            <a:off x="1966913" y="1628775"/>
            <a:ext cx="4621212" cy="2782888"/>
            <a:chOff x="0" y="0"/>
            <a:chExt cx="2911" cy="1753"/>
          </a:xfrm>
        </p:grpSpPr>
        <p:sp>
          <p:nvSpPr>
            <p:cNvPr id="31748" name="文本框 26628"/>
            <p:cNvSpPr txBox="1"/>
            <p:nvPr/>
          </p:nvSpPr>
          <p:spPr>
            <a:xfrm>
              <a:off x="97" y="19"/>
              <a:ext cx="813" cy="410"/>
            </a:xfrm>
            <a:prstGeom prst="rect">
              <a:avLst/>
            </a:prstGeom>
            <a:noFill/>
            <a:ln w="12700" cap="flat" cmpd="sng">
              <a:solidFill>
                <a:schemeClr val="tx1"/>
              </a:solidFill>
              <a:prstDash val="solid"/>
              <a:miter/>
              <a:headEnd type="none" w="med" len="med"/>
              <a:tailEnd type="none" w="med" len="med"/>
            </a:ln>
          </p:spPr>
          <p:txBody>
            <a:bodyPr anchor="t"/>
            <a:p>
              <a:pPr lvl="0" algn="ctr">
                <a:lnSpc>
                  <a:spcPct val="140000"/>
                </a:lnSpc>
                <a:spcBef>
                  <a:spcPct val="100000"/>
                </a:spcBef>
                <a:spcAft>
                  <a:spcPct val="80000"/>
                </a:spcAft>
                <a:buClr>
                  <a:srgbClr val="000000"/>
                </a:buClr>
              </a:pPr>
              <a:r>
                <a:rPr lang="zh-CN" altLang="en-US" sz="1600" b="1">
                  <a:solidFill>
                    <a:schemeClr val="tx1"/>
                  </a:solidFill>
                  <a:latin typeface="Times New Roman" panose="02020603050405020304" charset="0"/>
                  <a:ea typeface="宋体" panose="02010600030101010101" pitchFamily="2" charset="-122"/>
                </a:rPr>
                <a:t>输入设备</a:t>
              </a:r>
              <a:endParaRPr lang="zh-CN" altLang="en-US" sz="1600" b="1">
                <a:solidFill>
                  <a:schemeClr val="tx1"/>
                </a:solidFill>
                <a:latin typeface="Times New Roman" panose="02020603050405020304" charset="0"/>
                <a:ea typeface="宋体" panose="02010600030101010101" pitchFamily="2" charset="-122"/>
              </a:endParaRPr>
            </a:p>
          </p:txBody>
        </p:sp>
        <p:sp>
          <p:nvSpPr>
            <p:cNvPr id="31749" name="文本框 26629"/>
            <p:cNvSpPr txBox="1"/>
            <p:nvPr/>
          </p:nvSpPr>
          <p:spPr>
            <a:xfrm>
              <a:off x="170" y="965"/>
              <a:ext cx="727" cy="328"/>
            </a:xfrm>
            <a:prstGeom prst="rect">
              <a:avLst/>
            </a:prstGeom>
            <a:noFill/>
            <a:ln w="12700" cap="flat" cmpd="sng">
              <a:solidFill>
                <a:schemeClr val="tx1"/>
              </a:solidFill>
              <a:prstDash val="solid"/>
              <a:miter/>
              <a:headEnd type="none" w="med" len="med"/>
              <a:tailEnd type="none" w="med" len="med"/>
            </a:ln>
          </p:spPr>
          <p:txBody>
            <a:bodyPr anchor="t"/>
            <a:p>
              <a:pPr lvl="0" algn="ctr">
                <a:lnSpc>
                  <a:spcPct val="140000"/>
                </a:lnSpc>
                <a:spcBef>
                  <a:spcPct val="100000"/>
                </a:spcBef>
                <a:spcAft>
                  <a:spcPct val="80000"/>
                </a:spcAft>
                <a:buClr>
                  <a:srgbClr val="000000"/>
                </a:buClr>
              </a:pPr>
              <a:r>
                <a:rPr lang="en-US" altLang="zh-CN" sz="1600" b="1">
                  <a:solidFill>
                    <a:schemeClr val="tx1"/>
                  </a:solidFill>
                  <a:latin typeface="Times New Roman" panose="02020603050405020304" charset="0"/>
                  <a:ea typeface="宋体" panose="02010600030101010101" pitchFamily="2" charset="-122"/>
                </a:rPr>
                <a:t>BUF</a:t>
              </a:r>
              <a:r>
                <a:rPr lang="en-US" altLang="zh-CN" sz="1600" b="1" baseline="-25000">
                  <a:solidFill>
                    <a:schemeClr val="tx1"/>
                  </a:solidFill>
                  <a:latin typeface="Times New Roman" panose="02020603050405020304" charset="0"/>
                  <a:ea typeface="宋体" panose="02010600030101010101" pitchFamily="2" charset="-122"/>
                </a:rPr>
                <a:t>1</a:t>
              </a:r>
              <a:endParaRPr lang="en-US" altLang="zh-CN" sz="1600" b="1" baseline="-25000">
                <a:solidFill>
                  <a:schemeClr val="tx1"/>
                </a:solidFill>
                <a:latin typeface="Times New Roman" panose="02020603050405020304" charset="0"/>
                <a:ea typeface="宋体" panose="02010600030101010101" pitchFamily="2" charset="-122"/>
              </a:endParaRPr>
            </a:p>
          </p:txBody>
        </p:sp>
        <p:sp>
          <p:nvSpPr>
            <p:cNvPr id="31750" name="文本框 26630"/>
            <p:cNvSpPr txBox="1"/>
            <p:nvPr/>
          </p:nvSpPr>
          <p:spPr>
            <a:xfrm>
              <a:off x="0" y="553"/>
              <a:ext cx="343" cy="212"/>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黑体" panose="02010609060101010101" pitchFamily="2" charset="-122"/>
                  <a:ea typeface="黑体" panose="02010609060101010101" pitchFamily="2" charset="-122"/>
                </a:rPr>
                <a:t>①</a:t>
              </a:r>
              <a:endParaRPr lang="en-US" altLang="zh-CN" sz="1600">
                <a:solidFill>
                  <a:schemeClr val="tx1"/>
                </a:solidFill>
                <a:latin typeface="黑体" panose="02010609060101010101" pitchFamily="2" charset="-122"/>
                <a:ea typeface="黑体" panose="02010609060101010101" pitchFamily="2" charset="-122"/>
              </a:endParaRPr>
            </a:p>
          </p:txBody>
        </p:sp>
        <p:sp>
          <p:nvSpPr>
            <p:cNvPr id="31751" name="文本框 26631"/>
            <p:cNvSpPr txBox="1"/>
            <p:nvPr/>
          </p:nvSpPr>
          <p:spPr>
            <a:xfrm>
              <a:off x="1101" y="657"/>
              <a:ext cx="343" cy="212"/>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黑体" panose="02010609060101010101" pitchFamily="2" charset="-122"/>
                  <a:ea typeface="黑体" panose="02010609060101010101" pitchFamily="2" charset="-122"/>
                </a:rPr>
                <a:t>②</a:t>
              </a:r>
              <a:endParaRPr lang="en-US" altLang="zh-CN" sz="1600">
                <a:solidFill>
                  <a:schemeClr val="tx1"/>
                </a:solidFill>
                <a:latin typeface="黑体" panose="02010609060101010101" pitchFamily="2" charset="-122"/>
                <a:ea typeface="黑体" panose="02010609060101010101" pitchFamily="2" charset="-122"/>
              </a:endParaRPr>
            </a:p>
          </p:txBody>
        </p:sp>
        <p:sp>
          <p:nvSpPr>
            <p:cNvPr id="31752" name="文本框 26632"/>
            <p:cNvSpPr txBox="1"/>
            <p:nvPr/>
          </p:nvSpPr>
          <p:spPr>
            <a:xfrm>
              <a:off x="300" y="684"/>
              <a:ext cx="343" cy="212"/>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黑体" panose="02010609060101010101" pitchFamily="2" charset="-122"/>
                  <a:ea typeface="黑体" panose="02010609060101010101" pitchFamily="2" charset="-122"/>
                </a:rPr>
                <a:t>③</a:t>
              </a:r>
              <a:endParaRPr lang="en-US" altLang="zh-CN" sz="1600">
                <a:solidFill>
                  <a:schemeClr val="tx1"/>
                </a:solidFill>
                <a:latin typeface="黑体" panose="02010609060101010101" pitchFamily="2" charset="-122"/>
                <a:ea typeface="黑体" panose="02010609060101010101" pitchFamily="2" charset="-122"/>
              </a:endParaRPr>
            </a:p>
          </p:txBody>
        </p:sp>
        <p:sp>
          <p:nvSpPr>
            <p:cNvPr id="31753" name="文本框 26633"/>
            <p:cNvSpPr txBox="1"/>
            <p:nvPr/>
          </p:nvSpPr>
          <p:spPr>
            <a:xfrm>
              <a:off x="1572" y="965"/>
              <a:ext cx="728" cy="328"/>
            </a:xfrm>
            <a:prstGeom prst="rect">
              <a:avLst/>
            </a:prstGeom>
            <a:noFill/>
            <a:ln w="12700" cap="flat" cmpd="sng">
              <a:solidFill>
                <a:schemeClr val="tx1"/>
              </a:solidFill>
              <a:prstDash val="solid"/>
              <a:miter/>
              <a:headEnd type="none" w="med" len="med"/>
              <a:tailEnd type="none" w="med" len="med"/>
            </a:ln>
          </p:spPr>
          <p:txBody>
            <a:bodyPr anchor="t"/>
            <a:p>
              <a:pPr lvl="0" algn="ctr">
                <a:lnSpc>
                  <a:spcPct val="140000"/>
                </a:lnSpc>
                <a:spcBef>
                  <a:spcPct val="100000"/>
                </a:spcBef>
                <a:spcAft>
                  <a:spcPct val="80000"/>
                </a:spcAft>
                <a:buClr>
                  <a:srgbClr val="000000"/>
                </a:buClr>
              </a:pPr>
              <a:r>
                <a:rPr lang="en-US" altLang="zh-CN" sz="1600" b="1">
                  <a:solidFill>
                    <a:schemeClr val="tx1"/>
                  </a:solidFill>
                  <a:latin typeface="Times New Roman" panose="02020603050405020304" charset="0"/>
                  <a:ea typeface="宋体" panose="02010600030101010101" pitchFamily="2" charset="-122"/>
                </a:rPr>
                <a:t>BUF</a:t>
              </a:r>
              <a:r>
                <a:rPr lang="en-US" altLang="zh-CN" sz="1600" b="1" baseline="-25000">
                  <a:solidFill>
                    <a:schemeClr val="tx1"/>
                  </a:solidFill>
                  <a:latin typeface="Times New Roman" panose="02020603050405020304" charset="0"/>
                  <a:ea typeface="宋体" panose="02010600030101010101" pitchFamily="2" charset="-122"/>
                </a:rPr>
                <a:t>2</a:t>
              </a:r>
              <a:endParaRPr lang="en-US" altLang="zh-CN" sz="1600" b="1" baseline="-25000">
                <a:solidFill>
                  <a:schemeClr val="tx1"/>
                </a:solidFill>
                <a:latin typeface="Times New Roman" panose="02020603050405020304" charset="0"/>
                <a:ea typeface="宋体" panose="02010600030101010101" pitchFamily="2" charset="-122"/>
              </a:endParaRPr>
            </a:p>
          </p:txBody>
        </p:sp>
        <p:sp>
          <p:nvSpPr>
            <p:cNvPr id="31754" name="文本框 26634"/>
            <p:cNvSpPr txBox="1"/>
            <p:nvPr/>
          </p:nvSpPr>
          <p:spPr>
            <a:xfrm>
              <a:off x="1413" y="1525"/>
              <a:ext cx="342" cy="213"/>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黑体" panose="02010609060101010101" pitchFamily="2" charset="-122"/>
                  <a:ea typeface="黑体" panose="02010609060101010101" pitchFamily="2" charset="-122"/>
                </a:rPr>
                <a:t>②</a:t>
              </a:r>
              <a:endParaRPr lang="en-US" altLang="zh-CN" sz="1600">
                <a:solidFill>
                  <a:schemeClr val="tx1"/>
                </a:solidFill>
                <a:latin typeface="黑体" panose="02010609060101010101" pitchFamily="2" charset="-122"/>
                <a:ea typeface="黑体" panose="02010609060101010101" pitchFamily="2" charset="-122"/>
              </a:endParaRPr>
            </a:p>
          </p:txBody>
        </p:sp>
        <p:sp>
          <p:nvSpPr>
            <p:cNvPr id="31755" name="文本框 26635"/>
            <p:cNvSpPr txBox="1"/>
            <p:nvPr/>
          </p:nvSpPr>
          <p:spPr>
            <a:xfrm>
              <a:off x="1842" y="511"/>
              <a:ext cx="342" cy="212"/>
            </a:xfrm>
            <a:prstGeom prst="rect">
              <a:avLst/>
            </a:prstGeom>
            <a:noFill/>
            <a:ln w="9525">
              <a:noFill/>
              <a:miter/>
            </a:ln>
          </p:spPr>
          <p:txBody>
            <a:bodyPr anchor="t">
              <a:spAutoFit/>
            </a:bodyPr>
            <a:p>
              <a:pPr lvl="0">
                <a:spcBef>
                  <a:spcPct val="50000"/>
                </a:spcBef>
                <a:buClr>
                  <a:srgbClr val="000000"/>
                </a:buClr>
              </a:pPr>
              <a:r>
                <a:rPr lang="en-US" altLang="zh-CN" sz="1600">
                  <a:solidFill>
                    <a:schemeClr val="tx1"/>
                  </a:solidFill>
                  <a:latin typeface="黑体" panose="02010609060101010101" pitchFamily="2" charset="-122"/>
                  <a:ea typeface="黑体" panose="02010609060101010101" pitchFamily="2" charset="-122"/>
                </a:rPr>
                <a:t>③</a:t>
              </a:r>
              <a:endParaRPr lang="en-US" altLang="zh-CN" sz="1600">
                <a:solidFill>
                  <a:schemeClr val="tx1"/>
                </a:solidFill>
                <a:latin typeface="黑体" panose="02010609060101010101" pitchFamily="2" charset="-122"/>
                <a:ea typeface="黑体" panose="02010609060101010101" pitchFamily="2" charset="-122"/>
              </a:endParaRPr>
            </a:p>
          </p:txBody>
        </p:sp>
        <p:sp>
          <p:nvSpPr>
            <p:cNvPr id="31756" name="文本框 26636"/>
            <p:cNvSpPr txBox="1"/>
            <p:nvPr/>
          </p:nvSpPr>
          <p:spPr>
            <a:xfrm>
              <a:off x="1529" y="0"/>
              <a:ext cx="812" cy="410"/>
            </a:xfrm>
            <a:prstGeom prst="rect">
              <a:avLst/>
            </a:prstGeom>
            <a:noFill/>
            <a:ln w="12700" cap="flat" cmpd="sng">
              <a:solidFill>
                <a:schemeClr val="tx1"/>
              </a:solidFill>
              <a:prstDash val="solid"/>
              <a:miter/>
              <a:headEnd type="none" w="med" len="med"/>
              <a:tailEnd type="none" w="med" len="med"/>
            </a:ln>
          </p:spPr>
          <p:txBody>
            <a:bodyPr anchor="t"/>
            <a:p>
              <a:pPr lvl="0" algn="ctr">
                <a:lnSpc>
                  <a:spcPct val="140000"/>
                </a:lnSpc>
                <a:spcBef>
                  <a:spcPct val="100000"/>
                </a:spcBef>
                <a:spcAft>
                  <a:spcPct val="80000"/>
                </a:spcAft>
                <a:buClr>
                  <a:srgbClr val="000000"/>
                </a:buClr>
              </a:pPr>
              <a:r>
                <a:rPr lang="zh-CN" altLang="en-US" sz="1600" b="1">
                  <a:solidFill>
                    <a:schemeClr val="tx1"/>
                  </a:solidFill>
                  <a:latin typeface="Times New Roman" panose="02020603050405020304" charset="0"/>
                  <a:ea typeface="宋体" panose="02010600030101010101" pitchFamily="2" charset="-122"/>
                </a:rPr>
                <a:t>输出设备</a:t>
              </a:r>
              <a:endParaRPr lang="zh-CN" altLang="en-US" sz="1600" b="1">
                <a:solidFill>
                  <a:schemeClr val="tx1"/>
                </a:solidFill>
                <a:latin typeface="Times New Roman" panose="02020603050405020304" charset="0"/>
                <a:ea typeface="宋体" panose="02010600030101010101" pitchFamily="2" charset="-122"/>
              </a:endParaRPr>
            </a:p>
          </p:txBody>
        </p:sp>
        <p:sp>
          <p:nvSpPr>
            <p:cNvPr id="31757" name="直接连接符 26637"/>
            <p:cNvSpPr/>
            <p:nvPr/>
          </p:nvSpPr>
          <p:spPr>
            <a:xfrm>
              <a:off x="300" y="430"/>
              <a:ext cx="0" cy="532"/>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1758" name="直接连接符 26638"/>
            <p:cNvSpPr/>
            <p:nvPr/>
          </p:nvSpPr>
          <p:spPr>
            <a:xfrm>
              <a:off x="728" y="430"/>
              <a:ext cx="1155" cy="532"/>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nvGrpSpPr>
            <p:cNvPr id="31759" name="组合 26639"/>
            <p:cNvGrpSpPr/>
            <p:nvPr/>
          </p:nvGrpSpPr>
          <p:grpSpPr>
            <a:xfrm>
              <a:off x="300" y="184"/>
              <a:ext cx="2611" cy="1569"/>
              <a:chOff x="0" y="0"/>
              <a:chExt cx="2767" cy="1735"/>
            </a:xfrm>
          </p:grpSpPr>
          <p:sp>
            <p:nvSpPr>
              <p:cNvPr id="31760" name="直接连接符 26640"/>
              <p:cNvSpPr/>
              <p:nvPr/>
            </p:nvSpPr>
            <p:spPr>
              <a:xfrm>
                <a:off x="0" y="1224"/>
                <a:ext cx="0" cy="499"/>
              </a:xfrm>
              <a:prstGeom prst="line">
                <a:avLst/>
              </a:prstGeom>
              <a:ln w="1905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1761" name="直接连接符 26641"/>
              <p:cNvSpPr/>
              <p:nvPr/>
            </p:nvSpPr>
            <p:spPr>
              <a:xfrm>
                <a:off x="0" y="1735"/>
                <a:ext cx="2767" cy="0"/>
              </a:xfrm>
              <a:prstGeom prst="line">
                <a:avLst/>
              </a:prstGeom>
              <a:ln w="1905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nvGrpSpPr>
              <p:cNvPr id="31762" name="组合 26642"/>
              <p:cNvGrpSpPr/>
              <p:nvPr/>
            </p:nvGrpSpPr>
            <p:grpSpPr>
              <a:xfrm>
                <a:off x="2168" y="0"/>
                <a:ext cx="589" cy="1723"/>
                <a:chOff x="0" y="0"/>
                <a:chExt cx="589" cy="1723"/>
              </a:xfrm>
            </p:grpSpPr>
            <p:sp>
              <p:nvSpPr>
                <p:cNvPr id="31763" name="直接连接符 26643"/>
                <p:cNvSpPr/>
                <p:nvPr/>
              </p:nvSpPr>
              <p:spPr>
                <a:xfrm flipV="1">
                  <a:off x="589" y="0"/>
                  <a:ext cx="0" cy="1723"/>
                </a:xfrm>
                <a:prstGeom prst="line">
                  <a:avLst/>
                </a:prstGeom>
                <a:ln w="19050"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1764" name="直接连接符 26644"/>
                <p:cNvSpPr/>
                <p:nvPr/>
              </p:nvSpPr>
              <p:spPr>
                <a:xfrm flipH="1">
                  <a:off x="0" y="0"/>
                  <a:ext cx="589" cy="0"/>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grpSp>
        <p:sp>
          <p:nvSpPr>
            <p:cNvPr id="31765" name="直接连接符 26645"/>
            <p:cNvSpPr/>
            <p:nvPr/>
          </p:nvSpPr>
          <p:spPr>
            <a:xfrm flipV="1">
              <a:off x="2147" y="393"/>
              <a:ext cx="0" cy="575"/>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26647" name="文本框 26646"/>
          <p:cNvSpPr txBox="1"/>
          <p:nvPr/>
        </p:nvSpPr>
        <p:spPr>
          <a:xfrm>
            <a:off x="2635250" y="4981575"/>
            <a:ext cx="3579813" cy="336550"/>
          </a:xfrm>
          <a:prstGeom prst="rect">
            <a:avLst/>
          </a:prstGeom>
          <a:noFill/>
          <a:ln w="9525">
            <a:noFill/>
            <a:miter/>
          </a:ln>
        </p:spPr>
        <p:txBody>
          <a:bodyPr anchor="t">
            <a:spAutoFit/>
          </a:bodyPr>
          <a:p>
            <a:pPr lvl="0">
              <a:spcBef>
                <a:spcPct val="30000"/>
              </a:spcBef>
              <a:buClr>
                <a:srgbClr val="000000"/>
              </a:buClr>
            </a:pPr>
            <a:r>
              <a:rPr lang="zh-CN" altLang="en-US" sz="1600">
                <a:solidFill>
                  <a:schemeClr val="tx1"/>
                </a:solidFill>
                <a:latin typeface="Times New Roman" panose="02020603050405020304" charset="0"/>
                <a:ea typeface="宋体" panose="02010600030101010101" pitchFamily="2" charset="-122"/>
              </a:rPr>
              <a:t>双缓冲同时用于输入</a:t>
            </a:r>
            <a:r>
              <a:rPr lang="en-US" altLang="zh-CN" sz="1600">
                <a:solidFill>
                  <a:schemeClr val="tx1"/>
                </a:solidFill>
                <a:latin typeface="宋体" panose="02010600030101010101" pitchFamily="2" charset="-122"/>
                <a:ea typeface="宋体" panose="02010600030101010101" pitchFamily="2" charset="-122"/>
              </a:rPr>
              <a:t>/</a:t>
            </a:r>
            <a:r>
              <a:rPr lang="zh-CN" altLang="en-US" sz="1600">
                <a:solidFill>
                  <a:schemeClr val="tx1"/>
                </a:solidFill>
                <a:latin typeface="宋体" panose="02010600030101010101" pitchFamily="2" charset="-122"/>
                <a:ea typeface="宋体" panose="02010600030101010101" pitchFamily="2" charset="-122"/>
              </a:rPr>
              <a:t>输出数据的操作</a:t>
            </a:r>
            <a:endParaRPr lang="zh-CN" altLang="en-US" sz="1600">
              <a:solidFill>
                <a:schemeClr val="tx1"/>
              </a:solidFill>
              <a:latin typeface="Times New Roman" panose="02020603050405020304" charset="0"/>
              <a:ea typeface="宋体" panose="02010600030101010101" pitchFamily="2" charset="-122"/>
            </a:endParaRPr>
          </a:p>
        </p:txBody>
      </p:sp>
      <p:sp>
        <p:nvSpPr>
          <p:cNvPr id="26648" name="矩形 2664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缓冲技术</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26627" grpId="0" build="p"/>
      <p:bldP spid="2664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标题 19457"/>
          <p:cNvSpPr>
            <a:spLocks noGrp="1"/>
          </p:cNvSpPr>
          <p:nvPr>
            <p:ph type="title"/>
          </p:nvPr>
        </p:nvSpPr>
        <p:spPr>
          <a:xfrm>
            <a:off x="365125" y="522288"/>
            <a:ext cx="4621213" cy="822325"/>
          </a:xfrm>
        </p:spPr>
        <p:txBody>
          <a:bodyPr wrap="square" anchor="b">
            <a:spAutoFit/>
          </a:bodyPr>
          <a:p>
            <a:pPr marL="914400" lvl="0" indent="-457200" defTabSz="914400">
              <a:lnSpc>
                <a:spcPct val="120000"/>
              </a:lnSpc>
              <a:spcBef>
                <a:spcPct val="30000"/>
              </a:spcBef>
              <a:buClr>
                <a:schemeClr val="tx2"/>
              </a:buClr>
              <a:buSzPct val="95000"/>
              <a:buFont typeface="Wingdings" panose="05000000000000000000" pitchFamily="2" charset="2"/>
              <a:buChar char="•"/>
            </a:pPr>
            <a:r>
              <a:rPr lang="zh-CN" altLang="en-US" sz="4000">
                <a:solidFill>
                  <a:srgbClr val="A50021"/>
                </a:solidFill>
                <a:latin typeface="Times New Roman" panose="02020603050405020304" charset="0"/>
                <a:ea typeface="宋体" panose="02010600030101010101" pitchFamily="2" charset="-122"/>
              </a:rPr>
              <a:t>环形缓冲</a:t>
            </a:r>
            <a:endParaRPr lang="zh-CN" altLang="en-US" sz="4000">
              <a:solidFill>
                <a:srgbClr val="A50021"/>
              </a:solidFill>
              <a:latin typeface="Times New Roman" panose="02020603050405020304" charset="0"/>
              <a:ea typeface="宋体" panose="02010600030101010101" pitchFamily="2" charset="-122"/>
            </a:endParaRPr>
          </a:p>
        </p:txBody>
      </p:sp>
      <p:sp>
        <p:nvSpPr>
          <p:cNvPr id="19458" name="文本占位符 19458"/>
          <p:cNvSpPr>
            <a:spLocks noGrp="1"/>
          </p:cNvSpPr>
          <p:nvPr>
            <p:ph idx="1"/>
          </p:nvPr>
        </p:nvSpPr>
        <p:spPr>
          <a:xfrm>
            <a:off x="456565" y="1431925"/>
            <a:ext cx="8152765" cy="1512570"/>
          </a:xfrm>
        </p:spPr>
        <p:txBody>
          <a:bodyPr wrap="square" anchor="t">
            <a:spAutoFit/>
          </a:bodyPr>
          <a:p>
            <a:pPr fontAlgn="base">
              <a:lnSpc>
                <a:spcPct val="110000"/>
              </a:lnSpc>
              <a:buNone/>
            </a:pPr>
            <a:r>
              <a:rPr lang="zh-CN" altLang="en-US" sz="2800" strike="noStrike" noProof="1">
                <a:solidFill>
                  <a:schemeClr val="tx1"/>
                </a:solidFill>
                <a:effectLst/>
                <a:latin typeface="Times New Roman" panose="02020603050405020304" charset="0"/>
              </a:rPr>
              <a:t>在系统中设置若干缓冲区，并把这些缓冲区链接起来，这样若干个缓冲区就形成了一个环，故称环形缓冲区。</a:t>
            </a:r>
            <a:endParaRPr lang="zh-CN" altLang="en-US" sz="2800" strike="noStrike" noProof="1">
              <a:solidFill>
                <a:schemeClr val="tx1"/>
              </a:solidFill>
              <a:effectLst/>
              <a:latin typeface="Times New Roman" panose="02020603050405020304" charset="0"/>
            </a:endParaRPr>
          </a:p>
        </p:txBody>
      </p:sp>
      <p:pic>
        <p:nvPicPr>
          <p:cNvPr id="32771" name="图片 19459"/>
          <p:cNvPicPr>
            <a:picLocks noChangeAspect="1"/>
          </p:cNvPicPr>
          <p:nvPr/>
        </p:nvPicPr>
        <p:blipFill>
          <a:blip r:embed="rId1"/>
          <a:stretch>
            <a:fillRect/>
          </a:stretch>
        </p:blipFill>
        <p:spPr>
          <a:xfrm>
            <a:off x="456565" y="3048000"/>
            <a:ext cx="8382000" cy="3733800"/>
          </a:xfrm>
          <a:prstGeom prst="rect">
            <a:avLst/>
          </a:prstGeom>
          <a:noFill/>
          <a:ln w="9525">
            <a:noFill/>
            <a:miter/>
          </a:ln>
        </p:spPr>
      </p:pic>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标题 20481"/>
          <p:cNvSpPr>
            <a:spLocks noGrp="1"/>
          </p:cNvSpPr>
          <p:nvPr>
            <p:ph type="title"/>
          </p:nvPr>
        </p:nvSpPr>
        <p:spPr>
          <a:xfrm>
            <a:off x="365125" y="560388"/>
            <a:ext cx="6364288" cy="822325"/>
          </a:xfrm>
        </p:spPr>
        <p:txBody>
          <a:bodyPr wrap="square" anchor="b">
            <a:spAutoFit/>
          </a:bodyPr>
          <a:p>
            <a:pPr marL="914400" lvl="0" indent="-457200" defTabSz="914400">
              <a:lnSpc>
                <a:spcPct val="120000"/>
              </a:lnSpc>
              <a:spcBef>
                <a:spcPct val="30000"/>
              </a:spcBef>
              <a:buClr>
                <a:schemeClr val="tx2"/>
              </a:buClr>
              <a:buSzPct val="95000"/>
              <a:buFont typeface="Wingdings" panose="05000000000000000000" pitchFamily="2" charset="2"/>
              <a:buChar char="•"/>
            </a:pPr>
            <a:r>
              <a:rPr lang="zh-CN" altLang="en-US" sz="4000">
                <a:solidFill>
                  <a:srgbClr val="A50021"/>
                </a:solidFill>
                <a:latin typeface="Times New Roman" panose="02020603050405020304" charset="0"/>
                <a:ea typeface="宋体" panose="02010600030101010101" pitchFamily="2" charset="-122"/>
              </a:rPr>
              <a:t>环形缓冲技术的使用</a:t>
            </a:r>
            <a:endParaRPr lang="zh-CN" altLang="en-US" sz="4000">
              <a:solidFill>
                <a:srgbClr val="A50021"/>
              </a:solidFill>
              <a:latin typeface="Times New Roman" panose="02020603050405020304" charset="0"/>
              <a:ea typeface="宋体" panose="02010600030101010101" pitchFamily="2" charset="-122"/>
            </a:endParaRPr>
          </a:p>
        </p:txBody>
      </p:sp>
      <p:sp>
        <p:nvSpPr>
          <p:cNvPr id="20483" name="内容占位符 20482"/>
          <p:cNvSpPr>
            <a:spLocks noGrp="1"/>
          </p:cNvSpPr>
          <p:nvPr>
            <p:ph idx="1"/>
          </p:nvPr>
        </p:nvSpPr>
        <p:spPr>
          <a:xfrm>
            <a:off x="381000" y="1450975"/>
            <a:ext cx="8388350" cy="3409950"/>
          </a:xfrm>
        </p:spPr>
        <p:txBody>
          <a:bodyPr wrap="square" anchor="t">
            <a:spAutoFit/>
          </a:bodyPr>
          <a:p>
            <a:pPr fontAlgn="base">
              <a:lnSpc>
                <a:spcPct val="105000"/>
              </a:lnSpc>
            </a:pPr>
            <a:r>
              <a:rPr lang="zh-CN" altLang="en-US" sz="2400" strike="noStrike" noProof="1">
                <a:solidFill>
                  <a:schemeClr val="tx1"/>
                </a:solidFill>
                <a:effectLst/>
                <a:latin typeface="Times New Roman" panose="02020603050405020304" charset="0"/>
              </a:rPr>
              <a:t>设置一个输入指针</a:t>
            </a:r>
            <a:r>
              <a:rPr lang="en-US" altLang="zh-CN" sz="2400" strike="noStrike" noProof="1">
                <a:solidFill>
                  <a:schemeClr val="tx1"/>
                </a:solidFill>
                <a:effectLst/>
                <a:latin typeface="Times New Roman" panose="02020603050405020304" charset="0"/>
              </a:rPr>
              <a:t>in</a:t>
            </a:r>
            <a:r>
              <a:rPr lang="zh-CN" altLang="en-US" sz="2400" strike="noStrike" noProof="1">
                <a:solidFill>
                  <a:schemeClr val="tx1"/>
                </a:solidFill>
                <a:effectLst/>
                <a:latin typeface="Times New Roman" panose="02020603050405020304" charset="0"/>
              </a:rPr>
              <a:t>、一个输出指针</a:t>
            </a:r>
            <a:r>
              <a:rPr lang="en-US" altLang="zh-CN" sz="2400" strike="noStrike" noProof="1">
                <a:solidFill>
                  <a:schemeClr val="tx1"/>
                </a:solidFill>
                <a:effectLst/>
                <a:latin typeface="Times New Roman" panose="02020603050405020304" charset="0"/>
              </a:rPr>
              <a:t>out</a:t>
            </a:r>
            <a:r>
              <a:rPr lang="zh-CN" altLang="en-US" sz="2400" strike="noStrike" noProof="1">
                <a:solidFill>
                  <a:schemeClr val="tx1"/>
                </a:solidFill>
                <a:effectLst/>
                <a:latin typeface="Times New Roman" panose="02020603050405020304" charset="0"/>
              </a:rPr>
              <a:t>和缓冲区的开始指针</a:t>
            </a:r>
            <a:r>
              <a:rPr lang="en-US" altLang="zh-CN" sz="2400" strike="noStrike" noProof="1">
                <a:solidFill>
                  <a:schemeClr val="tx1"/>
                </a:solidFill>
                <a:effectLst/>
                <a:latin typeface="Times New Roman" panose="02020603050405020304" charset="0"/>
              </a:rPr>
              <a:t>start</a:t>
            </a:r>
            <a:r>
              <a:rPr lang="zh-CN" altLang="en-US" sz="2400" strike="noStrike" noProof="1">
                <a:solidFill>
                  <a:schemeClr val="tx1"/>
                </a:solidFill>
                <a:effectLst/>
                <a:latin typeface="Times New Roman" panose="02020603050405020304" charset="0"/>
              </a:rPr>
              <a:t>。系统初始时，</a:t>
            </a:r>
            <a:r>
              <a:rPr lang="en-US" altLang="zh-CN" sz="2400" strike="noStrike" noProof="1">
                <a:solidFill>
                  <a:schemeClr val="tx1"/>
                </a:solidFill>
                <a:effectLst/>
                <a:latin typeface="Times New Roman" panose="02020603050405020304" charset="0"/>
              </a:rPr>
              <a:t>start=in=out</a:t>
            </a:r>
            <a:r>
              <a:rPr lang="zh-CN" altLang="en-US" sz="2400" strike="noStrike" noProof="1">
                <a:solidFill>
                  <a:schemeClr val="tx1"/>
                </a:solidFill>
                <a:effectLst/>
                <a:latin typeface="Times New Roman" panose="02020603050405020304" charset="0"/>
              </a:rPr>
              <a:t>。</a:t>
            </a:r>
            <a:endParaRPr lang="zh-CN" altLang="en-US" sz="2400" strike="noStrike" noProof="1">
              <a:solidFill>
                <a:schemeClr val="tx1"/>
              </a:solidFill>
              <a:effectLst/>
              <a:latin typeface="Times New Roman" panose="02020603050405020304" charset="0"/>
            </a:endParaRPr>
          </a:p>
          <a:p>
            <a:pPr fontAlgn="base">
              <a:lnSpc>
                <a:spcPct val="105000"/>
              </a:lnSpc>
            </a:pPr>
            <a:r>
              <a:rPr lang="zh-CN" altLang="en-US" sz="2400" strike="noStrike" noProof="1">
                <a:solidFill>
                  <a:schemeClr val="tx1"/>
                </a:solidFill>
                <a:effectLst/>
                <a:latin typeface="Times New Roman" panose="02020603050405020304" charset="0"/>
              </a:rPr>
              <a:t>输入时，要判断</a:t>
            </a:r>
            <a:r>
              <a:rPr lang="en-US" altLang="zh-CN" sz="2400" strike="noStrike" noProof="1">
                <a:solidFill>
                  <a:schemeClr val="tx1"/>
                </a:solidFill>
                <a:effectLst/>
                <a:latin typeface="Times New Roman" panose="02020603050405020304" charset="0"/>
              </a:rPr>
              <a:t>in</a:t>
            </a:r>
            <a:r>
              <a:rPr lang="zh-CN" altLang="en-US" sz="2400" strike="noStrike" noProof="1">
                <a:solidFill>
                  <a:schemeClr val="tx1"/>
                </a:solidFill>
                <a:effectLst/>
                <a:latin typeface="Times New Roman" panose="02020603050405020304" charset="0"/>
              </a:rPr>
              <a:t>的</a:t>
            </a:r>
            <a:r>
              <a:rPr lang="zh-CN" altLang="en-US" sz="2400" strike="noStrike" noProof="1">
                <a:solidFill>
                  <a:srgbClr val="FF0000"/>
                </a:solidFill>
                <a:effectLst/>
                <a:latin typeface="Times New Roman" panose="02020603050405020304" charset="0"/>
              </a:rPr>
              <a:t>下一个</a:t>
            </a:r>
            <a:r>
              <a:rPr lang="zh-CN" altLang="en-US" sz="2400" strike="noStrike" noProof="1">
                <a:solidFill>
                  <a:schemeClr val="tx1"/>
                </a:solidFill>
                <a:effectLst/>
                <a:latin typeface="Times New Roman" panose="02020603050405020304" charset="0"/>
              </a:rPr>
              <a:t>是否与</a:t>
            </a:r>
            <a:r>
              <a:rPr lang="en-US" altLang="zh-CN" sz="2400" strike="noStrike" noProof="1">
                <a:solidFill>
                  <a:schemeClr val="tx1"/>
                </a:solidFill>
                <a:effectLst/>
                <a:latin typeface="Times New Roman" panose="02020603050405020304" charset="0"/>
              </a:rPr>
              <a:t>out</a:t>
            </a:r>
            <a:r>
              <a:rPr lang="zh-CN" altLang="en-US" sz="2400" strike="noStrike" noProof="1">
                <a:solidFill>
                  <a:schemeClr val="tx1"/>
                </a:solidFill>
                <a:effectLst/>
                <a:latin typeface="Times New Roman" panose="02020603050405020304" charset="0"/>
              </a:rPr>
              <a:t>相等，若相等，则要等待。否则，将信息送入</a:t>
            </a:r>
            <a:r>
              <a:rPr lang="en-US" altLang="zh-CN" sz="2400" strike="noStrike" noProof="1">
                <a:solidFill>
                  <a:schemeClr val="tx1"/>
                </a:solidFill>
                <a:effectLst/>
                <a:latin typeface="Times New Roman" panose="02020603050405020304" charset="0"/>
              </a:rPr>
              <a:t>in</a:t>
            </a:r>
            <a:r>
              <a:rPr lang="zh-CN" altLang="en-US" sz="2400" strike="noStrike" noProof="1">
                <a:solidFill>
                  <a:schemeClr val="tx1"/>
                </a:solidFill>
                <a:effectLst/>
                <a:latin typeface="Times New Roman" panose="02020603050405020304" charset="0"/>
              </a:rPr>
              <a:t>指向的缓冲区，填满后，将</a:t>
            </a:r>
            <a:r>
              <a:rPr lang="en-US" altLang="zh-CN" sz="2400" strike="noStrike" noProof="1">
                <a:solidFill>
                  <a:schemeClr val="tx1"/>
                </a:solidFill>
                <a:effectLst/>
                <a:latin typeface="Times New Roman" panose="02020603050405020304" charset="0"/>
              </a:rPr>
              <a:t>in</a:t>
            </a:r>
            <a:r>
              <a:rPr lang="zh-CN" altLang="en-US" sz="2400" strike="noStrike" noProof="1">
                <a:solidFill>
                  <a:schemeClr val="tx1"/>
                </a:solidFill>
                <a:effectLst/>
                <a:latin typeface="Times New Roman" panose="02020603050405020304" charset="0"/>
              </a:rPr>
              <a:t>的下一个缓冲区的指针置</a:t>
            </a:r>
            <a:r>
              <a:rPr lang="en-US" altLang="zh-CN" sz="2400" strike="noStrike" noProof="1">
                <a:solidFill>
                  <a:schemeClr val="tx1"/>
                </a:solidFill>
                <a:effectLst/>
                <a:latin typeface="Times New Roman" panose="02020603050405020304" charset="0"/>
              </a:rPr>
              <a:t>in</a:t>
            </a:r>
            <a:r>
              <a:rPr lang="zh-CN" altLang="en-US" sz="2400" strike="noStrike" noProof="1">
                <a:solidFill>
                  <a:schemeClr val="tx1"/>
                </a:solidFill>
                <a:effectLst/>
                <a:latin typeface="Times New Roman" panose="02020603050405020304" charset="0"/>
              </a:rPr>
              <a:t>，如此类推。    </a:t>
            </a:r>
            <a:endParaRPr lang="zh-CN" altLang="en-US" sz="2400" strike="noStrike" noProof="1">
              <a:solidFill>
                <a:schemeClr val="tx1"/>
              </a:solidFill>
              <a:effectLst/>
              <a:latin typeface="Times New Roman" panose="02020603050405020304" charset="0"/>
            </a:endParaRPr>
          </a:p>
          <a:p>
            <a:pPr fontAlgn="base">
              <a:lnSpc>
                <a:spcPct val="105000"/>
              </a:lnSpc>
            </a:pPr>
            <a:r>
              <a:rPr lang="zh-CN" altLang="en-US" sz="2400" strike="noStrike" noProof="1">
                <a:solidFill>
                  <a:schemeClr val="tx1"/>
                </a:solidFill>
                <a:effectLst/>
                <a:latin typeface="Times New Roman" panose="02020603050405020304" charset="0"/>
              </a:rPr>
              <a:t>输出时，首先判断</a:t>
            </a:r>
            <a:r>
              <a:rPr lang="en-US" altLang="zh-CN" sz="2400" strike="noStrike" noProof="1">
                <a:solidFill>
                  <a:schemeClr val="tx1"/>
                </a:solidFill>
                <a:effectLst/>
                <a:latin typeface="Times New Roman" panose="02020603050405020304" charset="0"/>
              </a:rPr>
              <a:t>out=in</a:t>
            </a:r>
            <a:r>
              <a:rPr lang="zh-CN" altLang="en-US" sz="2400" strike="noStrike" noProof="1">
                <a:solidFill>
                  <a:schemeClr val="tx1"/>
                </a:solidFill>
                <a:effectLst/>
                <a:latin typeface="Times New Roman" panose="02020603050405020304" charset="0"/>
              </a:rPr>
              <a:t>，若相等，则等待（意味着系统中没有数据可取）。否则，取出缓冲区中的信息，将</a:t>
            </a:r>
            <a:r>
              <a:rPr lang="en-US" altLang="zh-CN" sz="2400" strike="noStrike" noProof="1">
                <a:solidFill>
                  <a:schemeClr val="tx1"/>
                </a:solidFill>
                <a:effectLst/>
                <a:latin typeface="Times New Roman" panose="02020603050405020304" charset="0"/>
              </a:rPr>
              <a:t>out</a:t>
            </a:r>
            <a:r>
              <a:rPr lang="zh-CN" altLang="en-US" sz="2400" strike="noStrike" noProof="1">
                <a:solidFill>
                  <a:schemeClr val="tx1"/>
                </a:solidFill>
                <a:effectLst/>
                <a:latin typeface="Times New Roman" panose="02020603050405020304" charset="0"/>
              </a:rPr>
              <a:t>的下一个缓冲区置</a:t>
            </a:r>
            <a:r>
              <a:rPr lang="en-US" altLang="zh-CN" sz="2400" strike="noStrike" noProof="1">
                <a:solidFill>
                  <a:schemeClr val="tx1"/>
                </a:solidFill>
                <a:effectLst/>
                <a:latin typeface="Times New Roman" panose="02020603050405020304" charset="0"/>
              </a:rPr>
              <a:t>out</a:t>
            </a:r>
            <a:r>
              <a:rPr lang="zh-CN" altLang="en-US" sz="2400" strike="noStrike" noProof="1">
                <a:solidFill>
                  <a:schemeClr val="tx1"/>
                </a:solidFill>
                <a:effectLst/>
                <a:latin typeface="Times New Roman" panose="02020603050405020304" charset="0"/>
              </a:rPr>
              <a:t>；</a:t>
            </a:r>
            <a:endParaRPr lang="zh-CN" altLang="en-US" sz="2400" strike="noStrike" noProof="1">
              <a:solidFill>
                <a:schemeClr val="tx1"/>
              </a:solidFill>
              <a:effectLst/>
              <a:latin typeface="Times New Roman" panose="02020603050405020304" charset="0"/>
            </a:endParaRPr>
          </a:p>
        </p:txBody>
      </p:sp>
    </p:spTree>
  </p:cSld>
  <p:clrMapOvr>
    <a:masterClrMapping/>
  </p:clrMapOvr>
  <p:transition>
    <p:fade/>
  </p:transition>
  <p:timing>
    <p:tnLst>
      <p:par>
        <p:cTn id="1" dur="indefinite" restart="never" nodeType="tmRoot"/>
      </p:par>
    </p:tnLst>
    <p:bldLst>
      <p:bldP spid="2048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标题 20481"/>
          <p:cNvSpPr>
            <a:spLocks noGrp="1"/>
          </p:cNvSpPr>
          <p:nvPr>
            <p:ph type="title"/>
          </p:nvPr>
        </p:nvSpPr>
        <p:spPr>
          <a:xfrm>
            <a:off x="365125" y="560388"/>
            <a:ext cx="6364288" cy="822325"/>
          </a:xfrm>
        </p:spPr>
        <p:txBody>
          <a:bodyPr wrap="square" anchor="b">
            <a:spAutoFit/>
          </a:bodyPr>
          <a:p>
            <a:pPr marL="914400" lvl="0" indent="-457200" defTabSz="914400">
              <a:lnSpc>
                <a:spcPct val="120000"/>
              </a:lnSpc>
              <a:spcBef>
                <a:spcPct val="30000"/>
              </a:spcBef>
              <a:buClr>
                <a:schemeClr val="tx2"/>
              </a:buClr>
              <a:buSzPct val="95000"/>
              <a:buFont typeface="Wingdings" panose="05000000000000000000" pitchFamily="2" charset="2"/>
              <a:buChar char="•"/>
            </a:pPr>
            <a:r>
              <a:rPr lang="zh-CN" altLang="en-US" sz="4000">
                <a:solidFill>
                  <a:srgbClr val="A50021"/>
                </a:solidFill>
                <a:latin typeface="Times New Roman" panose="02020603050405020304" charset="0"/>
                <a:ea typeface="宋体" panose="02010600030101010101" pitchFamily="2" charset="-122"/>
              </a:rPr>
              <a:t>环形缓冲技术的使用</a:t>
            </a:r>
            <a:endParaRPr lang="zh-CN" altLang="en-US" sz="4000">
              <a:solidFill>
                <a:srgbClr val="A50021"/>
              </a:solidFill>
              <a:latin typeface="Times New Roman" panose="02020603050405020304" charset="0"/>
              <a:ea typeface="宋体" panose="02010600030101010101" pitchFamily="2" charset="-122"/>
            </a:endParaRPr>
          </a:p>
        </p:txBody>
      </p:sp>
      <p:sp>
        <p:nvSpPr>
          <p:cNvPr id="20483" name="内容占位符 20482"/>
          <p:cNvSpPr>
            <a:spLocks noGrp="1"/>
          </p:cNvSpPr>
          <p:nvPr>
            <p:ph idx="1"/>
          </p:nvPr>
        </p:nvSpPr>
        <p:spPr>
          <a:xfrm>
            <a:off x="381000" y="1450975"/>
            <a:ext cx="4201795" cy="4076065"/>
          </a:xfrm>
        </p:spPr>
        <p:txBody>
          <a:bodyPr wrap="square" anchor="t">
            <a:spAutoFit/>
          </a:bodyPr>
          <a:p>
            <a:pPr marL="0" indent="0" fontAlgn="base">
              <a:lnSpc>
                <a:spcPct val="105000"/>
              </a:lnSpc>
              <a:buNone/>
            </a:pPr>
            <a:r>
              <a:rPr lang="zh-CN" altLang="en-US" sz="1800" strike="noStrike" noProof="1">
                <a:solidFill>
                  <a:schemeClr val="tx1"/>
                </a:solidFill>
                <a:effectLst/>
                <a:latin typeface="Times New Roman" panose="02020603050405020304" charset="0"/>
              </a:rPr>
              <a:t>一个生产者，一个消费者：</a:t>
            </a:r>
            <a:endParaRPr lang="zh-CN" altLang="en-US" sz="1800" strike="noStrike" noProof="1">
              <a:solidFill>
                <a:schemeClr val="tx1"/>
              </a:solidFill>
              <a:effectLst/>
              <a:latin typeface="Times New Roman" panose="02020603050405020304" charset="0"/>
            </a:endParaRPr>
          </a:p>
          <a:p>
            <a:pPr marL="0" indent="0" fontAlgn="base">
              <a:lnSpc>
                <a:spcPct val="105000"/>
              </a:lnSpc>
              <a:buNone/>
            </a:pPr>
            <a:r>
              <a:rPr lang="zh-CN" altLang="en-US" sz="1800" strike="noStrike" noProof="1">
                <a:solidFill>
                  <a:schemeClr val="tx1"/>
                </a:solidFill>
                <a:effectLst/>
                <a:latin typeface="Times New Roman" panose="02020603050405020304" charset="0"/>
              </a:rPr>
              <a:t>环形缓冲区</a:t>
            </a:r>
            <a:r>
              <a:rPr lang="en-US" altLang="zh-CN" sz="1800" strike="noStrike" noProof="1">
                <a:solidFill>
                  <a:schemeClr val="tx1"/>
                </a:solidFill>
                <a:effectLst/>
                <a:latin typeface="Times New Roman" panose="02020603050405020304" charset="0"/>
              </a:rPr>
              <a:t>start</a:t>
            </a:r>
            <a:r>
              <a:rPr lang="zh-CN" altLang="en-US" sz="1800" strike="noStrike" noProof="1">
                <a:solidFill>
                  <a:schemeClr val="tx1"/>
                </a:solidFill>
                <a:effectLst/>
                <a:latin typeface="Times New Roman" panose="02020603050405020304" charset="0"/>
              </a:rPr>
              <a:t>，</a:t>
            </a:r>
            <a:r>
              <a:rPr lang="en-US" altLang="zh-CN" sz="1800" strike="noStrike" noProof="1">
                <a:solidFill>
                  <a:schemeClr val="tx1"/>
                </a:solidFill>
                <a:effectLst/>
                <a:latin typeface="Times New Roman" panose="02020603050405020304" charset="0"/>
              </a:rPr>
              <a:t>in=out=0; S1=N; S2=0;</a:t>
            </a:r>
            <a:endParaRPr lang="zh-CN" altLang="en-US" sz="1800" strike="noStrike" noProof="1">
              <a:solidFill>
                <a:schemeClr val="tx1"/>
              </a:solidFill>
              <a:effectLst/>
              <a:latin typeface="Times New Roman" panose="02020603050405020304" charset="0"/>
            </a:endParaRPr>
          </a:p>
          <a:p>
            <a:pPr marL="0" indent="0" fontAlgn="base">
              <a:lnSpc>
                <a:spcPct val="105000"/>
              </a:lnSpc>
              <a:buNone/>
            </a:pPr>
            <a:r>
              <a:rPr lang="zh-CN" altLang="en-US" sz="1600" strike="noStrike" noProof="1">
                <a:solidFill>
                  <a:schemeClr val="tx1"/>
                </a:solidFill>
                <a:effectLst/>
                <a:latin typeface="Times New Roman" panose="02020603050405020304" charset="0"/>
              </a:rPr>
              <a:t>producer</a:t>
            </a:r>
            <a:r>
              <a:rPr lang="en-US" altLang="zh-CN" sz="1600" strike="noStrike" noProof="1">
                <a:solidFill>
                  <a:schemeClr val="tx1"/>
                </a:solidFill>
                <a:effectLst/>
                <a:latin typeface="Times New Roman" panose="02020603050405020304" charset="0"/>
              </a:rPr>
              <a:t>()</a:t>
            </a:r>
            <a:endParaRPr lang="en-US" altLang="zh-CN" sz="1600" strike="noStrike" noProof="1">
              <a:solidFill>
                <a:schemeClr val="tx1"/>
              </a:solidFill>
              <a:effectLst/>
              <a:latin typeface="Times New Roman" panose="02020603050405020304" charset="0"/>
            </a:endParaRPr>
          </a:p>
          <a:p>
            <a:pPr marL="0" indent="0" fontAlgn="base">
              <a:lnSpc>
                <a:spcPct val="105000"/>
              </a:lnSpc>
              <a:buNone/>
            </a:pPr>
            <a:r>
              <a:rPr lang="en-US" altLang="zh-CN" sz="1600" strike="noStrike" noProof="1">
                <a:solidFill>
                  <a:schemeClr val="tx1"/>
                </a:solidFill>
                <a:effectLst/>
                <a:latin typeface="Times New Roman" panose="02020603050405020304" charset="0"/>
              </a:rPr>
              <a:t>{</a:t>
            </a:r>
            <a:endParaRPr lang="en-US" altLang="zh-CN" sz="1600" strike="noStrike" noProof="1">
              <a:solidFill>
                <a:schemeClr val="tx1"/>
              </a:solidFill>
              <a:effectLst/>
              <a:latin typeface="Times New Roman" panose="02020603050405020304" charset="0"/>
            </a:endParaRPr>
          </a:p>
          <a:p>
            <a:pPr marL="0" indent="0" fontAlgn="base">
              <a:lnSpc>
                <a:spcPct val="105000"/>
              </a:lnSpc>
              <a:buNone/>
            </a:pPr>
            <a:r>
              <a:rPr lang="en-US" altLang="zh-CN" sz="1600" strike="noStrike" noProof="1">
                <a:solidFill>
                  <a:schemeClr val="tx1"/>
                </a:solidFill>
                <a:effectLst/>
                <a:latin typeface="Times New Roman" panose="02020603050405020304" charset="0"/>
              </a:rPr>
              <a:t>    while(</a:t>
            </a:r>
            <a:r>
              <a:rPr lang="zh-CN" altLang="en-US" sz="1600" strike="noStrike" noProof="1">
                <a:solidFill>
                  <a:schemeClr val="tx1"/>
                </a:solidFill>
                <a:effectLst/>
                <a:latin typeface="Times New Roman" panose="02020603050405020304" charset="0"/>
              </a:rPr>
              <a:t>没有结束</a:t>
            </a:r>
            <a:r>
              <a:rPr lang="en-US" altLang="zh-CN" sz="1600" strike="noStrike" noProof="1">
                <a:solidFill>
                  <a:schemeClr val="tx1"/>
                </a:solidFill>
                <a:effectLst/>
                <a:latin typeface="Times New Roman" panose="02020603050405020304" charset="0"/>
              </a:rPr>
              <a:t>)</a:t>
            </a:r>
            <a:endParaRPr lang="en-US" altLang="zh-CN" sz="1600" strike="noStrike" noProof="1">
              <a:solidFill>
                <a:schemeClr val="tx1"/>
              </a:solidFill>
              <a:effectLst/>
              <a:latin typeface="Times New Roman" panose="02020603050405020304" charset="0"/>
            </a:endParaRPr>
          </a:p>
          <a:p>
            <a:pPr marL="0" indent="0" fontAlgn="base">
              <a:lnSpc>
                <a:spcPct val="105000"/>
              </a:lnSpc>
              <a:buNone/>
            </a:pPr>
            <a:r>
              <a:rPr lang="en-US" altLang="zh-CN" sz="1600" strike="noStrike" noProof="1">
                <a:solidFill>
                  <a:schemeClr val="tx1"/>
                </a:solidFill>
                <a:effectLst/>
                <a:latin typeface="Times New Roman" panose="02020603050405020304" charset="0"/>
              </a:rPr>
              <a:t>   {</a:t>
            </a:r>
            <a:endParaRPr lang="en-US" altLang="zh-CN" sz="1600" strike="noStrike" noProof="1">
              <a:solidFill>
                <a:schemeClr val="tx1"/>
              </a:solidFill>
              <a:effectLst/>
              <a:latin typeface="Times New Roman" panose="02020603050405020304" charset="0"/>
            </a:endParaRPr>
          </a:p>
          <a:p>
            <a:pPr marL="0" indent="0" fontAlgn="base">
              <a:lnSpc>
                <a:spcPct val="105000"/>
              </a:lnSpc>
              <a:buNone/>
            </a:pPr>
            <a:r>
              <a:rPr lang="en-US" altLang="zh-CN" sz="1600" strike="noStrike" noProof="1">
                <a:solidFill>
                  <a:schemeClr val="tx1"/>
                </a:solidFill>
                <a:effectLst/>
                <a:latin typeface="Times New Roman" panose="02020603050405020304" charset="0"/>
              </a:rPr>
              <a:t>        P(S1)</a:t>
            </a:r>
            <a:endParaRPr lang="en-US" altLang="zh-CN" sz="1600" strike="noStrike" noProof="1">
              <a:solidFill>
                <a:schemeClr val="tx1"/>
              </a:solidFill>
              <a:effectLst/>
              <a:latin typeface="Times New Roman" panose="02020603050405020304" charset="0"/>
            </a:endParaRPr>
          </a:p>
          <a:p>
            <a:pPr marL="0" indent="0" fontAlgn="base">
              <a:lnSpc>
                <a:spcPct val="105000"/>
              </a:lnSpc>
              <a:buNone/>
            </a:pPr>
            <a:r>
              <a:rPr lang="zh-CN" altLang="en-US" sz="1600" strike="noStrike" noProof="1">
                <a:solidFill>
                  <a:schemeClr val="tx1"/>
                </a:solidFill>
                <a:effectLst/>
                <a:latin typeface="Times New Roman" panose="02020603050405020304" charset="0"/>
              </a:rPr>
              <a:t>        放入数据 </a:t>
            </a:r>
            <a:r>
              <a:rPr lang="en-US" altLang="zh-CN" sz="1600" strike="noStrike" noProof="1">
                <a:solidFill>
                  <a:schemeClr val="tx1"/>
                </a:solidFill>
                <a:effectLst/>
                <a:latin typeface="Times New Roman" panose="02020603050405020304" charset="0"/>
              </a:rPr>
              <a:t>--&gt; start[in];</a:t>
            </a:r>
            <a:endParaRPr lang="en-US" altLang="zh-CN" sz="1600" strike="noStrike" noProof="1">
              <a:solidFill>
                <a:schemeClr val="tx1"/>
              </a:solidFill>
              <a:effectLst/>
              <a:latin typeface="Times New Roman" panose="02020603050405020304" charset="0"/>
            </a:endParaRPr>
          </a:p>
          <a:p>
            <a:pPr marL="0" indent="0" fontAlgn="base">
              <a:lnSpc>
                <a:spcPct val="105000"/>
              </a:lnSpc>
              <a:buNone/>
            </a:pPr>
            <a:r>
              <a:rPr lang="en-US" altLang="zh-CN" sz="1600" strike="noStrike" noProof="1">
                <a:solidFill>
                  <a:schemeClr val="tx1"/>
                </a:solidFill>
                <a:effectLst/>
                <a:latin typeface="Times New Roman" panose="02020603050405020304" charset="0"/>
              </a:rPr>
              <a:t>        if(++in == N) in=0;</a:t>
            </a:r>
            <a:endParaRPr lang="en-US" altLang="zh-CN" sz="1600" strike="noStrike" noProof="1">
              <a:solidFill>
                <a:schemeClr val="tx1"/>
              </a:solidFill>
              <a:effectLst/>
              <a:latin typeface="Times New Roman" panose="02020603050405020304" charset="0"/>
            </a:endParaRPr>
          </a:p>
          <a:p>
            <a:pPr marL="0" indent="0" fontAlgn="base">
              <a:lnSpc>
                <a:spcPct val="105000"/>
              </a:lnSpc>
              <a:buNone/>
            </a:pPr>
            <a:r>
              <a:rPr lang="en-US" altLang="zh-CN" sz="1600" strike="noStrike" noProof="1">
                <a:solidFill>
                  <a:schemeClr val="tx1"/>
                </a:solidFill>
                <a:effectLst/>
                <a:latin typeface="Times New Roman" panose="02020603050405020304" charset="0"/>
              </a:rPr>
              <a:t>        V(S2)</a:t>
            </a:r>
            <a:endParaRPr lang="en-US" altLang="zh-CN" sz="1600" strike="noStrike" noProof="1">
              <a:solidFill>
                <a:schemeClr val="tx1"/>
              </a:solidFill>
              <a:effectLst/>
              <a:latin typeface="Times New Roman" panose="02020603050405020304" charset="0"/>
            </a:endParaRPr>
          </a:p>
          <a:p>
            <a:pPr marL="0" indent="0" fontAlgn="base">
              <a:lnSpc>
                <a:spcPct val="105000"/>
              </a:lnSpc>
              <a:buNone/>
            </a:pPr>
            <a:r>
              <a:rPr lang="en-US" altLang="zh-CN" sz="1600" strike="noStrike" noProof="1">
                <a:solidFill>
                  <a:schemeClr val="tx1"/>
                </a:solidFill>
                <a:effectLst/>
                <a:latin typeface="Times New Roman" panose="02020603050405020304" charset="0"/>
              </a:rPr>
              <a:t>    }</a:t>
            </a:r>
            <a:endParaRPr lang="zh-CN" altLang="en-US" sz="1600" strike="noStrike" noProof="1">
              <a:solidFill>
                <a:schemeClr val="tx1"/>
              </a:solidFill>
              <a:effectLst/>
              <a:latin typeface="Times New Roman" panose="02020603050405020304" charset="0"/>
            </a:endParaRPr>
          </a:p>
          <a:p>
            <a:pPr marL="0" indent="0" fontAlgn="base">
              <a:lnSpc>
                <a:spcPct val="105000"/>
              </a:lnSpc>
              <a:buNone/>
            </a:pPr>
            <a:r>
              <a:rPr lang="en-US" altLang="zh-CN" sz="1600" strike="noStrike" noProof="1">
                <a:solidFill>
                  <a:schemeClr val="tx1"/>
                </a:solidFill>
                <a:effectLst/>
                <a:latin typeface="Times New Roman" panose="02020603050405020304" charset="0"/>
              </a:rPr>
              <a:t>}                    </a:t>
            </a:r>
            <a:r>
              <a:rPr lang="zh-CN" altLang="en-US" sz="1600" strike="noStrike" noProof="1">
                <a:solidFill>
                  <a:srgbClr val="FF0000"/>
                </a:solidFill>
                <a:effectLst/>
                <a:latin typeface="Times New Roman" panose="02020603050405020304" charset="0"/>
              </a:rPr>
              <a:t>什么情况下需要互斥锁？</a:t>
            </a:r>
            <a:endParaRPr lang="zh-CN" altLang="en-US" sz="1600" strike="noStrike" noProof="1">
              <a:solidFill>
                <a:srgbClr val="FF0000"/>
              </a:solidFill>
              <a:effectLst/>
              <a:latin typeface="Times New Roman" panose="02020603050405020304" charset="0"/>
            </a:endParaRPr>
          </a:p>
        </p:txBody>
      </p:sp>
      <p:sp>
        <p:nvSpPr>
          <p:cNvPr id="2" name="内容占位符 20482"/>
          <p:cNvSpPr>
            <a:spLocks noGrp="1"/>
          </p:cNvSpPr>
          <p:nvPr/>
        </p:nvSpPr>
        <p:spPr>
          <a:xfrm>
            <a:off x="5142230" y="2178050"/>
            <a:ext cx="2989580" cy="3338830"/>
          </a:xfrm>
          <a:prstGeom prst="rect">
            <a:avLst/>
          </a:prstGeom>
          <a:noFill/>
          <a:ln w="9525">
            <a:noFill/>
            <a:miter/>
          </a:ln>
        </p:spPr>
        <p:txBody>
          <a:bodyPr wrap="square" anchor="t">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9pPr>
          </a:lstStyle>
          <a:p>
            <a:pPr marL="0" indent="0" fontAlgn="base">
              <a:lnSpc>
                <a:spcPct val="105000"/>
              </a:lnSpc>
              <a:buNone/>
            </a:pPr>
            <a:r>
              <a:rPr lang="zh-CN" altLang="en-US" sz="1600" strike="noStrike" noProof="1">
                <a:solidFill>
                  <a:schemeClr val="tx1"/>
                </a:solidFill>
                <a:effectLst/>
                <a:latin typeface="Times New Roman" panose="02020603050405020304" charset="0"/>
              </a:rPr>
              <a:t>consumer</a:t>
            </a:r>
            <a:r>
              <a:rPr lang="en-US" altLang="zh-CN" sz="1600" strike="noStrike" noProof="1">
                <a:solidFill>
                  <a:schemeClr val="tx1"/>
                </a:solidFill>
                <a:effectLst/>
                <a:latin typeface="Times New Roman" panose="02020603050405020304" charset="0"/>
              </a:rPr>
              <a:t>()</a:t>
            </a:r>
            <a:endParaRPr lang="en-US" altLang="zh-CN" sz="1600" strike="noStrike" noProof="1">
              <a:solidFill>
                <a:schemeClr val="tx1"/>
              </a:solidFill>
              <a:effectLst/>
              <a:latin typeface="Times New Roman" panose="02020603050405020304" charset="0"/>
            </a:endParaRPr>
          </a:p>
          <a:p>
            <a:pPr marL="0" indent="0" fontAlgn="base">
              <a:lnSpc>
                <a:spcPct val="105000"/>
              </a:lnSpc>
              <a:buNone/>
            </a:pPr>
            <a:r>
              <a:rPr lang="en-US" altLang="zh-CN" sz="1600" strike="noStrike" noProof="1">
                <a:solidFill>
                  <a:schemeClr val="tx1"/>
                </a:solidFill>
                <a:effectLst/>
                <a:latin typeface="Times New Roman" panose="02020603050405020304" charset="0"/>
              </a:rPr>
              <a:t>{</a:t>
            </a:r>
            <a:endParaRPr lang="en-US" altLang="zh-CN" sz="1600" strike="noStrike" noProof="1">
              <a:solidFill>
                <a:schemeClr val="tx1"/>
              </a:solidFill>
              <a:effectLst/>
              <a:latin typeface="Times New Roman" panose="02020603050405020304" charset="0"/>
            </a:endParaRPr>
          </a:p>
          <a:p>
            <a:pPr marL="0" indent="0" fontAlgn="base">
              <a:lnSpc>
                <a:spcPct val="105000"/>
              </a:lnSpc>
              <a:buNone/>
            </a:pPr>
            <a:r>
              <a:rPr lang="en-US" altLang="zh-CN" sz="1600" strike="noStrike" noProof="1">
                <a:solidFill>
                  <a:schemeClr val="tx1"/>
                </a:solidFill>
                <a:effectLst/>
                <a:latin typeface="Times New Roman" panose="02020603050405020304" charset="0"/>
              </a:rPr>
              <a:t>    while(</a:t>
            </a:r>
            <a:r>
              <a:rPr lang="zh-CN" altLang="en-US" sz="1600" strike="noStrike" noProof="1">
                <a:solidFill>
                  <a:schemeClr val="tx1"/>
                </a:solidFill>
                <a:effectLst/>
                <a:latin typeface="Times New Roman" panose="02020603050405020304" charset="0"/>
              </a:rPr>
              <a:t>没有结束</a:t>
            </a:r>
            <a:r>
              <a:rPr lang="en-US" altLang="zh-CN" sz="1600" strike="noStrike" noProof="1">
                <a:solidFill>
                  <a:schemeClr val="tx1"/>
                </a:solidFill>
                <a:effectLst/>
                <a:latin typeface="Times New Roman" panose="02020603050405020304" charset="0"/>
              </a:rPr>
              <a:t>)</a:t>
            </a:r>
            <a:endParaRPr lang="en-US" altLang="zh-CN" sz="1600" strike="noStrike" noProof="1">
              <a:solidFill>
                <a:schemeClr val="tx1"/>
              </a:solidFill>
              <a:effectLst/>
              <a:latin typeface="Times New Roman" panose="02020603050405020304" charset="0"/>
            </a:endParaRPr>
          </a:p>
          <a:p>
            <a:pPr marL="0" indent="0" fontAlgn="base">
              <a:lnSpc>
                <a:spcPct val="105000"/>
              </a:lnSpc>
              <a:buNone/>
            </a:pPr>
            <a:r>
              <a:rPr lang="en-US" altLang="zh-CN" sz="1600" strike="noStrike" noProof="1">
                <a:solidFill>
                  <a:schemeClr val="tx1"/>
                </a:solidFill>
                <a:effectLst/>
                <a:latin typeface="Times New Roman" panose="02020603050405020304" charset="0"/>
              </a:rPr>
              <a:t>   {</a:t>
            </a:r>
            <a:endParaRPr lang="en-US" altLang="zh-CN" sz="1600" strike="noStrike" noProof="1">
              <a:solidFill>
                <a:schemeClr val="tx1"/>
              </a:solidFill>
              <a:effectLst/>
              <a:latin typeface="Times New Roman" panose="02020603050405020304" charset="0"/>
            </a:endParaRPr>
          </a:p>
          <a:p>
            <a:pPr marL="0" indent="0" fontAlgn="base">
              <a:lnSpc>
                <a:spcPct val="105000"/>
              </a:lnSpc>
              <a:buNone/>
            </a:pPr>
            <a:r>
              <a:rPr lang="en-US" altLang="zh-CN" sz="1600" strike="noStrike" noProof="1">
                <a:solidFill>
                  <a:schemeClr val="tx1"/>
                </a:solidFill>
                <a:effectLst/>
                <a:latin typeface="Times New Roman" panose="02020603050405020304" charset="0"/>
              </a:rPr>
              <a:t>        P(S2)</a:t>
            </a:r>
            <a:endParaRPr lang="en-US" altLang="zh-CN" sz="1600" strike="noStrike" noProof="1">
              <a:solidFill>
                <a:schemeClr val="tx1"/>
              </a:solidFill>
              <a:effectLst/>
              <a:latin typeface="Times New Roman" panose="02020603050405020304" charset="0"/>
            </a:endParaRPr>
          </a:p>
          <a:p>
            <a:pPr marL="0" indent="0" fontAlgn="base">
              <a:lnSpc>
                <a:spcPct val="105000"/>
              </a:lnSpc>
              <a:buNone/>
            </a:pPr>
            <a:r>
              <a:rPr lang="zh-CN" altLang="en-US" sz="1600" strike="noStrike" noProof="1">
                <a:solidFill>
                  <a:schemeClr val="tx1"/>
                </a:solidFill>
                <a:effectLst/>
                <a:latin typeface="Times New Roman" panose="02020603050405020304" charset="0"/>
              </a:rPr>
              <a:t>        取出数据 </a:t>
            </a:r>
            <a:r>
              <a:rPr lang="en-US" altLang="zh-CN" sz="1600" strike="noStrike" noProof="1">
                <a:solidFill>
                  <a:schemeClr val="tx1"/>
                </a:solidFill>
                <a:effectLst/>
                <a:latin typeface="Times New Roman" panose="02020603050405020304" charset="0"/>
              </a:rPr>
              <a:t>&lt;-- start[out];</a:t>
            </a:r>
            <a:endParaRPr lang="en-US" altLang="zh-CN" sz="1600" strike="noStrike" noProof="1">
              <a:solidFill>
                <a:schemeClr val="tx1"/>
              </a:solidFill>
              <a:effectLst/>
              <a:latin typeface="Times New Roman" panose="02020603050405020304" charset="0"/>
            </a:endParaRPr>
          </a:p>
          <a:p>
            <a:pPr marL="0" indent="0" fontAlgn="base">
              <a:lnSpc>
                <a:spcPct val="105000"/>
              </a:lnSpc>
              <a:buNone/>
            </a:pPr>
            <a:r>
              <a:rPr lang="en-US" altLang="zh-CN" sz="1600" strike="noStrike" noProof="1">
                <a:solidFill>
                  <a:schemeClr val="tx1"/>
                </a:solidFill>
                <a:effectLst/>
                <a:latin typeface="Times New Roman" panose="02020603050405020304" charset="0"/>
              </a:rPr>
              <a:t>        if(++out == N) out=0;</a:t>
            </a:r>
            <a:endParaRPr lang="en-US" altLang="zh-CN" sz="1600" strike="noStrike" noProof="1">
              <a:solidFill>
                <a:schemeClr val="tx1"/>
              </a:solidFill>
              <a:effectLst/>
              <a:latin typeface="Times New Roman" panose="02020603050405020304" charset="0"/>
            </a:endParaRPr>
          </a:p>
          <a:p>
            <a:pPr marL="0" indent="0" fontAlgn="base">
              <a:lnSpc>
                <a:spcPct val="105000"/>
              </a:lnSpc>
              <a:buNone/>
            </a:pPr>
            <a:r>
              <a:rPr lang="en-US" altLang="zh-CN" sz="1600" strike="noStrike" noProof="1">
                <a:solidFill>
                  <a:schemeClr val="tx1"/>
                </a:solidFill>
                <a:effectLst/>
                <a:latin typeface="Times New Roman" panose="02020603050405020304" charset="0"/>
              </a:rPr>
              <a:t>        V(S1)</a:t>
            </a:r>
            <a:endParaRPr lang="en-US" altLang="zh-CN" sz="1600" strike="noStrike" noProof="1">
              <a:solidFill>
                <a:schemeClr val="tx1"/>
              </a:solidFill>
              <a:effectLst/>
              <a:latin typeface="Times New Roman" panose="02020603050405020304" charset="0"/>
            </a:endParaRPr>
          </a:p>
          <a:p>
            <a:pPr marL="0" indent="0" fontAlgn="base">
              <a:lnSpc>
                <a:spcPct val="105000"/>
              </a:lnSpc>
              <a:buNone/>
            </a:pPr>
            <a:r>
              <a:rPr lang="en-US" altLang="zh-CN" sz="1600" strike="noStrike" noProof="1">
                <a:solidFill>
                  <a:schemeClr val="tx1"/>
                </a:solidFill>
                <a:effectLst/>
                <a:latin typeface="Times New Roman" panose="02020603050405020304" charset="0"/>
              </a:rPr>
              <a:t>    }</a:t>
            </a:r>
            <a:endParaRPr lang="zh-CN" altLang="en-US" sz="1600" strike="noStrike" noProof="1">
              <a:solidFill>
                <a:schemeClr val="tx1"/>
              </a:solidFill>
              <a:effectLst/>
              <a:latin typeface="Times New Roman" panose="02020603050405020304" charset="0"/>
            </a:endParaRPr>
          </a:p>
          <a:p>
            <a:pPr marL="0" indent="0" fontAlgn="base">
              <a:lnSpc>
                <a:spcPct val="105000"/>
              </a:lnSpc>
              <a:buNone/>
            </a:pPr>
            <a:r>
              <a:rPr lang="en-US" altLang="zh-CN" sz="1600" strike="noStrike" noProof="1">
                <a:solidFill>
                  <a:schemeClr val="tx1"/>
                </a:solidFill>
                <a:effectLst/>
                <a:latin typeface="Times New Roman" panose="02020603050405020304" charset="0"/>
              </a:rPr>
              <a:t>}</a:t>
            </a:r>
            <a:endParaRPr lang="en-US" altLang="zh-CN" sz="1600" strike="noStrike" noProof="1">
              <a:solidFill>
                <a:schemeClr val="tx1"/>
              </a:solidFill>
              <a:effectLst/>
              <a:latin typeface="Times New Roman" panose="02020603050405020304" charset="0"/>
            </a:endParaRPr>
          </a:p>
        </p:txBody>
      </p:sp>
    </p:spTree>
  </p:cSld>
  <p:clrMapOvr>
    <a:masterClrMapping/>
  </p:clrMapOvr>
  <p:transition>
    <p:fade/>
  </p:transition>
  <p:timing>
    <p:tnLst>
      <p:par>
        <p:cTn id="1" dur="indefinite" restart="never" nodeType="tmRoot"/>
      </p:par>
    </p:tnLst>
    <p:bldLst>
      <p:bldP spid="2048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1" name="矩形 27650"/>
          <p:cNvSpPr/>
          <p:nvPr/>
        </p:nvSpPr>
        <p:spPr>
          <a:xfrm>
            <a:off x="500063" y="3130550"/>
            <a:ext cx="6640513" cy="88265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pPr>
            <a:endParaRPr lang="en-US" altLang="zh-CN" sz="2000" b="1" strike="noStrike" noProof="1">
              <a:solidFill>
                <a:schemeClr val="tx1"/>
              </a:solidFill>
              <a:latin typeface="Times New Roman" panose="02020603050405020304" charset="0"/>
              <a:ea typeface="宋体" panose="02010600030101010101" pitchFamily="2" charset="-122"/>
              <a:sym typeface="Symbol" panose="05050102010706020507" pitchFamily="2" charset="2"/>
            </a:endParaRPr>
          </a:p>
          <a:p>
            <a:pPr marL="914400" lvl="1" indent="-457200" fontAlgn="base">
              <a:lnSpc>
                <a:spcPct val="120000"/>
              </a:lnSpc>
              <a:spcBef>
                <a:spcPct val="20000"/>
              </a:spcBef>
            </a:pPr>
            <a:endParaRPr lang="en-US" altLang="zh-CN" sz="2000" b="1" strike="noStrike" noProof="1">
              <a:solidFill>
                <a:schemeClr val="tx1"/>
              </a:solidFill>
              <a:latin typeface="Times New Roman" panose="02020603050405020304" charset="0"/>
              <a:ea typeface="宋体" panose="02010600030101010101" pitchFamily="2" charset="-122"/>
              <a:sym typeface="Symbol" panose="05050102010706020507" pitchFamily="2" charset="2"/>
            </a:endParaRPr>
          </a:p>
        </p:txBody>
      </p:sp>
      <p:sp>
        <p:nvSpPr>
          <p:cNvPr id="27652" name="矩形 27651"/>
          <p:cNvSpPr/>
          <p:nvPr/>
        </p:nvSpPr>
        <p:spPr>
          <a:xfrm>
            <a:off x="60960" y="565150"/>
            <a:ext cx="9004935" cy="4923790"/>
          </a:xfrm>
          <a:prstGeom prst="rect">
            <a:avLst/>
          </a:prstGeom>
          <a:noFill/>
          <a:ln w="9525">
            <a:noFill/>
            <a:miter/>
          </a:ln>
        </p:spPr>
        <p:txBody>
          <a:bodyPr wrap="square" anchor="t">
            <a:spAutoFit/>
          </a:bodyPr>
          <a:p>
            <a:pPr marL="533400" lvl="0" indent="-533400">
              <a:lnSpc>
                <a:spcPct val="130000"/>
              </a:lnSpc>
              <a:spcBef>
                <a:spcPct val="30000"/>
              </a:spcBef>
              <a:buClr>
                <a:schemeClr val="tx2"/>
              </a:buClr>
              <a:buSzPct val="95000"/>
              <a:buFont typeface="Wingdings" panose="05000000000000000000" pitchFamily="2" charset="2"/>
              <a:buNone/>
            </a:pPr>
            <a:r>
              <a:rPr lang="en-US" altLang="zh-CN" b="1">
                <a:solidFill>
                  <a:srgbClr val="990000"/>
                </a:solidFill>
                <a:latin typeface="Times New Roman" panose="02020603050405020304" charset="0"/>
                <a:ea typeface="宋体" panose="02010600030101010101" pitchFamily="2" charset="-122"/>
              </a:rPr>
              <a:t>4.  UNIX</a:t>
            </a:r>
            <a:r>
              <a:rPr lang="zh-CN" altLang="en-US" b="1">
                <a:solidFill>
                  <a:srgbClr val="990000"/>
                </a:solidFill>
                <a:latin typeface="Times New Roman" panose="02020603050405020304" charset="0"/>
                <a:ea typeface="宋体" panose="02010600030101010101" pitchFamily="2" charset="-122"/>
              </a:rPr>
              <a:t>系统的缓冲区管理</a:t>
            </a:r>
            <a:r>
              <a:rPr lang="zh-CN" altLang="zh-CN" b="1">
                <a:solidFill>
                  <a:srgbClr val="990000"/>
                </a:solidFill>
                <a:latin typeface="Times New Roman" panose="02020603050405020304" charset="0"/>
                <a:ea typeface="宋体" panose="02010600030101010101" pitchFamily="2" charset="-122"/>
              </a:rPr>
              <a:t>(缓冲池)</a:t>
            </a:r>
            <a:endParaRPr lang="zh-CN" altLang="zh-CN" b="1">
              <a:solidFill>
                <a:srgbClr val="990000"/>
              </a:solidFill>
              <a:latin typeface="Times New Roman" panose="02020603050405020304" charset="0"/>
              <a:ea typeface="宋体" panose="02010600030101010101" pitchFamily="2" charset="-122"/>
            </a:endParaRPr>
          </a:p>
          <a:p>
            <a:pPr marL="533400" lvl="0" indent="-533400">
              <a:lnSpc>
                <a:spcPct val="130000"/>
              </a:lnSpc>
              <a:spcBef>
                <a:spcPct val="30000"/>
              </a:spcBef>
              <a:buClr>
                <a:schemeClr val="tx2"/>
              </a:buClr>
              <a:buSzPct val="95000"/>
              <a:buFont typeface="Wingdings" panose="05000000000000000000" pitchFamily="2" charset="2"/>
              <a:buNone/>
            </a:pPr>
            <a:r>
              <a:rPr lang="zh-CN" altLang="en-US" sz="2800" b="1">
                <a:solidFill>
                  <a:srgbClr val="A50021"/>
                </a:solidFill>
                <a:latin typeface="Times New Roman" panose="02020603050405020304" charset="0"/>
                <a:ea typeface="宋体" panose="02010600030101010101" pitchFamily="2" charset="-122"/>
              </a:rPr>
              <a:t>      </a:t>
            </a:r>
            <a:r>
              <a:rPr lang="en-US" altLang="zh-CN" sz="2800" b="1">
                <a:solidFill>
                  <a:srgbClr val="A50021"/>
                </a:solidFill>
                <a:latin typeface="Times New Roman" panose="02020603050405020304" charset="0"/>
                <a:ea typeface="宋体" panose="02010600030101010101" pitchFamily="2" charset="-122"/>
              </a:rPr>
              <a:t>(1) UNIX</a:t>
            </a:r>
            <a:r>
              <a:rPr lang="zh-CN" altLang="en-US" sz="2800" b="1">
                <a:solidFill>
                  <a:srgbClr val="A50021"/>
                </a:solidFill>
                <a:latin typeface="Times New Roman" panose="02020603050405020304" charset="0"/>
                <a:ea typeface="宋体" panose="02010600030101010101" pitchFamily="2" charset="-122"/>
              </a:rPr>
              <a:t>系统缓冲管理的目</a:t>
            </a:r>
            <a:r>
              <a:rPr lang="x-none" altLang="zh-CN" sz="2800" b="1">
                <a:solidFill>
                  <a:srgbClr val="A50021"/>
                </a:solidFill>
                <a:latin typeface="Times New Roman" panose="02020603050405020304" charset="0"/>
                <a:ea typeface="宋体" panose="02010600030101010101" pitchFamily="2" charset="-122"/>
              </a:rPr>
              <a:t>的</a:t>
            </a:r>
            <a:r>
              <a:rPr lang="x-none" altLang="zh-CN" sz="2800" b="1">
                <a:solidFill>
                  <a:schemeClr val="tx1"/>
                </a:solidFill>
                <a:latin typeface="Times New Roman" panose="02020603050405020304" charset="0"/>
                <a:ea typeface="宋体" panose="02010600030101010101" pitchFamily="2" charset="-122"/>
              </a:rPr>
              <a:t>(磁盘的传输速率比内存慢)</a:t>
            </a:r>
            <a:endParaRPr lang="x-none" altLang="zh-CN" sz="2800" b="1">
              <a:solidFill>
                <a:schemeClr val="tx1"/>
              </a:solidFill>
              <a:latin typeface="Times New Roman" panose="02020603050405020304" charset="0"/>
              <a:ea typeface="宋体" panose="02010600030101010101" pitchFamily="2" charset="-122"/>
            </a:endParaRPr>
          </a:p>
          <a:p>
            <a:pPr marL="914400" lvl="1" indent="-4572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400" u="none" baseline="0">
                <a:solidFill>
                  <a:schemeClr val="tx1"/>
                </a:solidFill>
                <a:latin typeface="Times New Roman" panose="02020603050405020304" charset="0"/>
                <a:ea typeface="宋体" panose="02010600030101010101" pitchFamily="2" charset="-122"/>
                <a:sym typeface="Symbol" panose="05050102010706020507" pitchFamily="2" charset="2"/>
              </a:rPr>
              <a:t>加快系统响应、增强系统吞吐量</a:t>
            </a:r>
            <a:endParaRPr lang="zh-CN" altLang="en-US" sz="2400" u="none" baseline="0">
              <a:solidFill>
                <a:schemeClr val="tx1"/>
              </a:solidFill>
              <a:latin typeface="Times New Roman" panose="02020603050405020304" charset="0"/>
              <a:ea typeface="宋体" panose="02010600030101010101" pitchFamily="2" charset="-122"/>
              <a:sym typeface="Symbol" panose="05050102010706020507" pitchFamily="2" charset="2"/>
            </a:endParaRPr>
          </a:p>
          <a:p>
            <a:pPr marL="914400" lvl="1" indent="-457200" algn="l" eaLnBrk="1" fontAlgn="base" latinLnBrk="0" hangingPunct="1">
              <a:lnSpc>
                <a:spcPct val="110000"/>
              </a:lnSpc>
              <a:spcBef>
                <a:spcPct val="30000"/>
              </a:spcBef>
              <a:spcAft>
                <a:spcPct val="0"/>
              </a:spcAft>
              <a:buClr>
                <a:schemeClr val="tx2"/>
              </a:buClr>
              <a:buSzPct val="95000"/>
              <a:buFont typeface="Wingdings" panose="05000000000000000000" pitchFamily="2" charset="2"/>
              <a:buChar char="•"/>
            </a:pPr>
            <a:r>
              <a:rPr lang="zh-CN" altLang="en-US" sz="2400" u="none" baseline="0">
                <a:solidFill>
                  <a:schemeClr val="tx1"/>
                </a:solidFill>
                <a:latin typeface="Times New Roman" panose="02020603050405020304" charset="0"/>
                <a:ea typeface="宋体" panose="02010600030101010101" pitchFamily="2" charset="-122"/>
                <a:sym typeface="Symbol" panose="05050102010706020507" pitchFamily="2" charset="2"/>
              </a:rPr>
              <a:t>减少对磁盘的</a:t>
            </a:r>
            <a:r>
              <a:rPr lang="en-US" altLang="zh-CN" sz="2400" u="none" baseline="0">
                <a:solidFill>
                  <a:schemeClr val="tx1"/>
                </a:solidFill>
                <a:latin typeface="Times New Roman" panose="02020603050405020304" charset="0"/>
                <a:ea typeface="宋体" panose="02010600030101010101" pitchFamily="2" charset="-122"/>
                <a:sym typeface="Symbol" panose="05050102010706020507" pitchFamily="2" charset="2"/>
              </a:rPr>
              <a:t>I/O</a:t>
            </a:r>
            <a:r>
              <a:rPr lang="zh-CN" altLang="en-US" sz="2400" u="none" baseline="0">
                <a:solidFill>
                  <a:schemeClr val="tx1"/>
                </a:solidFill>
                <a:latin typeface="Times New Roman" panose="02020603050405020304" charset="0"/>
                <a:ea typeface="宋体" panose="02010600030101010101" pitchFamily="2" charset="-122"/>
                <a:sym typeface="Symbol" panose="05050102010706020507" pitchFamily="2" charset="2"/>
              </a:rPr>
              <a:t>操作次数</a:t>
            </a:r>
            <a:endParaRPr lang="zh-CN" altLang="en-US" sz="2400" u="none" baseline="0">
              <a:solidFill>
                <a:schemeClr val="tx1"/>
              </a:solidFill>
              <a:latin typeface="Times New Roman" panose="02020603050405020304" charset="0"/>
              <a:ea typeface="宋体" panose="02010600030101010101" pitchFamily="2" charset="-122"/>
              <a:sym typeface="Symbol" panose="05050102010706020507" pitchFamily="2" charset="2"/>
            </a:endParaRPr>
          </a:p>
          <a:p>
            <a:pPr marL="533400" lvl="0" indent="-533400">
              <a:lnSpc>
                <a:spcPct val="130000"/>
              </a:lnSpc>
              <a:spcBef>
                <a:spcPct val="30000"/>
              </a:spcBef>
              <a:buClr>
                <a:schemeClr val="tx2"/>
              </a:buClr>
              <a:buSzPct val="95000"/>
              <a:buFont typeface="Wingdings" panose="05000000000000000000" pitchFamily="2" charset="2"/>
              <a:buNone/>
            </a:pPr>
            <a:r>
              <a:rPr lang="zh-CN" altLang="en-US" sz="2800" b="1">
                <a:solidFill>
                  <a:srgbClr val="A50021"/>
                </a:solidFill>
                <a:latin typeface="Times New Roman" panose="02020603050405020304" charset="0"/>
                <a:ea typeface="宋体" panose="02010600030101010101" pitchFamily="2" charset="-122"/>
              </a:rPr>
              <a:t>      </a:t>
            </a:r>
            <a:r>
              <a:rPr lang="en-US" altLang="zh-CN" sz="2800" b="1">
                <a:solidFill>
                  <a:srgbClr val="A50021"/>
                </a:solidFill>
                <a:latin typeface="Times New Roman" panose="02020603050405020304" charset="0"/>
                <a:ea typeface="宋体" panose="02010600030101010101" pitchFamily="2" charset="-122"/>
              </a:rPr>
              <a:t>(2) UNIX</a:t>
            </a:r>
            <a:r>
              <a:rPr lang="zh-CN" altLang="en-US" sz="2800" b="1">
                <a:solidFill>
                  <a:srgbClr val="A50021"/>
                </a:solidFill>
                <a:latin typeface="Times New Roman" panose="02020603050405020304" charset="0"/>
                <a:ea typeface="宋体" panose="02010600030101010101" pitchFamily="2" charset="-122"/>
              </a:rPr>
              <a:t>系统缓冲管理的思路</a:t>
            </a:r>
            <a:r>
              <a:rPr lang="x-none" altLang="zh-CN" sz="2800" b="1">
                <a:solidFill>
                  <a:schemeClr val="tx1"/>
                </a:solidFill>
                <a:latin typeface="Times New Roman" panose="02020603050405020304" charset="0"/>
                <a:ea typeface="宋体" panose="02010600030101010101" pitchFamily="2" charset="-122"/>
              </a:rPr>
              <a:t>(尽可能多的利用保存在缓冲中的数据)</a:t>
            </a:r>
            <a:endParaRPr lang="x-none" altLang="zh-CN" sz="2800" b="1">
              <a:solidFill>
                <a:schemeClr val="tx1"/>
              </a:solidFill>
              <a:latin typeface="Times New Roman" panose="02020603050405020304" charset="0"/>
              <a:ea typeface="宋体" panose="02010600030101010101" pitchFamily="2" charset="-122"/>
            </a:endParaRPr>
          </a:p>
          <a:p>
            <a:pPr lvl="1" algn="l" eaLnBrk="1" fontAlgn="base" latinLnBrk="0" hangingPunct="1">
              <a:lnSpc>
                <a:spcPct val="130000"/>
              </a:lnSpc>
              <a:spcBef>
                <a:spcPct val="30000"/>
              </a:spcBef>
              <a:spcAft>
                <a:spcPct val="0"/>
              </a:spcAft>
              <a:buClr>
                <a:schemeClr val="tx2"/>
              </a:buClr>
              <a:buSzPct val="95000"/>
              <a:buFont typeface="Wingdings" panose="05000000000000000000" pitchFamily="2" charset="2"/>
            </a:pPr>
            <a:r>
              <a:rPr lang="en-US" altLang="zh-CN" sz="2400" b="1">
                <a:solidFill>
                  <a:srgbClr val="CC0000"/>
                </a:solidFill>
                <a:latin typeface="宋体" panose="02010600030101010101" pitchFamily="2" charset="-122"/>
                <a:sym typeface="Symbol" panose="05050102010706020507" pitchFamily="2" charset="2"/>
              </a:rPr>
              <a:t>			</a:t>
            </a:r>
            <a:r>
              <a:rPr lang="zh-CN" altLang="en-US" sz="2400" b="1">
                <a:solidFill>
                  <a:srgbClr val="CC0000"/>
                </a:solidFill>
                <a:latin typeface="宋体" panose="02010600030101010101" pitchFamily="2" charset="-122"/>
                <a:sym typeface="Symbol" panose="05050102010706020507" pitchFamily="2" charset="2"/>
              </a:rPr>
              <a:t>预先缓存，延迟发送</a:t>
            </a:r>
            <a:endParaRPr lang="zh-CN" altLang="en-US" sz="2400" b="1" u="none" baseline="0">
              <a:solidFill>
                <a:srgbClr val="CC0000"/>
              </a:solidFill>
              <a:latin typeface="宋体" panose="02010600030101010101" pitchFamily="2" charset="-122"/>
              <a:ea typeface="宋体" panose="02010600030101010101" pitchFamily="2" charset="-122"/>
              <a:sym typeface="Symbol" panose="05050102010706020507" pitchFamily="2" charset="2"/>
            </a:endParaRPr>
          </a:p>
        </p:txBody>
      </p:sp>
      <p:sp>
        <p:nvSpPr>
          <p:cNvPr id="27653" name="矩形 27652"/>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缓冲技术</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27652"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文本框 3276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25</a:t>
            </a:r>
            <a:endParaRPr lang="en-US" altLang="zh-CN" sz="1400">
              <a:solidFill>
                <a:schemeClr val="tx2"/>
              </a:solidFill>
              <a:latin typeface="Times New Roman" panose="02020603050405020304" charset="0"/>
              <a:ea typeface="宋体" panose="02010600030101010101" pitchFamily="2" charset="-122"/>
            </a:endParaRPr>
          </a:p>
        </p:txBody>
      </p:sp>
      <p:grpSp>
        <p:nvGrpSpPr>
          <p:cNvPr id="32772" name="组合 32771"/>
          <p:cNvGrpSpPr/>
          <p:nvPr/>
        </p:nvGrpSpPr>
        <p:grpSpPr>
          <a:xfrm>
            <a:off x="1201738" y="3294063"/>
            <a:ext cx="6170612" cy="1943100"/>
            <a:chOff x="0" y="0"/>
            <a:chExt cx="3887" cy="1224"/>
          </a:xfrm>
        </p:grpSpPr>
        <p:sp>
          <p:nvSpPr>
            <p:cNvPr id="32773" name="椭圆 32772"/>
            <p:cNvSpPr/>
            <p:nvPr/>
          </p:nvSpPr>
          <p:spPr>
            <a:xfrm>
              <a:off x="462" y="207"/>
              <a:ext cx="589" cy="589"/>
            </a:xfrm>
            <a:prstGeom prst="ellipse">
              <a:avLst/>
            </a:prstGeom>
            <a:solidFill>
              <a:srgbClr val="FFCCFF"/>
            </a:solidFill>
            <a:ln w="9525" cap="flat" cmpd="sng">
              <a:solidFill>
                <a:schemeClr val="tx1"/>
              </a:solidFill>
              <a:prstDash val="solid"/>
              <a:headEnd type="none" w="med" len="med"/>
              <a:tailEnd type="none" w="med" len="med"/>
            </a:ln>
          </p:spPr>
          <p:txBody>
            <a:bodyPr anchor="ctr"/>
            <a:p>
              <a:pPr marL="914400" lvl="0" indent="-340995" algn="ctr" fontAlgn="base">
                <a:lnSpc>
                  <a:spcPct val="120000"/>
                </a:lnSpc>
                <a:buClr>
                  <a:schemeClr val="tx2"/>
                </a:buClr>
                <a:buSzPct val="95000"/>
                <a:buFont typeface="Wingdings" panose="05000000000000000000" pitchFamily="2" charset="2"/>
                <a:buBlip>
                  <a:blip r:embed="rId1"/>
                </a:buBlip>
              </a:pPr>
              <a:endParaRPr sz="32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39941" name="文本框 32773"/>
            <p:cNvSpPr txBox="1"/>
            <p:nvPr/>
          </p:nvSpPr>
          <p:spPr>
            <a:xfrm>
              <a:off x="0" y="0"/>
              <a:ext cx="527" cy="212"/>
            </a:xfrm>
            <a:prstGeom prst="rect">
              <a:avLst/>
            </a:prstGeom>
            <a:noFill/>
            <a:ln w="9525">
              <a:noFill/>
              <a:miter/>
            </a:ln>
          </p:spPr>
          <p:txBody>
            <a:bodyPr anchor="t">
              <a:spAutoFit/>
            </a:bodyPr>
            <a:p>
              <a:pPr lvl="0">
                <a:spcBef>
                  <a:spcPct val="50000"/>
                </a:spcBef>
                <a:buClr>
                  <a:srgbClr val="000000"/>
                </a:buClr>
              </a:pPr>
              <a:r>
                <a:rPr lang="zh-CN" altLang="en-US" sz="1600" b="1">
                  <a:solidFill>
                    <a:schemeClr val="tx1"/>
                  </a:solidFill>
                  <a:latin typeface="Times New Roman" panose="02020603050405020304" charset="0"/>
                  <a:ea typeface="宋体" panose="02010600030101010101" pitchFamily="2" charset="-122"/>
                </a:rPr>
                <a:t>缓冲读</a:t>
              </a:r>
              <a:endParaRPr lang="zh-CN" altLang="en-US" sz="1600" b="1">
                <a:solidFill>
                  <a:schemeClr val="tx1"/>
                </a:solidFill>
                <a:latin typeface="Times New Roman" panose="02020603050405020304" charset="0"/>
                <a:ea typeface="宋体" panose="02010600030101010101" pitchFamily="2" charset="-122"/>
              </a:endParaRPr>
            </a:p>
          </p:txBody>
        </p:sp>
        <p:sp>
          <p:nvSpPr>
            <p:cNvPr id="32775" name="矩形 32774"/>
            <p:cNvSpPr/>
            <p:nvPr/>
          </p:nvSpPr>
          <p:spPr>
            <a:xfrm>
              <a:off x="1610" y="246"/>
              <a:ext cx="725" cy="499"/>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sz="32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39943" name="文本框 32775"/>
            <p:cNvSpPr txBox="1"/>
            <p:nvPr/>
          </p:nvSpPr>
          <p:spPr>
            <a:xfrm>
              <a:off x="1648" y="902"/>
              <a:ext cx="639" cy="212"/>
            </a:xfrm>
            <a:prstGeom prst="rect">
              <a:avLst/>
            </a:prstGeom>
            <a:noFill/>
            <a:ln w="9525">
              <a:noFill/>
              <a:miter/>
            </a:ln>
          </p:spPr>
          <p:txBody>
            <a:bodyPr anchor="t">
              <a:spAutoFit/>
            </a:bodyPr>
            <a:p>
              <a:pPr lvl="0">
                <a:spcBef>
                  <a:spcPct val="50000"/>
                </a:spcBef>
                <a:buClr>
                  <a:srgbClr val="000000"/>
                </a:buClr>
              </a:pPr>
              <a:r>
                <a:rPr lang="zh-CN" altLang="en-US" sz="1600" b="1">
                  <a:solidFill>
                    <a:schemeClr val="tx1"/>
                  </a:solidFill>
                  <a:latin typeface="Times New Roman" panose="02020603050405020304" charset="0"/>
                  <a:ea typeface="宋体" panose="02010600030101010101" pitchFamily="2" charset="-122"/>
                </a:rPr>
                <a:t>高速缓冲</a:t>
              </a:r>
              <a:endParaRPr lang="zh-CN" altLang="en-US" sz="1600" b="1">
                <a:solidFill>
                  <a:schemeClr val="tx1"/>
                </a:solidFill>
                <a:latin typeface="Times New Roman" panose="02020603050405020304" charset="0"/>
                <a:ea typeface="宋体" panose="02010600030101010101" pitchFamily="2" charset="-122"/>
              </a:endParaRPr>
            </a:p>
          </p:txBody>
        </p:sp>
        <p:sp>
          <p:nvSpPr>
            <p:cNvPr id="39944" name="文本框 32776"/>
            <p:cNvSpPr txBox="1"/>
            <p:nvPr/>
          </p:nvSpPr>
          <p:spPr>
            <a:xfrm>
              <a:off x="3199" y="106"/>
              <a:ext cx="662" cy="911"/>
            </a:xfrm>
            <a:prstGeom prst="rect">
              <a:avLst/>
            </a:prstGeom>
            <a:noFill/>
            <a:ln w="9525" cap="flat" cmpd="sng">
              <a:solidFill>
                <a:schemeClr val="tx1"/>
              </a:solidFill>
              <a:prstDash val="solid"/>
              <a:miter/>
              <a:headEnd type="none" w="med" len="med"/>
              <a:tailEnd type="none" w="med" len="med"/>
            </a:ln>
          </p:spPr>
          <p:txBody>
            <a:bodyPr anchor="t">
              <a:spAutoFit/>
            </a:bodyPr>
            <a:p>
              <a:pPr lvl="0">
                <a:spcBef>
                  <a:spcPct val="50000"/>
                </a:spcBef>
                <a:buClr>
                  <a:srgbClr val="000000"/>
                </a:buClr>
              </a:pPr>
              <a:endParaRPr lang="en-US" altLang="zh-CN" sz="1600" b="1">
                <a:solidFill>
                  <a:schemeClr val="tx1"/>
                </a:solidFill>
                <a:latin typeface="Times New Roman" panose="02020603050405020304" charset="0"/>
                <a:ea typeface="宋体" panose="02010600030101010101" pitchFamily="2" charset="-122"/>
              </a:endParaRPr>
            </a:p>
            <a:p>
              <a:pPr lvl="0" algn="ctr">
                <a:buClr>
                  <a:srgbClr val="000000"/>
                </a:buClr>
              </a:pPr>
              <a:r>
                <a:rPr lang="en-US" altLang="zh-CN" sz="1600" b="1">
                  <a:solidFill>
                    <a:schemeClr val="tx1"/>
                  </a:solidFill>
                  <a:latin typeface="Times New Roman" panose="02020603050405020304" charset="0"/>
                  <a:ea typeface="宋体" panose="02010600030101010101" pitchFamily="2" charset="-122"/>
                </a:rPr>
                <a:t> </a:t>
              </a:r>
              <a:r>
                <a:rPr lang="zh-CN" altLang="en-US" sz="1600">
                  <a:solidFill>
                    <a:schemeClr val="tx1"/>
                  </a:solidFill>
                  <a:latin typeface="Times New Roman" panose="02020603050405020304" charset="0"/>
                  <a:ea typeface="宋体" panose="02010600030101010101" pitchFamily="2" charset="-122"/>
                </a:rPr>
                <a:t>用户</a:t>
              </a:r>
              <a:endParaRPr lang="zh-CN" altLang="en-US" sz="1600">
                <a:solidFill>
                  <a:schemeClr val="tx1"/>
                </a:solidFill>
                <a:latin typeface="Times New Roman" panose="02020603050405020304" charset="0"/>
                <a:ea typeface="宋体" panose="02010600030101010101" pitchFamily="2" charset="-122"/>
              </a:endParaRPr>
            </a:p>
            <a:p>
              <a:pPr lvl="0" algn="ctr">
                <a:buClr>
                  <a:srgbClr val="000000"/>
                </a:buClr>
              </a:pPr>
              <a:r>
                <a:rPr lang="zh-CN" altLang="en-US" sz="1600">
                  <a:solidFill>
                    <a:schemeClr val="tx1"/>
                  </a:solidFill>
                  <a:latin typeface="Times New Roman" panose="02020603050405020304" charset="0"/>
                  <a:ea typeface="宋体" panose="02010600030101010101" pitchFamily="2" charset="-122"/>
                </a:rPr>
                <a:t>数据区</a:t>
              </a:r>
              <a:endParaRPr lang="zh-CN" altLang="en-US" sz="1600">
                <a:solidFill>
                  <a:schemeClr val="tx1"/>
                </a:solidFill>
                <a:latin typeface="Times New Roman" panose="02020603050405020304" charset="0"/>
                <a:ea typeface="宋体" panose="02010600030101010101" pitchFamily="2" charset="-122"/>
              </a:endParaRPr>
            </a:p>
            <a:p>
              <a:pPr lvl="0">
                <a:buClr>
                  <a:srgbClr val="000000"/>
                </a:buClr>
              </a:pPr>
              <a:endParaRPr lang="zh-CN" altLang="en-US" sz="1600">
                <a:solidFill>
                  <a:schemeClr val="tx1"/>
                </a:solidFill>
                <a:latin typeface="Times New Roman" panose="02020603050405020304" charset="0"/>
                <a:ea typeface="宋体" panose="02010600030101010101" pitchFamily="2" charset="-122"/>
              </a:endParaRPr>
            </a:p>
            <a:p>
              <a:pPr lvl="0">
                <a:spcBef>
                  <a:spcPct val="50000"/>
                </a:spcBef>
                <a:buClr>
                  <a:srgbClr val="000000"/>
                </a:buClr>
              </a:pPr>
              <a:endParaRPr lang="zh-CN" altLang="en-US" sz="1600" b="1">
                <a:solidFill>
                  <a:schemeClr val="tx1"/>
                </a:solidFill>
                <a:latin typeface="Times New Roman" panose="02020603050405020304" charset="0"/>
                <a:ea typeface="宋体" panose="02010600030101010101" pitchFamily="2" charset="-122"/>
              </a:endParaRPr>
            </a:p>
          </p:txBody>
        </p:sp>
        <p:sp>
          <p:nvSpPr>
            <p:cNvPr id="39945" name="文本框 32777"/>
            <p:cNvSpPr txBox="1"/>
            <p:nvPr/>
          </p:nvSpPr>
          <p:spPr>
            <a:xfrm>
              <a:off x="3230" y="1012"/>
              <a:ext cx="657" cy="212"/>
            </a:xfrm>
            <a:prstGeom prst="rect">
              <a:avLst/>
            </a:prstGeom>
            <a:noFill/>
            <a:ln w="9525">
              <a:noFill/>
              <a:miter/>
            </a:ln>
          </p:spPr>
          <p:txBody>
            <a:bodyPr anchor="t">
              <a:spAutoFit/>
            </a:bodyPr>
            <a:p>
              <a:pPr lvl="0">
                <a:spcBef>
                  <a:spcPct val="50000"/>
                </a:spcBef>
                <a:buClr>
                  <a:srgbClr val="000000"/>
                </a:buClr>
              </a:pPr>
              <a:r>
                <a:rPr lang="zh-CN" altLang="en-US" sz="1600" b="1">
                  <a:solidFill>
                    <a:schemeClr val="tx1"/>
                  </a:solidFill>
                  <a:latin typeface="Times New Roman" panose="02020603050405020304" charset="0"/>
                  <a:ea typeface="宋体" panose="02010600030101010101" pitchFamily="2" charset="-122"/>
                </a:rPr>
                <a:t>用户进程</a:t>
              </a:r>
              <a:endParaRPr lang="zh-CN" altLang="en-US" sz="1600" b="1">
                <a:solidFill>
                  <a:schemeClr val="tx1"/>
                </a:solidFill>
                <a:latin typeface="Times New Roman" panose="02020603050405020304" charset="0"/>
                <a:ea typeface="宋体" panose="02010600030101010101" pitchFamily="2" charset="-122"/>
              </a:endParaRPr>
            </a:p>
          </p:txBody>
        </p:sp>
        <p:sp>
          <p:nvSpPr>
            <p:cNvPr id="39946" name="文本框 32778"/>
            <p:cNvSpPr txBox="1"/>
            <p:nvPr/>
          </p:nvSpPr>
          <p:spPr>
            <a:xfrm>
              <a:off x="552" y="817"/>
              <a:ext cx="375" cy="212"/>
            </a:xfrm>
            <a:prstGeom prst="rect">
              <a:avLst/>
            </a:prstGeom>
            <a:noFill/>
            <a:ln w="9525">
              <a:noFill/>
              <a:miter/>
            </a:ln>
          </p:spPr>
          <p:txBody>
            <a:bodyPr anchor="t">
              <a:spAutoFit/>
            </a:bodyPr>
            <a:p>
              <a:pPr lvl="0">
                <a:spcBef>
                  <a:spcPct val="50000"/>
                </a:spcBef>
                <a:buClr>
                  <a:srgbClr val="000000"/>
                </a:buClr>
              </a:pPr>
              <a:r>
                <a:rPr lang="zh-CN" altLang="en-US" sz="1600" b="1">
                  <a:solidFill>
                    <a:schemeClr val="tx1"/>
                  </a:solidFill>
                  <a:latin typeface="Times New Roman" panose="02020603050405020304" charset="0"/>
                  <a:ea typeface="宋体" panose="02010600030101010101" pitchFamily="2" charset="-122"/>
                </a:rPr>
                <a:t>磁盘</a:t>
              </a:r>
              <a:endParaRPr lang="zh-CN" altLang="en-US" sz="1600" b="1">
                <a:solidFill>
                  <a:schemeClr val="tx1"/>
                </a:solidFill>
                <a:latin typeface="Times New Roman" panose="02020603050405020304" charset="0"/>
                <a:ea typeface="宋体" panose="02010600030101010101" pitchFamily="2" charset="-122"/>
              </a:endParaRPr>
            </a:p>
          </p:txBody>
        </p:sp>
        <p:sp>
          <p:nvSpPr>
            <p:cNvPr id="39947" name="直接连接符 32779"/>
            <p:cNvSpPr/>
            <p:nvPr/>
          </p:nvSpPr>
          <p:spPr>
            <a:xfrm>
              <a:off x="876" y="369"/>
              <a:ext cx="866" cy="0"/>
            </a:xfrm>
            <a:prstGeom prst="line">
              <a:avLst/>
            </a:prstGeom>
            <a:ln w="25400" cap="flat" cmpd="sng">
              <a:solidFill>
                <a:schemeClr val="tx1"/>
              </a:solidFill>
              <a:prstDash val="solid"/>
              <a:round/>
              <a:headEnd type="none" w="med" len="med"/>
              <a:tailEnd type="arrow" w="lg" len="lg"/>
            </a:ln>
          </p:spPr>
          <p:txBody>
            <a:bodyPr anchor="t"/>
            <a:p>
              <a:pPr lvl="0" algn="ctr"/>
              <a:endParaRPr lang="zh-CN" altLang="en-US">
                <a:latin typeface="Arial" panose="02080604020202020204" pitchFamily="34" charset="0"/>
                <a:ea typeface="宋体" panose="02010600030101010101" pitchFamily="2" charset="-122"/>
              </a:endParaRPr>
            </a:p>
          </p:txBody>
        </p:sp>
        <p:sp>
          <p:nvSpPr>
            <p:cNvPr id="39948" name="直接连接符 32780"/>
            <p:cNvSpPr/>
            <p:nvPr/>
          </p:nvSpPr>
          <p:spPr>
            <a:xfrm>
              <a:off x="2176" y="439"/>
              <a:ext cx="1102" cy="0"/>
            </a:xfrm>
            <a:prstGeom prst="line">
              <a:avLst/>
            </a:prstGeom>
            <a:ln w="25400" cap="flat" cmpd="sng">
              <a:solidFill>
                <a:schemeClr val="tx1"/>
              </a:solidFill>
              <a:prstDash val="solid"/>
              <a:round/>
              <a:headEnd type="none" w="med" len="med"/>
              <a:tailEnd type="arrow" w="lg" len="lg"/>
            </a:ln>
          </p:spPr>
          <p:txBody>
            <a:bodyPr anchor="t"/>
            <a:p>
              <a:pPr lvl="0" algn="ctr"/>
              <a:endParaRPr lang="zh-CN" altLang="en-US">
                <a:latin typeface="Arial" panose="02080604020202020204" pitchFamily="34" charset="0"/>
                <a:ea typeface="宋体" panose="02010600030101010101" pitchFamily="2" charset="-122"/>
              </a:endParaRPr>
            </a:p>
          </p:txBody>
        </p:sp>
        <p:sp>
          <p:nvSpPr>
            <p:cNvPr id="39949" name="直接连接符 32781"/>
            <p:cNvSpPr/>
            <p:nvPr/>
          </p:nvSpPr>
          <p:spPr>
            <a:xfrm>
              <a:off x="3199" y="257"/>
              <a:ext cx="662" cy="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9950" name="直接连接符 32782"/>
            <p:cNvSpPr/>
            <p:nvPr/>
          </p:nvSpPr>
          <p:spPr>
            <a:xfrm>
              <a:off x="3199" y="630"/>
              <a:ext cx="662" cy="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32799" name="矩形 32798"/>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缓冲技术</a:t>
            </a:r>
            <a:endParaRPr lang="zh-CN" altLang="en-US" sz="2400" strike="noStrike" noProof="1">
              <a:latin typeface="Times New Roman" panose="02020603050405020304" charset="0"/>
              <a:ea typeface="宋体" panose="02010600030101010101" pitchFamily="2" charset="-122"/>
            </a:endParaRPr>
          </a:p>
        </p:txBody>
      </p:sp>
      <p:sp>
        <p:nvSpPr>
          <p:cNvPr id="2" name="文本框 1"/>
          <p:cNvSpPr txBox="1"/>
          <p:nvPr/>
        </p:nvSpPr>
        <p:spPr>
          <a:xfrm>
            <a:off x="438150" y="752475"/>
            <a:ext cx="8004175" cy="2245360"/>
          </a:xfrm>
          <a:prstGeom prst="rect">
            <a:avLst/>
          </a:prstGeom>
          <a:noFill/>
        </p:spPr>
        <p:txBody>
          <a:bodyPr wrap="square" rtlCol="0" anchor="t">
            <a:spAutoFit/>
          </a:bodyPr>
          <a:p>
            <a:r>
              <a:rPr lang="zh-CN" altLang="en-US" sz="2800" b="1">
                <a:solidFill>
                  <a:srgbClr val="CC0000"/>
                </a:solidFill>
                <a:latin typeface="宋体" panose="02010600030101010101" pitchFamily="2" charset="-122"/>
                <a:sym typeface="Symbol" panose="05050102010706020507" pitchFamily="2" charset="2"/>
              </a:rPr>
              <a:t>预先缓存</a:t>
            </a:r>
            <a:r>
              <a:rPr lang="x-none" altLang="zh-CN" sz="2800" b="1">
                <a:solidFill>
                  <a:srgbClr val="CC0000"/>
                </a:solidFill>
                <a:latin typeface="宋体" panose="02010600030101010101" pitchFamily="2" charset="-122"/>
                <a:sym typeface="Symbol" panose="05050102010706020507" pitchFamily="2" charset="2"/>
              </a:rPr>
              <a:t>：</a:t>
            </a:r>
            <a:r>
              <a:rPr lang="zh-CN" altLang="en-US" sz="2800">
                <a:solidFill>
                  <a:schemeClr val="tx1"/>
                </a:solidFill>
                <a:latin typeface="Times New Roman" panose="02020603050405020304" charset="0"/>
                <a:sym typeface="Symbol" panose="05050102010706020507" pitchFamily="2" charset="2"/>
              </a:rPr>
              <a:t>当进程需要从磁盘读数据时，核心首先看数据是否已经在高速缓冲中，如果在就不必要启动磁盘</a:t>
            </a:r>
            <a:r>
              <a:rPr lang="en-US" altLang="zh-CN" sz="2800">
                <a:solidFill>
                  <a:schemeClr val="tx1"/>
                </a:solidFill>
                <a:latin typeface="Times New Roman" panose="02020603050405020304" charset="0"/>
                <a:sym typeface="Symbol" panose="05050102010706020507" pitchFamily="2" charset="2"/>
              </a:rPr>
              <a:t>I/O</a:t>
            </a:r>
            <a:r>
              <a:rPr lang="zh-CN" altLang="en-US" sz="2800">
                <a:solidFill>
                  <a:schemeClr val="tx1"/>
                </a:solidFill>
                <a:latin typeface="Times New Roman" panose="02020603050405020304" charset="0"/>
                <a:sym typeface="Symbol" panose="05050102010706020507" pitchFamily="2" charset="2"/>
              </a:rPr>
              <a:t>，直接从高速缓冲中读</a:t>
            </a:r>
            <a:r>
              <a:rPr lang="x-none" altLang="zh-CN" sz="2800">
                <a:solidFill>
                  <a:schemeClr val="tx1"/>
                </a:solidFill>
                <a:latin typeface="Times New Roman" panose="02020603050405020304" charset="0"/>
                <a:sym typeface="Symbol" panose="05050102010706020507" pitchFamily="2" charset="2"/>
              </a:rPr>
              <a:t>。</a:t>
            </a:r>
            <a:endParaRPr lang="x-none" altLang="zh-CN" sz="2800">
              <a:solidFill>
                <a:schemeClr val="tx1"/>
              </a:solidFill>
              <a:latin typeface="Times New Roman" panose="02020603050405020304" charset="0"/>
              <a:sym typeface="Symbol" panose="05050102010706020507" pitchFamily="2" charset="2"/>
            </a:endParaRPr>
          </a:p>
          <a:p>
            <a:r>
              <a:rPr lang="en-US" altLang="x-none" sz="2800">
                <a:solidFill>
                  <a:schemeClr val="tx1"/>
                </a:solidFill>
                <a:latin typeface="Times New Roman" panose="02020603050405020304" charset="0"/>
                <a:sym typeface="Symbol" panose="05050102010706020507" pitchFamily="2" charset="2"/>
              </a:rPr>
              <a:t>	</a:t>
            </a:r>
            <a:r>
              <a:rPr lang="zh-CN" altLang="en-US" sz="2800">
                <a:solidFill>
                  <a:schemeClr val="tx1"/>
                </a:solidFill>
                <a:latin typeface="Times New Roman" panose="02020603050405020304" charset="0"/>
                <a:sym typeface="Symbol" panose="05050102010706020507" pitchFamily="2" charset="2"/>
              </a:rPr>
              <a:t>如果不在，则核心从磁盘中读数据，并将其缓冲起来。</a:t>
            </a:r>
            <a:endParaRPr lang="zh-CN" altLang="en-US" sz="2800">
              <a:solidFill>
                <a:schemeClr val="tx1"/>
              </a:solidFill>
              <a:latin typeface="Times New Roman" panose="02020603050405020304" charset="0"/>
              <a:sym typeface="Symbol" panose="05050102010706020507" pitchFamily="2" charset="2"/>
            </a:endParaRPr>
          </a:p>
        </p:txBody>
      </p:sp>
    </p:spTree>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文本框 3276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25</a:t>
            </a:r>
            <a:endParaRPr lang="en-US" altLang="zh-CN" sz="1400">
              <a:solidFill>
                <a:schemeClr val="tx2"/>
              </a:solidFill>
              <a:latin typeface="Times New Roman" panose="02020603050405020304" charset="0"/>
              <a:ea typeface="宋体" panose="02010600030101010101" pitchFamily="2" charset="-122"/>
            </a:endParaRPr>
          </a:p>
        </p:txBody>
      </p:sp>
      <p:grpSp>
        <p:nvGrpSpPr>
          <p:cNvPr id="32785" name="组合 32784"/>
          <p:cNvGrpSpPr/>
          <p:nvPr/>
        </p:nvGrpSpPr>
        <p:grpSpPr>
          <a:xfrm>
            <a:off x="1396683" y="3108643"/>
            <a:ext cx="6215062" cy="1971675"/>
            <a:chOff x="0" y="0"/>
            <a:chExt cx="3915" cy="1242"/>
          </a:xfrm>
        </p:grpSpPr>
        <p:sp>
          <p:nvSpPr>
            <p:cNvPr id="39953" name="文本框 32785"/>
            <p:cNvSpPr txBox="1"/>
            <p:nvPr/>
          </p:nvSpPr>
          <p:spPr>
            <a:xfrm>
              <a:off x="0" y="0"/>
              <a:ext cx="527" cy="212"/>
            </a:xfrm>
            <a:prstGeom prst="rect">
              <a:avLst/>
            </a:prstGeom>
            <a:noFill/>
            <a:ln w="9525">
              <a:noFill/>
              <a:miter/>
            </a:ln>
          </p:spPr>
          <p:txBody>
            <a:bodyPr anchor="t">
              <a:spAutoFit/>
            </a:bodyPr>
            <a:p>
              <a:pPr lvl="0">
                <a:spcBef>
                  <a:spcPct val="50000"/>
                </a:spcBef>
                <a:buClr>
                  <a:srgbClr val="000000"/>
                </a:buClr>
              </a:pPr>
              <a:r>
                <a:rPr lang="zh-CN" altLang="en-US" sz="1600" b="1">
                  <a:solidFill>
                    <a:schemeClr val="tx1"/>
                  </a:solidFill>
                  <a:latin typeface="Times New Roman" panose="02020603050405020304" charset="0"/>
                  <a:ea typeface="宋体" panose="02010600030101010101" pitchFamily="2" charset="-122"/>
                </a:rPr>
                <a:t>缓冲写</a:t>
              </a:r>
              <a:endParaRPr lang="zh-CN" altLang="en-US" sz="1600" b="1">
                <a:solidFill>
                  <a:schemeClr val="tx1"/>
                </a:solidFill>
                <a:latin typeface="Times New Roman" panose="02020603050405020304" charset="0"/>
                <a:ea typeface="宋体" panose="02010600030101010101" pitchFamily="2" charset="-122"/>
              </a:endParaRPr>
            </a:p>
          </p:txBody>
        </p:sp>
        <p:sp>
          <p:nvSpPr>
            <p:cNvPr id="32787" name="矩形 32786"/>
            <p:cNvSpPr/>
            <p:nvPr/>
          </p:nvSpPr>
          <p:spPr>
            <a:xfrm>
              <a:off x="1585" y="224"/>
              <a:ext cx="725" cy="499"/>
            </a:xfrm>
            <a:prstGeom prst="rect">
              <a:avLst/>
            </a:prstGeom>
            <a:solidFill>
              <a:srgbClr val="FFCCFF"/>
            </a:solidFill>
            <a:ln w="9525" cap="flat" cmpd="sng">
              <a:solidFill>
                <a:schemeClr val="tx1"/>
              </a:solidFill>
              <a:prstDash val="solid"/>
              <a:miter/>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sz="32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39955" name="文本框 32787"/>
            <p:cNvSpPr txBox="1"/>
            <p:nvPr/>
          </p:nvSpPr>
          <p:spPr>
            <a:xfrm>
              <a:off x="1675" y="911"/>
              <a:ext cx="647" cy="212"/>
            </a:xfrm>
            <a:prstGeom prst="rect">
              <a:avLst/>
            </a:prstGeom>
            <a:noFill/>
            <a:ln w="9525">
              <a:noFill/>
              <a:miter/>
            </a:ln>
          </p:spPr>
          <p:txBody>
            <a:bodyPr anchor="t">
              <a:spAutoFit/>
            </a:bodyPr>
            <a:p>
              <a:pPr lvl="0">
                <a:spcBef>
                  <a:spcPct val="50000"/>
                </a:spcBef>
                <a:buClr>
                  <a:srgbClr val="000000"/>
                </a:buClr>
              </a:pPr>
              <a:r>
                <a:rPr lang="zh-CN" altLang="en-US" sz="1600" b="1">
                  <a:solidFill>
                    <a:schemeClr val="tx1"/>
                  </a:solidFill>
                  <a:latin typeface="Times New Roman" panose="02020603050405020304" charset="0"/>
                  <a:ea typeface="宋体" panose="02010600030101010101" pitchFamily="2" charset="-122"/>
                </a:rPr>
                <a:t>高速缓冲</a:t>
              </a:r>
              <a:endParaRPr lang="zh-CN" altLang="en-US" sz="1600" b="1">
                <a:solidFill>
                  <a:schemeClr val="tx1"/>
                </a:solidFill>
                <a:latin typeface="Times New Roman" panose="02020603050405020304" charset="0"/>
                <a:ea typeface="宋体" panose="02010600030101010101" pitchFamily="2" charset="-122"/>
              </a:endParaRPr>
            </a:p>
          </p:txBody>
        </p:sp>
        <p:sp>
          <p:nvSpPr>
            <p:cNvPr id="39956" name="文本框 32788"/>
            <p:cNvSpPr txBox="1"/>
            <p:nvPr/>
          </p:nvSpPr>
          <p:spPr>
            <a:xfrm>
              <a:off x="3199" y="106"/>
              <a:ext cx="662" cy="911"/>
            </a:xfrm>
            <a:prstGeom prst="rect">
              <a:avLst/>
            </a:prstGeom>
            <a:noFill/>
            <a:ln w="9525" cap="flat" cmpd="sng">
              <a:solidFill>
                <a:schemeClr val="tx1"/>
              </a:solidFill>
              <a:prstDash val="solid"/>
              <a:miter/>
              <a:headEnd type="none" w="med" len="med"/>
              <a:tailEnd type="none" w="med" len="med"/>
            </a:ln>
          </p:spPr>
          <p:txBody>
            <a:bodyPr anchor="t">
              <a:spAutoFit/>
            </a:bodyPr>
            <a:p>
              <a:pPr lvl="0">
                <a:spcBef>
                  <a:spcPct val="50000"/>
                </a:spcBef>
                <a:buClr>
                  <a:srgbClr val="000000"/>
                </a:buClr>
              </a:pPr>
              <a:endParaRPr lang="en-US" altLang="zh-CN" sz="1600" b="1">
                <a:solidFill>
                  <a:schemeClr val="tx1"/>
                </a:solidFill>
                <a:latin typeface="Times New Roman" panose="02020603050405020304" charset="0"/>
                <a:ea typeface="宋体" panose="02010600030101010101" pitchFamily="2" charset="-122"/>
              </a:endParaRPr>
            </a:p>
            <a:p>
              <a:pPr lvl="0" algn="ctr">
                <a:buClr>
                  <a:srgbClr val="000000"/>
                </a:buClr>
              </a:pPr>
              <a:r>
                <a:rPr lang="en-US" altLang="zh-CN" sz="1600" b="1">
                  <a:solidFill>
                    <a:schemeClr val="tx1"/>
                  </a:solidFill>
                  <a:latin typeface="Times New Roman" panose="02020603050405020304" charset="0"/>
                  <a:ea typeface="宋体" panose="02010600030101010101" pitchFamily="2" charset="-122"/>
                </a:rPr>
                <a:t> </a:t>
              </a:r>
              <a:r>
                <a:rPr lang="zh-CN" altLang="en-US" sz="1600">
                  <a:solidFill>
                    <a:schemeClr val="tx1"/>
                  </a:solidFill>
                  <a:latin typeface="Times New Roman" panose="02020603050405020304" charset="0"/>
                  <a:ea typeface="宋体" panose="02010600030101010101" pitchFamily="2" charset="-122"/>
                </a:rPr>
                <a:t>用户</a:t>
              </a:r>
              <a:endParaRPr lang="zh-CN" altLang="en-US" sz="1600">
                <a:solidFill>
                  <a:schemeClr val="tx1"/>
                </a:solidFill>
                <a:latin typeface="Times New Roman" panose="02020603050405020304" charset="0"/>
                <a:ea typeface="宋体" panose="02010600030101010101" pitchFamily="2" charset="-122"/>
              </a:endParaRPr>
            </a:p>
            <a:p>
              <a:pPr lvl="0" algn="ctr">
                <a:buClr>
                  <a:srgbClr val="000000"/>
                </a:buClr>
              </a:pPr>
              <a:r>
                <a:rPr lang="zh-CN" altLang="en-US" sz="1600">
                  <a:solidFill>
                    <a:schemeClr val="tx1"/>
                  </a:solidFill>
                  <a:latin typeface="Times New Roman" panose="02020603050405020304" charset="0"/>
                  <a:ea typeface="宋体" panose="02010600030101010101" pitchFamily="2" charset="-122"/>
                </a:rPr>
                <a:t>数据区</a:t>
              </a:r>
              <a:endParaRPr lang="zh-CN" altLang="en-US" sz="1600">
                <a:solidFill>
                  <a:schemeClr val="tx1"/>
                </a:solidFill>
                <a:latin typeface="Times New Roman" panose="02020603050405020304" charset="0"/>
                <a:ea typeface="宋体" panose="02010600030101010101" pitchFamily="2" charset="-122"/>
              </a:endParaRPr>
            </a:p>
            <a:p>
              <a:pPr lvl="0">
                <a:buClr>
                  <a:srgbClr val="000000"/>
                </a:buClr>
              </a:pPr>
              <a:endParaRPr lang="zh-CN" altLang="en-US" sz="1600">
                <a:solidFill>
                  <a:schemeClr val="tx1"/>
                </a:solidFill>
                <a:latin typeface="Times New Roman" panose="02020603050405020304" charset="0"/>
                <a:ea typeface="宋体" panose="02010600030101010101" pitchFamily="2" charset="-122"/>
              </a:endParaRPr>
            </a:p>
            <a:p>
              <a:pPr lvl="0">
                <a:spcBef>
                  <a:spcPct val="50000"/>
                </a:spcBef>
                <a:buClr>
                  <a:srgbClr val="000000"/>
                </a:buClr>
              </a:pPr>
              <a:endParaRPr lang="zh-CN" altLang="en-US" sz="1600" b="1">
                <a:solidFill>
                  <a:schemeClr val="tx1"/>
                </a:solidFill>
                <a:latin typeface="Times New Roman" panose="02020603050405020304" charset="0"/>
                <a:ea typeface="宋体" panose="02010600030101010101" pitchFamily="2" charset="-122"/>
              </a:endParaRPr>
            </a:p>
          </p:txBody>
        </p:sp>
        <p:sp>
          <p:nvSpPr>
            <p:cNvPr id="39957" name="文本框 32789"/>
            <p:cNvSpPr txBox="1"/>
            <p:nvPr/>
          </p:nvSpPr>
          <p:spPr>
            <a:xfrm>
              <a:off x="3230" y="1030"/>
              <a:ext cx="685" cy="212"/>
            </a:xfrm>
            <a:prstGeom prst="rect">
              <a:avLst/>
            </a:prstGeom>
            <a:noFill/>
            <a:ln w="9525">
              <a:noFill/>
              <a:miter/>
            </a:ln>
          </p:spPr>
          <p:txBody>
            <a:bodyPr anchor="t">
              <a:spAutoFit/>
            </a:bodyPr>
            <a:p>
              <a:pPr lvl="0">
                <a:spcBef>
                  <a:spcPct val="50000"/>
                </a:spcBef>
                <a:buClr>
                  <a:srgbClr val="000000"/>
                </a:buClr>
              </a:pPr>
              <a:r>
                <a:rPr lang="zh-CN" altLang="en-US" sz="1600" b="1">
                  <a:solidFill>
                    <a:schemeClr val="tx1"/>
                  </a:solidFill>
                  <a:latin typeface="Times New Roman" panose="02020603050405020304" charset="0"/>
                  <a:ea typeface="宋体" panose="02010600030101010101" pitchFamily="2" charset="-122"/>
                </a:rPr>
                <a:t>用户进程</a:t>
              </a:r>
              <a:endParaRPr lang="zh-CN" altLang="en-US" sz="1600" b="1">
                <a:solidFill>
                  <a:schemeClr val="tx1"/>
                </a:solidFill>
                <a:latin typeface="Times New Roman" panose="02020603050405020304" charset="0"/>
                <a:ea typeface="宋体" panose="02010600030101010101" pitchFamily="2" charset="-122"/>
              </a:endParaRPr>
            </a:p>
          </p:txBody>
        </p:sp>
        <p:sp>
          <p:nvSpPr>
            <p:cNvPr id="32791" name="椭圆 32790"/>
            <p:cNvSpPr/>
            <p:nvPr/>
          </p:nvSpPr>
          <p:spPr>
            <a:xfrm>
              <a:off x="479" y="164"/>
              <a:ext cx="589" cy="589"/>
            </a:xfrm>
            <a:prstGeom prst="ellipse">
              <a:avLst/>
            </a:prstGeom>
            <a:solidFill>
              <a:srgbClr val="FFCCFF"/>
            </a:solidFill>
            <a:ln w="9525" cap="flat" cmpd="sng">
              <a:solidFill>
                <a:schemeClr val="tx1"/>
              </a:solidFill>
              <a:prstDash val="solid"/>
              <a:headEnd type="none" w="med" len="med"/>
              <a:tailEnd type="none" w="med" len="med"/>
            </a:ln>
          </p:spPr>
          <p:txBody>
            <a:bodyPr wrap="none" anchor="ctr"/>
            <a:p>
              <a:pPr marL="914400" lvl="0" indent="-340995" algn="ctr" fontAlgn="base">
                <a:lnSpc>
                  <a:spcPct val="120000"/>
                </a:lnSpc>
                <a:buClr>
                  <a:schemeClr val="tx2"/>
                </a:buClr>
                <a:buSzPct val="95000"/>
                <a:buFont typeface="Wingdings" panose="05000000000000000000" pitchFamily="2" charset="2"/>
                <a:buBlip>
                  <a:blip r:embed="rId1"/>
                </a:buBlip>
              </a:pPr>
              <a:endParaRPr sz="32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39959" name="文本框 32791"/>
            <p:cNvSpPr txBox="1"/>
            <p:nvPr/>
          </p:nvSpPr>
          <p:spPr>
            <a:xfrm>
              <a:off x="570" y="763"/>
              <a:ext cx="375" cy="212"/>
            </a:xfrm>
            <a:prstGeom prst="rect">
              <a:avLst/>
            </a:prstGeom>
            <a:noFill/>
            <a:ln w="9525">
              <a:noFill/>
              <a:miter/>
            </a:ln>
          </p:spPr>
          <p:txBody>
            <a:bodyPr anchor="t">
              <a:spAutoFit/>
            </a:bodyPr>
            <a:p>
              <a:pPr lvl="0">
                <a:spcBef>
                  <a:spcPct val="50000"/>
                </a:spcBef>
                <a:buClr>
                  <a:srgbClr val="000000"/>
                </a:buClr>
              </a:pPr>
              <a:r>
                <a:rPr lang="zh-CN" altLang="en-US" sz="1600" b="1">
                  <a:solidFill>
                    <a:schemeClr val="tx1"/>
                  </a:solidFill>
                  <a:latin typeface="Times New Roman" panose="02020603050405020304" charset="0"/>
                  <a:ea typeface="宋体" panose="02010600030101010101" pitchFamily="2" charset="-122"/>
                </a:rPr>
                <a:t>磁盘</a:t>
              </a:r>
              <a:endParaRPr lang="zh-CN" altLang="en-US" sz="1600" b="1">
                <a:solidFill>
                  <a:schemeClr val="tx1"/>
                </a:solidFill>
                <a:latin typeface="Times New Roman" panose="02020603050405020304" charset="0"/>
                <a:ea typeface="宋体" panose="02010600030101010101" pitchFamily="2" charset="-122"/>
              </a:endParaRPr>
            </a:p>
          </p:txBody>
        </p:sp>
        <p:sp>
          <p:nvSpPr>
            <p:cNvPr id="39960" name="直接连接符 32792"/>
            <p:cNvSpPr/>
            <p:nvPr/>
          </p:nvSpPr>
          <p:spPr>
            <a:xfrm flipH="1">
              <a:off x="876" y="369"/>
              <a:ext cx="866" cy="0"/>
            </a:xfrm>
            <a:prstGeom prst="line">
              <a:avLst/>
            </a:prstGeom>
            <a:ln w="25400" cap="flat" cmpd="sng">
              <a:solidFill>
                <a:schemeClr val="tx1"/>
              </a:solidFill>
              <a:prstDash val="solid"/>
              <a:round/>
              <a:headEnd type="none" w="med" len="med"/>
              <a:tailEnd type="arrow" w="lg" len="lg"/>
            </a:ln>
          </p:spPr>
          <p:txBody>
            <a:bodyPr anchor="t"/>
            <a:p>
              <a:pPr lvl="0" algn="ctr"/>
              <a:endParaRPr lang="zh-CN" altLang="en-US">
                <a:latin typeface="Arial" panose="02080604020202020204" pitchFamily="34" charset="0"/>
                <a:ea typeface="宋体" panose="02010600030101010101" pitchFamily="2" charset="-122"/>
              </a:endParaRPr>
            </a:p>
          </p:txBody>
        </p:sp>
        <p:sp>
          <p:nvSpPr>
            <p:cNvPr id="39961" name="直接连接符 32793"/>
            <p:cNvSpPr/>
            <p:nvPr/>
          </p:nvSpPr>
          <p:spPr>
            <a:xfrm flipH="1">
              <a:off x="2176" y="439"/>
              <a:ext cx="1102" cy="0"/>
            </a:xfrm>
            <a:prstGeom prst="line">
              <a:avLst/>
            </a:prstGeom>
            <a:ln w="25400" cap="flat" cmpd="sng">
              <a:solidFill>
                <a:schemeClr val="tx1"/>
              </a:solidFill>
              <a:prstDash val="solid"/>
              <a:round/>
              <a:headEnd type="none" w="med" len="med"/>
              <a:tailEnd type="arrow" w="lg" len="lg"/>
            </a:ln>
          </p:spPr>
          <p:txBody>
            <a:bodyPr anchor="t"/>
            <a:p>
              <a:pPr lvl="0" algn="ctr"/>
              <a:endParaRPr lang="zh-CN" altLang="en-US">
                <a:latin typeface="Arial" panose="02080604020202020204" pitchFamily="34" charset="0"/>
                <a:ea typeface="宋体" panose="02010600030101010101" pitchFamily="2" charset="-122"/>
              </a:endParaRPr>
            </a:p>
          </p:txBody>
        </p:sp>
        <p:sp>
          <p:nvSpPr>
            <p:cNvPr id="39962" name="直接连接符 32794"/>
            <p:cNvSpPr/>
            <p:nvPr/>
          </p:nvSpPr>
          <p:spPr>
            <a:xfrm>
              <a:off x="3199" y="266"/>
              <a:ext cx="662" cy="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9963" name="直接连接符 32795"/>
            <p:cNvSpPr/>
            <p:nvPr/>
          </p:nvSpPr>
          <p:spPr>
            <a:xfrm>
              <a:off x="3199" y="630"/>
              <a:ext cx="662" cy="1"/>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32799" name="矩形 32798"/>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缓冲技术</a:t>
            </a:r>
            <a:endParaRPr lang="zh-CN" altLang="en-US" sz="2400" strike="noStrike" noProof="1">
              <a:latin typeface="Times New Roman" panose="02020603050405020304" charset="0"/>
              <a:ea typeface="宋体" panose="02010600030101010101" pitchFamily="2" charset="-122"/>
            </a:endParaRPr>
          </a:p>
        </p:txBody>
      </p:sp>
      <p:sp>
        <p:nvSpPr>
          <p:cNvPr id="2" name="文本框 1"/>
          <p:cNvSpPr txBox="1"/>
          <p:nvPr/>
        </p:nvSpPr>
        <p:spPr>
          <a:xfrm>
            <a:off x="438150" y="752475"/>
            <a:ext cx="8004175" cy="1814830"/>
          </a:xfrm>
          <a:prstGeom prst="rect">
            <a:avLst/>
          </a:prstGeom>
          <a:noFill/>
        </p:spPr>
        <p:txBody>
          <a:bodyPr wrap="square" rtlCol="0" anchor="t">
            <a:spAutoFit/>
          </a:bodyPr>
          <a:p>
            <a:r>
              <a:rPr lang="zh-CN" altLang="en-US" sz="2800" b="1">
                <a:solidFill>
                  <a:srgbClr val="CC0000"/>
                </a:solidFill>
                <a:latin typeface="Times New Roman" panose="02020603050405020304" charset="0"/>
                <a:sym typeface="+mn-ea"/>
              </a:rPr>
              <a:t>延迟发送</a:t>
            </a:r>
            <a:r>
              <a:rPr lang="x-none" altLang="zh-CN" sz="2800" b="1">
                <a:solidFill>
                  <a:srgbClr val="CC0000"/>
                </a:solidFill>
                <a:latin typeface="宋体" panose="02010600030101010101" pitchFamily="2" charset="-122"/>
                <a:sym typeface="Symbol" panose="05050102010706020507" pitchFamily="2" charset="2"/>
              </a:rPr>
              <a:t>：</a:t>
            </a:r>
            <a:r>
              <a:rPr lang="zh-CN" altLang="en-US" sz="2800">
                <a:solidFill>
                  <a:schemeClr val="tx1"/>
                </a:solidFill>
                <a:latin typeface="Times New Roman" panose="02020603050405020304" charset="0"/>
                <a:sym typeface="Symbol" panose="05050102010706020507" pitchFamily="2" charset="2"/>
              </a:rPr>
              <a:t>当进程需要往磁盘上写数据时，也先往高速缓冲中写，以便随后又试图读取它。</a:t>
            </a:r>
            <a:endParaRPr lang="x-none" altLang="zh-CN" sz="2800">
              <a:solidFill>
                <a:schemeClr val="tx1"/>
              </a:solidFill>
              <a:latin typeface="Times New Roman" panose="02020603050405020304" charset="0"/>
              <a:sym typeface="Symbol" panose="05050102010706020507" pitchFamily="2" charset="2"/>
            </a:endParaRPr>
          </a:p>
          <a:p>
            <a:r>
              <a:rPr lang="en-US" altLang="x-none" sz="2800">
                <a:solidFill>
                  <a:schemeClr val="tx1"/>
                </a:solidFill>
                <a:latin typeface="Times New Roman" panose="02020603050405020304" charset="0"/>
                <a:sym typeface="Symbol" panose="05050102010706020507" pitchFamily="2" charset="2"/>
              </a:rPr>
              <a:t>	</a:t>
            </a:r>
            <a:r>
              <a:rPr lang="zh-CN" altLang="en-US" sz="2800">
                <a:solidFill>
                  <a:schemeClr val="tx1"/>
                </a:solidFill>
                <a:latin typeface="Times New Roman" panose="02020603050405020304" charset="0"/>
                <a:sym typeface="Symbol" panose="05050102010706020507" pitchFamily="2" charset="2"/>
              </a:rPr>
              <a:t>写在高速缓冲中的数据要延迟到非往磁盘上写不可的时候才进行。</a:t>
            </a:r>
            <a:endParaRPr lang="zh-CN" altLang="en-US" sz="2800">
              <a:solidFill>
                <a:schemeClr val="tx1"/>
              </a:solidFill>
              <a:latin typeface="Times New Roman" panose="02020603050405020304" charset="0"/>
              <a:sym typeface="Symbol" panose="05050102010706020507" pitchFamily="2" charset="2"/>
            </a:endParaRPr>
          </a:p>
        </p:txBody>
      </p:sp>
    </p:spTree>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文本框 2867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21</a:t>
            </a:r>
            <a:endParaRPr lang="en-US" altLang="zh-CN" sz="1400">
              <a:solidFill>
                <a:schemeClr val="tx2"/>
              </a:solidFill>
              <a:latin typeface="Times New Roman" panose="02020603050405020304" charset="0"/>
              <a:ea typeface="宋体" panose="02010600030101010101" pitchFamily="2" charset="-122"/>
            </a:endParaRPr>
          </a:p>
        </p:txBody>
      </p:sp>
      <p:sp>
        <p:nvSpPr>
          <p:cNvPr id="28675" name="矩形 28674"/>
          <p:cNvSpPr/>
          <p:nvPr/>
        </p:nvSpPr>
        <p:spPr>
          <a:xfrm>
            <a:off x="500063" y="623888"/>
            <a:ext cx="8318500" cy="525970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  (3) </a:t>
            </a:r>
            <a:r>
              <a:rPr lang="zh-CN" altLang="en-US" sz="2800" b="1" strike="noStrike" noProof="1">
                <a:solidFill>
                  <a:srgbClr val="A50021"/>
                </a:solidFill>
                <a:latin typeface="Times New Roman" panose="02020603050405020304" charset="0"/>
                <a:ea typeface="宋体" panose="02010600030101010101" pitchFamily="2" charset="-122"/>
                <a:cs typeface="+mn-ea"/>
              </a:rPr>
              <a:t>缓冲管理数据结构</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b="1" strike="noStrike" noProof="1">
                <a:solidFill>
                  <a:srgbClr val="000099"/>
                </a:solidFill>
                <a:effectLst/>
                <a:latin typeface="Times New Roman" panose="02020603050405020304" charset="0"/>
                <a:ea typeface="宋体" panose="02010600030101010101" pitchFamily="2" charset="-122"/>
                <a:cs typeface="+mn-ea"/>
              </a:rPr>
              <a:t>  </a:t>
            </a:r>
            <a:r>
              <a:rPr lang="en-US" altLang="zh-CN" sz="2400" b="1" strike="noStrike" noProof="1">
                <a:solidFill>
                  <a:srgbClr val="000099"/>
                </a:solidFill>
                <a:effectLst/>
                <a:latin typeface="Times New Roman" panose="02020603050405020304" charset="0"/>
                <a:ea typeface="宋体" panose="02010600030101010101" pitchFamily="2" charset="-122"/>
                <a:cs typeface="+mn-ea"/>
              </a:rPr>
              <a:t>①</a:t>
            </a:r>
            <a:r>
              <a:rPr lang="en-US" altLang="zh-CN" sz="2400" b="1" strike="noStrike" noProof="1">
                <a:solidFill>
                  <a:srgbClr val="000099"/>
                </a:solidFill>
                <a:effectLst/>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effectLst/>
                <a:latin typeface="Times New Roman" panose="02020603050405020304" charset="0"/>
                <a:ea typeface="宋体" panose="02010600030101010101" pitchFamily="2" charset="-122"/>
                <a:cs typeface="+mn-ea"/>
                <a:sym typeface="Symbol" panose="05050102010706020507" pitchFamily="2" charset="2"/>
              </a:rPr>
              <a:t>缓冲区的组成</a:t>
            </a:r>
            <a:endParaRPr lang="zh-CN" altLang="en-US" sz="2400" b="1" strike="noStrike" noProof="1">
              <a:solidFill>
                <a:srgbClr val="000099"/>
              </a:solidFill>
              <a:effectLst/>
              <a:latin typeface="Times New Roman" panose="02020603050405020304" charset="0"/>
              <a:ea typeface="宋体" panose="02010600030101010101" pitchFamily="2" charset="-122"/>
              <a:sym typeface="Symbol" panose="05050102010706020507" pitchFamily="2" charset="2"/>
            </a:endParaRPr>
          </a:p>
          <a:p>
            <a:pPr marL="533400" lvl="0" indent="-533400" fontAlgn="base">
              <a:lnSpc>
                <a:spcPct val="130000"/>
              </a:lnSpc>
              <a:buNone/>
            </a:pPr>
            <a:r>
              <a:rPr lang="zh-CN" altLang="en-US" sz="2400" strike="noStrike" noProof="1">
                <a:solidFill>
                  <a:schemeClr val="tx1"/>
                </a:solidFill>
                <a:effectLst/>
                <a:latin typeface="宋体" panose="02010600030101010101" pitchFamily="2" charset="-122"/>
                <a:ea typeface="宋体" panose="02010600030101010101" pitchFamily="2" charset="-122"/>
                <a:cs typeface="+mn-ea"/>
                <a:sym typeface="Symbol" panose="05050102010706020507" pitchFamily="2" charset="2"/>
              </a:rPr>
              <a:t>  缓冲区由缓冲数组和缓冲首部两部分组成：</a:t>
            </a:r>
            <a:endParaRPr lang="zh-CN" altLang="en-US" sz="2400" strike="noStrike" noProof="1">
              <a:solidFill>
                <a:schemeClr val="tx1"/>
              </a:solidFill>
              <a:effectLst/>
              <a:latin typeface="宋体" panose="02010600030101010101" pitchFamily="2" charset="-122"/>
              <a:ea typeface="宋体" panose="02010600030101010101" pitchFamily="2" charset="-122"/>
              <a:cs typeface="+mn-ea"/>
              <a:sym typeface="Symbol" panose="05050102010706020507" pitchFamily="2" charset="2"/>
            </a:endParaRPr>
          </a:p>
          <a:p>
            <a:pPr marL="533400" lvl="0" indent="-533400" fontAlgn="base">
              <a:lnSpc>
                <a:spcPct val="130000"/>
              </a:lnSpc>
              <a:buNone/>
            </a:pPr>
            <a:r>
              <a:rPr lang="en-US" altLang="zh-CN" sz="2400" strike="noStrike" noProof="1">
                <a:solidFill>
                  <a:schemeClr val="tx1"/>
                </a:solidFill>
                <a:effectLst/>
                <a:latin typeface="宋体" panose="02010600030101010101" pitchFamily="2" charset="-122"/>
                <a:ea typeface="宋体" panose="02010600030101010101" pitchFamily="2" charset="-122"/>
                <a:cs typeface="+mn-ea"/>
                <a:sym typeface="Symbol" panose="05050102010706020507" pitchFamily="2" charset="2"/>
              </a:rPr>
              <a:t>  ⅰ </a:t>
            </a:r>
            <a:r>
              <a:rPr lang="zh-CN" altLang="en-US" sz="2400" strike="noStrike" noProof="1">
                <a:solidFill>
                  <a:schemeClr val="tx1"/>
                </a:solidFill>
                <a:effectLst/>
                <a:latin typeface="宋体" panose="02010600030101010101" pitchFamily="2" charset="-122"/>
                <a:ea typeface="宋体" panose="02010600030101010101" pitchFamily="2" charset="-122"/>
                <a:cs typeface="+mn-ea"/>
                <a:sym typeface="Symbol" panose="05050102010706020507" pitchFamily="2" charset="2"/>
              </a:rPr>
              <a:t>缓</a:t>
            </a:r>
            <a:r>
              <a:rPr lang="x-none" altLang="zh-CN" sz="2400" strike="noStrike" noProof="1">
                <a:solidFill>
                  <a:schemeClr val="tx1"/>
                </a:solidFill>
                <a:effectLst/>
                <a:latin typeface="宋体" panose="02010600030101010101" pitchFamily="2" charset="-122"/>
                <a:ea typeface="宋体" panose="02010600030101010101" pitchFamily="2" charset="-122"/>
                <a:cs typeface="+mn-ea"/>
                <a:sym typeface="Symbol" panose="05050102010706020507" pitchFamily="2" charset="2"/>
              </a:rPr>
              <a:t>冲</a:t>
            </a:r>
            <a:r>
              <a:rPr lang="zh-CN" altLang="en-US" sz="2400" strike="noStrike" noProof="1">
                <a:solidFill>
                  <a:schemeClr val="tx1"/>
                </a:solidFill>
                <a:effectLst/>
                <a:latin typeface="宋体" panose="02010600030101010101" pitchFamily="2" charset="-122"/>
                <a:ea typeface="宋体" panose="02010600030101010101" pitchFamily="2" charset="-122"/>
                <a:cs typeface="+mn-ea"/>
                <a:sym typeface="Symbol" panose="05050102010706020507" pitchFamily="2" charset="2"/>
              </a:rPr>
              <a:t>数组 </a:t>
            </a:r>
            <a:r>
              <a:rPr lang="en-US" altLang="zh-CN" sz="2400" strike="noStrike" noProof="1">
                <a:solidFill>
                  <a:schemeClr val="tx1"/>
                </a:solidFill>
                <a:effectLst/>
                <a:latin typeface="宋体" panose="02010600030101010101" pitchFamily="2" charset="-122"/>
                <a:ea typeface="宋体" panose="02010600030101010101" pitchFamily="2" charset="-122"/>
                <a:cs typeface="+mn-ea"/>
                <a:sym typeface="Symbol" panose="05050102010706020507" pitchFamily="2" charset="2"/>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含有磁盘上的数据</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a:t>
            </a:r>
            <a:r>
              <a:rPr lang="en-US" altLang="zh-CN" sz="2400" strike="noStrike" noProof="1">
                <a:solidFill>
                  <a:schemeClr val="tx1"/>
                </a:solidFill>
                <a:effectLst/>
                <a:latin typeface="宋体" panose="02010600030101010101" pitchFamily="2" charset="-122"/>
                <a:ea typeface="宋体" panose="02010600030101010101" pitchFamily="2" charset="-122"/>
                <a:cs typeface="+mn-ea"/>
              </a:rPr>
              <a:t>ⅱ </a:t>
            </a:r>
            <a:r>
              <a:rPr lang="zh-CN" altLang="en-US" sz="2400" strike="noStrike" noProof="1">
                <a:solidFill>
                  <a:schemeClr val="tx1"/>
                </a:solidFill>
                <a:effectLst/>
                <a:latin typeface="宋体" panose="02010600030101010101" pitchFamily="2" charset="-122"/>
                <a:ea typeface="宋体" panose="02010600030101010101" pitchFamily="2" charset="-122"/>
                <a:cs typeface="+mn-ea"/>
                <a:sym typeface="Symbol" panose="05050102010706020507" pitchFamily="2" charset="2"/>
              </a:rPr>
              <a:t>缓</a:t>
            </a:r>
            <a:r>
              <a:rPr lang="x-none" altLang="zh-CN" sz="2400" strike="noStrike" noProof="1">
                <a:solidFill>
                  <a:schemeClr val="tx1"/>
                </a:solidFill>
                <a:effectLst/>
                <a:latin typeface="宋体" panose="02010600030101010101" pitchFamily="2" charset="-122"/>
                <a:ea typeface="宋体" panose="02010600030101010101" pitchFamily="2" charset="-122"/>
                <a:cs typeface="+mn-ea"/>
                <a:sym typeface="Symbol" panose="05050102010706020507" pitchFamily="2" charset="2"/>
              </a:rPr>
              <a:t>冲</a:t>
            </a:r>
            <a:r>
              <a:rPr lang="zh-CN" altLang="en-US" sz="2400" strike="noStrike" noProof="1">
                <a:solidFill>
                  <a:schemeClr val="tx1"/>
                </a:solidFill>
                <a:effectLst/>
                <a:latin typeface="宋体" panose="02010600030101010101" pitchFamily="2" charset="-122"/>
                <a:ea typeface="宋体" panose="02010600030101010101" pitchFamily="2" charset="-122"/>
                <a:cs typeface="+mn-ea"/>
                <a:sym typeface="Symbol" panose="05050102010706020507" pitchFamily="2" charset="2"/>
              </a:rPr>
              <a:t>首部 </a:t>
            </a:r>
            <a:r>
              <a:rPr lang="en-US" altLang="zh-CN" sz="2400" strike="noStrike" noProof="1">
                <a:solidFill>
                  <a:schemeClr val="tx1"/>
                </a:solidFill>
                <a:effectLst/>
                <a:latin typeface="宋体" panose="02010600030101010101" pitchFamily="2" charset="-122"/>
                <a:ea typeface="宋体" panose="02010600030101010101" pitchFamily="2" charset="-122"/>
                <a:cs typeface="+mn-ea"/>
                <a:sym typeface="Symbol" panose="05050102010706020507" pitchFamily="2" charset="2"/>
              </a:rPr>
              <a:t>—— </a:t>
            </a:r>
            <a:r>
              <a:rPr lang="x-none" altLang="en-US" sz="2400" strike="noStrike" noProof="1">
                <a:solidFill>
                  <a:schemeClr val="tx1"/>
                </a:solidFill>
                <a:effectLst/>
                <a:latin typeface="宋体" panose="02010600030101010101" pitchFamily="2" charset="-122"/>
                <a:ea typeface="宋体" panose="02010600030101010101" pitchFamily="2" charset="-122"/>
                <a:cs typeface="+mn-ea"/>
                <a:sym typeface="Symbol" panose="05050102010706020507" pitchFamily="2" charset="2"/>
              </a:rPr>
              <a:t>管理和描述</a:t>
            </a:r>
            <a:r>
              <a:rPr lang="zh-CN" altLang="en-US" sz="2400" strike="noStrike" noProof="1">
                <a:solidFill>
                  <a:schemeClr val="tx1"/>
                </a:solidFill>
                <a:effectLst/>
                <a:latin typeface="Times New Roman" panose="02020603050405020304" charset="0"/>
                <a:ea typeface="宋体" panose="02010600030101010101" pitchFamily="2" charset="-122"/>
                <a:cs typeface="+mn-ea"/>
              </a:rPr>
              <a:t>缓冲区的数据结构</a:t>
            </a:r>
            <a:endParaRPr lang="zh-CN" altLang="en-US"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400" strike="noStrike" noProof="1">
                <a:solidFill>
                  <a:schemeClr val="tx1"/>
                </a:solidFill>
                <a:effectLst/>
                <a:latin typeface="Times New Roman" panose="02020603050405020304" charset="0"/>
                <a:ea typeface="宋体" panose="02010600030101010101" pitchFamily="2" charset="-122"/>
                <a:cs typeface="+mn-ea"/>
              </a:rPr>
              <a:t>缓冲首部和缓冲数组中的一个成员是一一对应关系，统称为一个缓冲区。</a:t>
            </a:r>
            <a:endParaRPr lang="x-none" altLang="zh-CN"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400" strike="noStrike" noProof="1">
                <a:solidFill>
                  <a:schemeClr val="tx1"/>
                </a:solidFill>
                <a:effectLst/>
                <a:latin typeface="Times New Roman" panose="02020603050405020304" charset="0"/>
                <a:ea typeface="宋体" panose="02010600030101010101" pitchFamily="2" charset="-122"/>
                <a:cs typeface="+mn-ea"/>
              </a:rPr>
              <a:t>一个缓冲区的数据与辅存上一个磁盘块中的数据对应。</a:t>
            </a:r>
            <a:endParaRPr lang="x-none" altLang="zh-CN"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zh-CN" altLang="en-US" sz="2400" b="1" strike="noStrike" noProof="1">
                <a:solidFill>
                  <a:srgbClr val="000099"/>
                </a:solidFill>
                <a:effectLst/>
                <a:latin typeface="Times New Roman" panose="02020603050405020304" charset="0"/>
                <a:ea typeface="宋体" panose="02010600030101010101" pitchFamily="2" charset="-122"/>
                <a:cs typeface="+mn-ea"/>
                <a:sym typeface="Symbol" panose="05050102010706020507" pitchFamily="2" charset="2"/>
              </a:rPr>
              <a:t>  </a:t>
            </a:r>
            <a:r>
              <a:rPr lang="en-US" altLang="zh-CN" sz="2400" b="1" strike="noStrike" noProof="1">
                <a:solidFill>
                  <a:srgbClr val="000099"/>
                </a:solidFill>
                <a:effectLst/>
                <a:latin typeface="宋体" panose="02010600030101010101" pitchFamily="2" charset="-122"/>
                <a:ea typeface="宋体" panose="02010600030101010101" pitchFamily="2" charset="-122"/>
                <a:cs typeface="+mn-ea"/>
                <a:sym typeface="Symbol" panose="05050102010706020507" pitchFamily="2" charset="2"/>
              </a:rPr>
              <a:t>② </a:t>
            </a:r>
            <a:r>
              <a:rPr lang="zh-CN" altLang="en-US" sz="2400" b="1" strike="noStrike" noProof="1">
                <a:solidFill>
                  <a:srgbClr val="000099"/>
                </a:solidFill>
                <a:effectLst/>
                <a:latin typeface="Times New Roman" panose="02020603050405020304" charset="0"/>
                <a:ea typeface="宋体" panose="02010600030101010101" pitchFamily="2" charset="-122"/>
                <a:cs typeface="+mn-ea"/>
                <a:sym typeface="Symbol" panose="05050102010706020507" pitchFamily="2" charset="2"/>
              </a:rPr>
              <a:t>缓存首部结构</a:t>
            </a:r>
            <a:endParaRPr lang="zh-CN" altLang="en-US" sz="2400" b="1" strike="noStrike" noProof="1">
              <a:solidFill>
                <a:srgbClr val="000099"/>
              </a:solidFill>
              <a:effectLst/>
              <a:latin typeface="Times New Roman" panose="02020603050405020304" charset="0"/>
              <a:ea typeface="宋体" panose="02010600030101010101" pitchFamily="2" charset="-122"/>
              <a:sym typeface="Symbol" panose="05050102010706020507" pitchFamily="2" charset="2"/>
            </a:endParaRPr>
          </a:p>
        </p:txBody>
      </p:sp>
      <p:sp>
        <p:nvSpPr>
          <p:cNvPr id="28676" name="矩形 2867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缓冲技术</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28675"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9" name="矩形 29698"/>
          <p:cNvSpPr/>
          <p:nvPr/>
        </p:nvSpPr>
        <p:spPr>
          <a:xfrm>
            <a:off x="385763" y="673100"/>
            <a:ext cx="3216275" cy="53022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400" b="1" strike="noStrike" noProof="1">
                <a:solidFill>
                  <a:srgbClr val="000066"/>
                </a:solidFill>
                <a:latin typeface="Times New Roman" panose="02020603050405020304" charset="0"/>
                <a:ea typeface="宋体" panose="02010600030101010101" pitchFamily="2" charset="-122"/>
                <a:cs typeface="+mn-ea"/>
                <a:sym typeface="Symbol" panose="05050102010706020507" pitchFamily="2" charset="2"/>
              </a:rPr>
              <a:t> </a:t>
            </a:r>
            <a:r>
              <a:rPr lang="zh-CN" altLang="en-US" sz="2400" strike="noStrike" noProof="1">
                <a:solidFill>
                  <a:schemeClr val="tx1"/>
                </a:solidFill>
                <a:latin typeface="Times New Roman" panose="02020603050405020304" charset="0"/>
                <a:ea typeface="宋体" panose="02010600030101010101" pitchFamily="2" charset="-122"/>
                <a:cs typeface="+mn-ea"/>
                <a:sym typeface="Symbol" panose="05050102010706020507" pitchFamily="2" charset="2"/>
              </a:rPr>
              <a:t>缓存首部结构</a:t>
            </a:r>
            <a:endParaRPr lang="zh-CN" altLang="en-US" sz="2400" strike="noStrike" noProof="1">
              <a:solidFill>
                <a:schemeClr val="tx1"/>
              </a:solidFill>
              <a:latin typeface="Times New Roman" panose="02020603050405020304" charset="0"/>
              <a:ea typeface="宋体" panose="02010600030101010101" pitchFamily="2" charset="-122"/>
              <a:sym typeface="Symbol" panose="05050102010706020507" pitchFamily="2" charset="2"/>
            </a:endParaRPr>
          </a:p>
        </p:txBody>
      </p:sp>
      <p:graphicFrame>
        <p:nvGraphicFramePr>
          <p:cNvPr id="29700" name="内容占位符 29699"/>
          <p:cNvGraphicFramePr/>
          <p:nvPr>
            <p:ph/>
          </p:nvPr>
        </p:nvGraphicFramePr>
        <p:xfrm>
          <a:off x="563563" y="1300480"/>
          <a:ext cx="3079750" cy="4702175"/>
        </p:xfrm>
        <a:graphic>
          <a:graphicData uri="http://schemas.openxmlformats.org/drawingml/2006/table">
            <a:tbl>
              <a:tblPr/>
              <a:tblGrid>
                <a:gridCol w="3079750"/>
              </a:tblGrid>
              <a:tr h="359410">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10000"/>
                        </a:lnSpc>
                        <a:spcBef>
                          <a:spcPct val="0"/>
                        </a:spcBef>
                        <a:buClr>
                          <a:srgbClr val="000000"/>
                        </a:buClr>
                        <a:buNone/>
                      </a:pPr>
                      <a:r>
                        <a:rPr lang="zh-CN" altLang="en-US" sz="1600">
                          <a:solidFill>
                            <a:schemeClr val="tx1"/>
                          </a:solidFill>
                          <a:latin typeface="Times New Roman" panose="02020603050405020304" charset="0"/>
                          <a:ea typeface="宋体" panose="02010600030101010101" pitchFamily="2" charset="-122"/>
                        </a:rPr>
                        <a:t>设备号    </a:t>
                      </a:r>
                      <a:r>
                        <a:rPr lang="en-US" altLang="zh-CN" sz="1600">
                          <a:solidFill>
                            <a:schemeClr val="tx1"/>
                          </a:solidFill>
                          <a:latin typeface="Times New Roman" panose="02020603050405020304" charset="0"/>
                          <a:ea typeface="宋体" panose="02010600030101010101" pitchFamily="2" charset="-122"/>
                        </a:rPr>
                        <a:t>dev</a:t>
                      </a:r>
                      <a:endParaRPr lang="en-US" altLang="zh-CN" sz="1600">
                        <a:solidFill>
                          <a:schemeClr val="tx1"/>
                        </a:solidFill>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1950">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10000"/>
                        </a:lnSpc>
                        <a:spcBef>
                          <a:spcPct val="0"/>
                        </a:spcBef>
                        <a:buClr>
                          <a:srgbClr val="000000"/>
                        </a:buClr>
                        <a:buNone/>
                      </a:pPr>
                      <a:r>
                        <a:rPr lang="zh-CN" altLang="en-US" sz="1600">
                          <a:solidFill>
                            <a:schemeClr val="tx1"/>
                          </a:solidFill>
                          <a:latin typeface="Times New Roman" panose="02020603050405020304" charset="0"/>
                          <a:ea typeface="宋体" panose="02010600030101010101" pitchFamily="2" charset="-122"/>
                        </a:rPr>
                        <a:t>块号       </a:t>
                      </a:r>
                      <a:r>
                        <a:rPr lang="en-US" altLang="zh-CN" sz="1600">
                          <a:solidFill>
                            <a:schemeClr val="tx1"/>
                          </a:solidFill>
                          <a:latin typeface="Times New Roman" panose="02020603050405020304" charset="0"/>
                          <a:ea typeface="宋体" panose="02010600030101010101" pitchFamily="2" charset="-122"/>
                        </a:rPr>
                        <a:t>blkno</a:t>
                      </a:r>
                      <a:endParaRPr lang="en-US" altLang="zh-CN" sz="1600">
                        <a:solidFill>
                          <a:schemeClr val="tx1"/>
                        </a:solidFill>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0363">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10000"/>
                        </a:lnSpc>
                        <a:spcBef>
                          <a:spcPct val="0"/>
                        </a:spcBef>
                        <a:buClr>
                          <a:srgbClr val="000000"/>
                        </a:buClr>
                        <a:buNone/>
                      </a:pPr>
                      <a:r>
                        <a:rPr lang="zh-CN" altLang="en-US" sz="1600">
                          <a:solidFill>
                            <a:schemeClr val="tx1"/>
                          </a:solidFill>
                          <a:latin typeface="Times New Roman" panose="02020603050405020304" charset="0"/>
                          <a:ea typeface="宋体" panose="02010600030101010101" pitchFamily="2" charset="-122"/>
                        </a:rPr>
                        <a:t>状态       </a:t>
                      </a:r>
                      <a:r>
                        <a:rPr lang="en-US" altLang="zh-CN" sz="1600">
                          <a:solidFill>
                            <a:schemeClr val="tx1"/>
                          </a:solidFill>
                          <a:latin typeface="Times New Roman" panose="02020603050405020304" charset="0"/>
                          <a:ea typeface="宋体" panose="02010600030101010101" pitchFamily="2" charset="-122"/>
                        </a:rPr>
                        <a:t>flag</a:t>
                      </a:r>
                      <a:endParaRPr lang="en-US" altLang="zh-CN" sz="1600">
                        <a:solidFill>
                          <a:schemeClr val="tx1"/>
                        </a:solidFill>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0362">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10000"/>
                        </a:lnSpc>
                        <a:spcBef>
                          <a:spcPct val="0"/>
                        </a:spcBef>
                        <a:buClr>
                          <a:srgbClr val="000000"/>
                        </a:buClr>
                        <a:buNone/>
                      </a:pPr>
                      <a:r>
                        <a:rPr lang="zh-CN" altLang="en-US" sz="1600">
                          <a:solidFill>
                            <a:schemeClr val="tx1"/>
                          </a:solidFill>
                          <a:latin typeface="Times New Roman" panose="02020603050405020304" charset="0"/>
                          <a:ea typeface="宋体" panose="02010600030101010101" pitchFamily="2" charset="-122"/>
                        </a:rPr>
                        <a:t>指向数据区域的指针</a:t>
                      </a:r>
                      <a:endParaRPr lang="zh-CN" altLang="en-US" sz="1600">
                        <a:solidFill>
                          <a:schemeClr val="tx1"/>
                        </a:solidFill>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58775">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10000"/>
                        </a:lnSpc>
                        <a:spcBef>
                          <a:spcPct val="0"/>
                        </a:spcBef>
                        <a:buClr>
                          <a:srgbClr val="000000"/>
                        </a:buClr>
                        <a:buNone/>
                      </a:pPr>
                      <a:r>
                        <a:rPr lang="zh-CN" altLang="en-US" sz="1600">
                          <a:solidFill>
                            <a:schemeClr val="tx1"/>
                          </a:solidFill>
                          <a:latin typeface="Times New Roman" panose="02020603050405020304" charset="0"/>
                          <a:ea typeface="宋体" panose="02010600030101010101" pitchFamily="2" charset="-122"/>
                        </a:rPr>
                        <a:t>传送字节数</a:t>
                      </a:r>
                      <a:endParaRPr lang="zh-CN" altLang="en-US" sz="1600">
                        <a:solidFill>
                          <a:schemeClr val="tx1"/>
                        </a:solidFill>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0363">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10000"/>
                        </a:lnSpc>
                        <a:spcBef>
                          <a:spcPct val="0"/>
                        </a:spcBef>
                        <a:buClr>
                          <a:srgbClr val="000000"/>
                        </a:buClr>
                        <a:buNone/>
                      </a:pPr>
                      <a:r>
                        <a:rPr lang="zh-CN" altLang="en-US" sz="1600">
                          <a:solidFill>
                            <a:schemeClr val="tx1"/>
                          </a:solidFill>
                          <a:latin typeface="Times New Roman" panose="02020603050405020304" charset="0"/>
                          <a:ea typeface="宋体" panose="02010600030101010101" pitchFamily="2" charset="-122"/>
                        </a:rPr>
                        <a:t>返回的</a:t>
                      </a:r>
                      <a:r>
                        <a:rPr lang="en-US" altLang="zh-CN" sz="1600">
                          <a:solidFill>
                            <a:schemeClr val="tx1"/>
                          </a:solidFill>
                          <a:latin typeface="Times New Roman" panose="02020603050405020304" charset="0"/>
                          <a:ea typeface="宋体" panose="02010600030101010101" pitchFamily="2" charset="-122"/>
                        </a:rPr>
                        <a:t>I</a:t>
                      </a:r>
                      <a:r>
                        <a:rPr lang="en-US" altLang="zh-CN" sz="1600">
                          <a:solidFill>
                            <a:schemeClr val="tx1"/>
                          </a:solidFill>
                          <a:latin typeface="Lucida Console" pitchFamily="1" charset="0"/>
                          <a:ea typeface="宋体" panose="02010600030101010101" pitchFamily="2" charset="-122"/>
                        </a:rPr>
                        <a:t>/</a:t>
                      </a:r>
                      <a:r>
                        <a:rPr lang="en-US" altLang="zh-CN" sz="1600">
                          <a:solidFill>
                            <a:schemeClr val="tx1"/>
                          </a:solidFill>
                          <a:latin typeface="Times New Roman" panose="02020603050405020304" charset="0"/>
                          <a:ea typeface="宋体" panose="02010600030101010101" pitchFamily="2" charset="-122"/>
                        </a:rPr>
                        <a:t>O</a:t>
                      </a:r>
                      <a:r>
                        <a:rPr lang="zh-CN" altLang="en-US" sz="1600">
                          <a:solidFill>
                            <a:schemeClr val="tx1"/>
                          </a:solidFill>
                          <a:latin typeface="Times New Roman" panose="02020603050405020304" charset="0"/>
                          <a:ea typeface="宋体" panose="02010600030101010101" pitchFamily="2" charset="-122"/>
                        </a:rPr>
                        <a:t>出错信息</a:t>
                      </a:r>
                      <a:endParaRPr lang="zh-CN" altLang="en-US" sz="1600">
                        <a:solidFill>
                          <a:schemeClr val="tx1"/>
                        </a:solidFill>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28650">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10000"/>
                        </a:lnSpc>
                        <a:spcBef>
                          <a:spcPct val="0"/>
                        </a:spcBef>
                        <a:buClr>
                          <a:srgbClr val="000000"/>
                        </a:buClr>
                        <a:buNone/>
                      </a:pPr>
                      <a:r>
                        <a:rPr lang="en-US" altLang="zh-CN" sz="1600" b="1">
                          <a:solidFill>
                            <a:schemeClr val="tx1"/>
                          </a:solidFill>
                          <a:latin typeface="Times New Roman" panose="02020603050405020304" charset="0"/>
                          <a:ea typeface="宋体" panose="02010600030101010101" pitchFamily="2" charset="-122"/>
                        </a:rPr>
                        <a:t>b_forw     </a:t>
                      </a:r>
                      <a:endParaRPr lang="en-US" altLang="zh-CN" sz="1600" b="1">
                        <a:solidFill>
                          <a:schemeClr val="tx1"/>
                        </a:solidFill>
                        <a:latin typeface="Times New Roman" panose="02020603050405020304" charset="0"/>
                        <a:ea typeface="宋体" panose="02010600030101010101" pitchFamily="2" charset="-122"/>
                      </a:endParaRPr>
                    </a:p>
                    <a:p>
                      <a:pPr marL="0" lvl="0" indent="0">
                        <a:lnSpc>
                          <a:spcPct val="110000"/>
                        </a:lnSpc>
                        <a:spcBef>
                          <a:spcPct val="0"/>
                        </a:spcBef>
                        <a:buClr>
                          <a:srgbClr val="000000"/>
                        </a:buClr>
                        <a:buNone/>
                      </a:pPr>
                      <a:r>
                        <a:rPr lang="en-US" altLang="zh-CN" sz="1600" b="1">
                          <a:solidFill>
                            <a:schemeClr val="tx1"/>
                          </a:solidFill>
                          <a:latin typeface="Times New Roman" panose="02020603050405020304" charset="0"/>
                          <a:ea typeface="宋体" panose="02010600030101010101" pitchFamily="2" charset="-122"/>
                        </a:rPr>
                        <a:t>        </a:t>
                      </a:r>
                      <a:r>
                        <a:rPr lang="zh-CN" altLang="en-US" sz="1600">
                          <a:solidFill>
                            <a:schemeClr val="tx1"/>
                          </a:solidFill>
                          <a:latin typeface="Times New Roman" panose="02020603050405020304" charset="0"/>
                          <a:ea typeface="宋体" panose="02010600030101010101" pitchFamily="2" charset="-122"/>
                        </a:rPr>
                        <a:t>设备缓冲区队列前向指针</a:t>
                      </a:r>
                      <a:endParaRPr lang="zh-CN" altLang="en-US" sz="1600">
                        <a:solidFill>
                          <a:schemeClr val="tx1"/>
                        </a:solidFill>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27062">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10000"/>
                        </a:lnSpc>
                        <a:spcBef>
                          <a:spcPct val="0"/>
                        </a:spcBef>
                        <a:buClr>
                          <a:srgbClr val="000000"/>
                        </a:buClr>
                        <a:buNone/>
                      </a:pPr>
                      <a:r>
                        <a:rPr lang="en-US" altLang="zh-CN" sz="1600" b="1">
                          <a:solidFill>
                            <a:schemeClr val="tx1"/>
                          </a:solidFill>
                          <a:latin typeface="Times New Roman" panose="02020603050405020304" charset="0"/>
                          <a:ea typeface="宋体" panose="02010600030101010101" pitchFamily="2" charset="-122"/>
                        </a:rPr>
                        <a:t>b_back     </a:t>
                      </a:r>
                      <a:endParaRPr lang="en-US" altLang="zh-CN" sz="1600" b="1">
                        <a:solidFill>
                          <a:schemeClr val="tx1"/>
                        </a:solidFill>
                        <a:latin typeface="Times New Roman" panose="02020603050405020304" charset="0"/>
                        <a:ea typeface="宋体" panose="02010600030101010101" pitchFamily="2" charset="-122"/>
                      </a:endParaRPr>
                    </a:p>
                    <a:p>
                      <a:pPr marL="0" lvl="0" indent="0">
                        <a:lnSpc>
                          <a:spcPct val="110000"/>
                        </a:lnSpc>
                        <a:spcBef>
                          <a:spcPct val="0"/>
                        </a:spcBef>
                        <a:buClr>
                          <a:srgbClr val="000000"/>
                        </a:buClr>
                        <a:buNone/>
                      </a:pPr>
                      <a:r>
                        <a:rPr lang="en-US" altLang="zh-CN" sz="1600" b="1">
                          <a:solidFill>
                            <a:schemeClr val="tx1"/>
                          </a:solidFill>
                          <a:latin typeface="Times New Roman" panose="02020603050405020304" charset="0"/>
                          <a:ea typeface="宋体" panose="02010600030101010101" pitchFamily="2" charset="-122"/>
                        </a:rPr>
                        <a:t>        </a:t>
                      </a:r>
                      <a:r>
                        <a:rPr lang="zh-CN" altLang="en-US" sz="1600">
                          <a:solidFill>
                            <a:schemeClr val="tx1"/>
                          </a:solidFill>
                          <a:latin typeface="Times New Roman" panose="02020603050405020304" charset="0"/>
                          <a:ea typeface="宋体" panose="02010600030101010101" pitchFamily="2" charset="-122"/>
                        </a:rPr>
                        <a:t>设备缓冲区队列后向指针</a:t>
                      </a:r>
                      <a:endParaRPr lang="zh-CN" altLang="en-US" sz="1600">
                        <a:solidFill>
                          <a:schemeClr val="tx1"/>
                        </a:solidFill>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28650">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10000"/>
                        </a:lnSpc>
                        <a:spcBef>
                          <a:spcPct val="0"/>
                        </a:spcBef>
                        <a:buClr>
                          <a:srgbClr val="000000"/>
                        </a:buClr>
                        <a:buNone/>
                      </a:pPr>
                      <a:r>
                        <a:rPr lang="en-US" altLang="zh-CN" sz="1600" b="1">
                          <a:solidFill>
                            <a:schemeClr val="tx1"/>
                          </a:solidFill>
                          <a:latin typeface="Times New Roman" panose="02020603050405020304" charset="0"/>
                          <a:ea typeface="宋体" panose="02010600030101010101" pitchFamily="2" charset="-122"/>
                        </a:rPr>
                        <a:t>av_forw    </a:t>
                      </a:r>
                      <a:endParaRPr lang="en-US" altLang="zh-CN" sz="1600" b="1">
                        <a:solidFill>
                          <a:schemeClr val="tx1"/>
                        </a:solidFill>
                        <a:latin typeface="Times New Roman" panose="02020603050405020304" charset="0"/>
                        <a:ea typeface="宋体" panose="02010600030101010101" pitchFamily="2" charset="-122"/>
                      </a:endParaRPr>
                    </a:p>
                    <a:p>
                      <a:pPr marL="0" lvl="0" indent="0">
                        <a:lnSpc>
                          <a:spcPct val="110000"/>
                        </a:lnSpc>
                        <a:spcBef>
                          <a:spcPct val="0"/>
                        </a:spcBef>
                        <a:buClr>
                          <a:srgbClr val="000000"/>
                        </a:buClr>
                        <a:buNone/>
                      </a:pPr>
                      <a:r>
                        <a:rPr lang="en-US" altLang="zh-CN" sz="1600" b="1">
                          <a:solidFill>
                            <a:schemeClr val="tx1"/>
                          </a:solidFill>
                          <a:latin typeface="Times New Roman" panose="02020603050405020304" charset="0"/>
                          <a:ea typeface="宋体" panose="02010600030101010101" pitchFamily="2" charset="-122"/>
                        </a:rPr>
                        <a:t>        </a:t>
                      </a:r>
                      <a:r>
                        <a:rPr lang="zh-CN" altLang="en-US" sz="1600">
                          <a:solidFill>
                            <a:schemeClr val="tx1"/>
                          </a:solidFill>
                          <a:latin typeface="Times New Roman" panose="02020603050405020304" charset="0"/>
                          <a:ea typeface="宋体" panose="02010600030101010101" pitchFamily="2" charset="-122"/>
                        </a:rPr>
                        <a:t>空闲缓冲区队列前向指针</a:t>
                      </a:r>
                      <a:r>
                        <a:rPr lang="zh-CN" altLang="en-US" sz="1600" b="1">
                          <a:solidFill>
                            <a:schemeClr val="tx1"/>
                          </a:solidFill>
                          <a:latin typeface="Times New Roman" panose="02020603050405020304" charset="0"/>
                          <a:ea typeface="宋体" panose="02010600030101010101" pitchFamily="2" charset="-122"/>
                        </a:rPr>
                        <a:t> </a:t>
                      </a:r>
                      <a:endParaRPr lang="zh-CN" altLang="en-US" sz="1600" b="1">
                        <a:solidFill>
                          <a:schemeClr val="tx1"/>
                        </a:solidFill>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27063">
                <a:tc>
                  <a:txBody>
                    <a:bodyPr wrap="square"/>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buBlip>
                          <a:blip r:embed="rId1"/>
                        </a:buBlip>
                        <a:defRPr sz="2400" kern="1200">
                          <a:effectLst>
                            <a:outerShdw blurRad="38100" dist="38100" dir="2700000">
                              <a:srgbClr val="000000"/>
                            </a:outerShdw>
                          </a:effectLst>
                        </a:defRPr>
                      </a:lvl2pPr>
                      <a:lvl3pPr marL="1428750" lvl="2" indent="-398145">
                        <a:buBlip>
                          <a:blip r:embed="rId1"/>
                        </a:buBlip>
                        <a:defRPr sz="2000" kern="1200">
                          <a:effectLst>
                            <a:outerShdw blurRad="38100" dist="38100" dir="2700000">
                              <a:srgbClr val="000000"/>
                            </a:outerShdw>
                          </a:effectLst>
                        </a:defRPr>
                      </a:lvl3pPr>
                      <a:lvl4pPr marL="1752600" lvl="3" indent="-321945">
                        <a:buBlip>
                          <a:blip r:embed="rId1"/>
                        </a:buBlip>
                        <a:defRPr sz="1800" kern="1200">
                          <a:effectLst>
                            <a:outerShdw blurRad="38100" dist="38100" dir="2700000">
                              <a:srgbClr val="000000"/>
                            </a:outerShdw>
                          </a:effectLst>
                        </a:defRPr>
                      </a:lvl4pPr>
                      <a:lvl5pPr marL="2092325" lvl="4" indent="-337820">
                        <a:buBlip>
                          <a:blip r:embed="rId1"/>
                        </a:buBlip>
                        <a:defRPr sz="1800" kern="1200">
                          <a:effectLst>
                            <a:outerShdw blurRad="38100" dist="38100" dir="2700000">
                              <a:srgbClr val="000000"/>
                            </a:outerShdw>
                          </a:effectLst>
                        </a:defRPr>
                      </a:lvl5pPr>
                    </a:lstStyle>
                    <a:p>
                      <a:pPr marL="0" lvl="0" indent="0">
                        <a:lnSpc>
                          <a:spcPct val="110000"/>
                        </a:lnSpc>
                        <a:spcBef>
                          <a:spcPct val="0"/>
                        </a:spcBef>
                        <a:buClr>
                          <a:srgbClr val="000000"/>
                        </a:buClr>
                        <a:buNone/>
                      </a:pPr>
                      <a:r>
                        <a:rPr lang="en-US" altLang="zh-CN" sz="1600" b="1">
                          <a:solidFill>
                            <a:schemeClr val="tx1"/>
                          </a:solidFill>
                          <a:latin typeface="Times New Roman" panose="02020603050405020304" charset="0"/>
                          <a:ea typeface="宋体" panose="02010600030101010101" pitchFamily="2" charset="-122"/>
                        </a:rPr>
                        <a:t>av_back   </a:t>
                      </a:r>
                      <a:endParaRPr lang="en-US" altLang="zh-CN" sz="1600" b="1">
                        <a:solidFill>
                          <a:schemeClr val="tx1"/>
                        </a:solidFill>
                        <a:latin typeface="Times New Roman" panose="02020603050405020304" charset="0"/>
                        <a:ea typeface="宋体" panose="02010600030101010101" pitchFamily="2" charset="-122"/>
                      </a:endParaRPr>
                    </a:p>
                    <a:p>
                      <a:pPr marL="0" lvl="0" indent="0">
                        <a:lnSpc>
                          <a:spcPct val="110000"/>
                        </a:lnSpc>
                        <a:spcBef>
                          <a:spcPct val="0"/>
                        </a:spcBef>
                        <a:buClr>
                          <a:srgbClr val="000000"/>
                        </a:buClr>
                        <a:buNone/>
                      </a:pPr>
                      <a:r>
                        <a:rPr lang="en-US" altLang="zh-CN" sz="1600" b="1">
                          <a:solidFill>
                            <a:schemeClr val="tx1"/>
                          </a:solidFill>
                          <a:latin typeface="Times New Roman" panose="02020603050405020304" charset="0"/>
                          <a:ea typeface="宋体" panose="02010600030101010101" pitchFamily="2" charset="-122"/>
                        </a:rPr>
                        <a:t>        </a:t>
                      </a:r>
                      <a:r>
                        <a:rPr lang="zh-CN" altLang="en-US" sz="1600">
                          <a:solidFill>
                            <a:schemeClr val="tx1"/>
                          </a:solidFill>
                          <a:latin typeface="Times New Roman" panose="02020603050405020304" charset="0"/>
                          <a:ea typeface="宋体" panose="02010600030101010101" pitchFamily="2" charset="-122"/>
                        </a:rPr>
                        <a:t>空闲缓冲区队列后向指针</a:t>
                      </a:r>
                      <a:endParaRPr lang="zh-CN" altLang="en-US" sz="1600">
                        <a:solidFill>
                          <a:schemeClr val="tx1"/>
                        </a:solidFill>
                        <a:latin typeface="Times New Roman" panose="02020603050405020304" charset="0"/>
                        <a:ea typeface="宋体" panose="02010600030101010101" pitchFamily="2"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29724" name="矩形 29723"/>
          <p:cNvSpPr/>
          <p:nvPr/>
        </p:nvSpPr>
        <p:spPr>
          <a:xfrm>
            <a:off x="3627438" y="566420"/>
            <a:ext cx="5430838" cy="603123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sz="2000" b="1" strike="noStrike" noProof="1">
                <a:solidFill>
                  <a:schemeClr val="tx1"/>
                </a:solidFill>
                <a:latin typeface="宋体" panose="02010600030101010101" pitchFamily="2" charset="-122"/>
                <a:ea typeface="宋体" panose="02010600030101010101" pitchFamily="2" charset="-122"/>
                <a:cs typeface="+mn-ea"/>
              </a:rPr>
              <a:t> ⅰ </a:t>
            </a:r>
            <a:r>
              <a:rPr lang="zh-CN" altLang="en-US" sz="2000" b="1" strike="noStrike" noProof="1">
                <a:solidFill>
                  <a:schemeClr val="tx1"/>
                </a:solidFill>
                <a:latin typeface="Times New Roman" panose="02020603050405020304" charset="0"/>
                <a:ea typeface="宋体" panose="02010600030101010101" pitchFamily="2" charset="-122"/>
                <a:cs typeface="+mn-ea"/>
              </a:rPr>
              <a:t>设备号</a:t>
            </a:r>
            <a:r>
              <a:rPr lang="en-US" altLang="zh-CN" sz="2000" b="1" strike="noStrike" noProof="1">
                <a:solidFill>
                  <a:schemeClr val="tx1"/>
                </a:solidFill>
                <a:latin typeface="Times New Roman" panose="02020603050405020304" charset="0"/>
                <a:ea typeface="宋体" panose="02010600030101010101" pitchFamily="2" charset="-122"/>
                <a:cs typeface="+mn-ea"/>
              </a:rPr>
              <a:t>dev</a:t>
            </a:r>
            <a:endParaRPr lang="en-US" altLang="zh-CN" sz="2000" b="1"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pPr>
            <a:r>
              <a:rPr lang="zh-CN" altLang="en-US" sz="1800" strike="noStrike" noProof="1">
                <a:solidFill>
                  <a:schemeClr val="tx1"/>
                </a:solidFill>
                <a:latin typeface="Times New Roman" panose="02020603050405020304" charset="0"/>
                <a:ea typeface="宋体" panose="02010600030101010101" pitchFamily="2" charset="-122"/>
                <a:cs typeface="+mn-cs"/>
              </a:rPr>
              <a:t>缓冲区所包含的信息所属设备的设备号</a:t>
            </a:r>
            <a:endParaRPr lang="zh-CN" altLang="en-US" sz="18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buNone/>
            </a:pPr>
            <a:r>
              <a:rPr lang="zh-CN" altLang="en-US" sz="2000" b="1" strike="noStrike" noProof="1">
                <a:solidFill>
                  <a:schemeClr val="tx1"/>
                </a:solidFill>
                <a:latin typeface="Times New Roman" panose="02020603050405020304" charset="0"/>
                <a:ea typeface="宋体" panose="02010600030101010101" pitchFamily="2" charset="-122"/>
                <a:cs typeface="+mn-ea"/>
              </a:rPr>
              <a:t>  </a:t>
            </a:r>
            <a:r>
              <a:rPr lang="en-US" altLang="zh-CN" sz="2000" b="1" strike="noStrike" noProof="1">
                <a:solidFill>
                  <a:schemeClr val="tx1"/>
                </a:solidFill>
                <a:latin typeface="宋体" panose="02010600030101010101" pitchFamily="2" charset="-122"/>
                <a:ea typeface="宋体" panose="02010600030101010101" pitchFamily="2" charset="-122"/>
                <a:cs typeface="+mn-ea"/>
              </a:rPr>
              <a:t>ⅱ </a:t>
            </a:r>
            <a:r>
              <a:rPr lang="zh-CN" altLang="en-US" sz="2000" b="1" strike="noStrike" noProof="1">
                <a:solidFill>
                  <a:schemeClr val="tx1"/>
                </a:solidFill>
                <a:latin typeface="Times New Roman" panose="02020603050405020304" charset="0"/>
                <a:ea typeface="宋体" panose="02010600030101010101" pitchFamily="2" charset="-122"/>
                <a:cs typeface="+mn-ea"/>
              </a:rPr>
              <a:t>块号</a:t>
            </a:r>
            <a:r>
              <a:rPr lang="en-US" altLang="zh-CN" sz="2000" b="1" strike="noStrike" noProof="1">
                <a:solidFill>
                  <a:schemeClr val="tx1"/>
                </a:solidFill>
                <a:latin typeface="Times New Roman" panose="02020603050405020304" charset="0"/>
                <a:ea typeface="宋体" panose="02010600030101010101" pitchFamily="2" charset="-122"/>
                <a:cs typeface="+mn-ea"/>
              </a:rPr>
              <a:t>blkno</a:t>
            </a:r>
            <a:endParaRPr lang="en-US" altLang="zh-CN" sz="2000" b="1"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pPr>
            <a:r>
              <a:rPr lang="zh-CN" altLang="en-US" sz="1800">
                <a:solidFill>
                  <a:schemeClr val="tx1"/>
                </a:solidFill>
                <a:latin typeface="Times New Roman" panose="02020603050405020304" charset="0"/>
                <a:ea typeface="宋体" panose="02010600030101010101" pitchFamily="2" charset="-122"/>
                <a:sym typeface="+mn-ea"/>
              </a:rPr>
              <a:t>所属设备</a:t>
            </a:r>
            <a:r>
              <a:rPr lang="zh-CN" altLang="en-US" sz="1800" strike="noStrike" noProof="1">
                <a:solidFill>
                  <a:schemeClr val="tx1"/>
                </a:solidFill>
                <a:latin typeface="Times New Roman" panose="02020603050405020304" charset="0"/>
                <a:ea typeface="宋体" panose="02010600030101010101" pitchFamily="2" charset="-122"/>
                <a:cs typeface="+mn-cs"/>
              </a:rPr>
              <a:t>上的块号</a:t>
            </a:r>
            <a:endParaRPr lang="zh-CN" altLang="en-US" sz="18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buNone/>
            </a:pPr>
            <a:r>
              <a:rPr lang="zh-CN" altLang="en-US" sz="2000" b="1" strike="noStrike" noProof="1">
                <a:solidFill>
                  <a:schemeClr val="tx1"/>
                </a:solidFill>
                <a:latin typeface="Times New Roman" panose="02020603050405020304" charset="0"/>
                <a:ea typeface="宋体" panose="02010600030101010101" pitchFamily="2" charset="-122"/>
                <a:cs typeface="+mn-ea"/>
              </a:rPr>
              <a:t>  </a:t>
            </a:r>
            <a:r>
              <a:rPr lang="en-US" altLang="zh-CN" sz="2000" b="1" strike="noStrike" noProof="1">
                <a:solidFill>
                  <a:schemeClr val="tx1"/>
                </a:solidFill>
                <a:latin typeface="宋体" panose="02010600030101010101" pitchFamily="2" charset="-122"/>
                <a:ea typeface="宋体" panose="02010600030101010101" pitchFamily="2" charset="-122"/>
                <a:cs typeface="+mn-ea"/>
              </a:rPr>
              <a:t>ⅲ </a:t>
            </a:r>
            <a:r>
              <a:rPr lang="zh-CN" altLang="en-US" sz="2000" b="1" strike="noStrike" noProof="1">
                <a:solidFill>
                  <a:schemeClr val="tx1"/>
                </a:solidFill>
                <a:latin typeface="Times New Roman" panose="02020603050405020304" charset="0"/>
                <a:ea typeface="宋体" panose="02010600030101010101" pitchFamily="2" charset="-122"/>
                <a:cs typeface="+mn-ea"/>
              </a:rPr>
              <a:t>状态</a:t>
            </a:r>
            <a:r>
              <a:rPr lang="en-US" altLang="zh-CN" sz="2000" b="1" strike="noStrike" noProof="1">
                <a:solidFill>
                  <a:schemeClr val="tx1"/>
                </a:solidFill>
                <a:latin typeface="Times New Roman" panose="02020603050405020304" charset="0"/>
                <a:ea typeface="宋体" panose="02010600030101010101" pitchFamily="2" charset="-122"/>
                <a:cs typeface="+mn-ea"/>
              </a:rPr>
              <a:t>flag——</a:t>
            </a:r>
            <a:r>
              <a:rPr lang="zh-CN" altLang="en-US" sz="2000" b="1" strike="noStrike" noProof="1">
                <a:solidFill>
                  <a:schemeClr val="tx1"/>
                </a:solidFill>
                <a:latin typeface="Times New Roman" panose="02020603050405020304" charset="0"/>
                <a:ea typeface="宋体" panose="02010600030101010101" pitchFamily="2" charset="-122"/>
                <a:cs typeface="+mn-ea"/>
              </a:rPr>
              <a:t>描述了缓冲区当前的状态</a:t>
            </a:r>
            <a:endParaRPr lang="zh-CN" altLang="en-US" sz="2000" b="1"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pPr>
            <a:r>
              <a:rPr lang="zh-CN" altLang="en-US" sz="1800" strike="noStrike" noProof="1">
                <a:solidFill>
                  <a:srgbClr val="C00000"/>
                </a:solidFill>
                <a:latin typeface="Times New Roman" panose="02020603050405020304" charset="0"/>
                <a:ea typeface="宋体" panose="02010600030101010101" pitchFamily="2" charset="-122"/>
                <a:cs typeface="+mn-cs"/>
              </a:rPr>
              <a:t>忙标志</a:t>
            </a:r>
            <a:r>
              <a:rPr lang="en-US" altLang="zh-CN" sz="1800" strike="noStrike" noProof="1">
                <a:solidFill>
                  <a:srgbClr val="C00000"/>
                </a:solidFill>
                <a:latin typeface="Times New Roman" panose="02020603050405020304" charset="0"/>
                <a:ea typeface="宋体" panose="02010600030101010101" pitchFamily="2" charset="-122"/>
                <a:cs typeface="+mn-cs"/>
              </a:rPr>
              <a:t>BUSY</a:t>
            </a:r>
            <a:r>
              <a:rPr lang="zh-CN" altLang="en-US" sz="1800" strike="noStrike" noProof="1">
                <a:solidFill>
                  <a:schemeClr val="tx1"/>
                </a:solidFill>
                <a:latin typeface="Times New Roman" panose="02020603050405020304" charset="0"/>
                <a:ea typeface="宋体" panose="02010600030101010101" pitchFamily="2" charset="-122"/>
                <a:cs typeface="+mn-cs"/>
              </a:rPr>
              <a:t>：缓冲区当前正“忙” </a:t>
            </a:r>
            <a:endParaRPr lang="zh-CN" altLang="en-US" sz="18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pPr>
            <a:r>
              <a:rPr lang="en-US" altLang="zh-CN" sz="1800" strike="noStrike" noProof="1">
                <a:solidFill>
                  <a:srgbClr val="C00000"/>
                </a:solidFill>
                <a:latin typeface="Times New Roman" panose="02020603050405020304" charset="0"/>
                <a:ea typeface="宋体" panose="02010600030101010101" pitchFamily="2" charset="-122"/>
                <a:cs typeface="+mn-cs"/>
              </a:rPr>
              <a:t>有效位AVE</a:t>
            </a:r>
            <a:r>
              <a:rPr lang="zh-CN" altLang="en-US" sz="1800" strike="noStrike" noProof="1">
                <a:solidFill>
                  <a:schemeClr val="tx1"/>
                </a:solidFill>
                <a:latin typeface="Times New Roman" panose="02020603050405020304" charset="0"/>
                <a:ea typeface="宋体" panose="02010600030101010101" pitchFamily="2" charset="-122"/>
                <a:cs typeface="+mn-cs"/>
              </a:rPr>
              <a:t>：缓冲包含的数据有效</a:t>
            </a:r>
            <a:endParaRPr lang="zh-CN" altLang="en-US" sz="18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pPr>
            <a:r>
              <a:rPr lang="zh-CN" altLang="en-US" sz="1800" strike="noStrike" noProof="1">
                <a:solidFill>
                  <a:srgbClr val="C00000"/>
                </a:solidFill>
                <a:latin typeface="Times New Roman" panose="02020603050405020304" charset="0"/>
                <a:ea typeface="宋体" panose="02010600030101010101" pitchFamily="2" charset="-122"/>
                <a:cs typeface="+mn-cs"/>
              </a:rPr>
              <a:t>延迟写</a:t>
            </a:r>
            <a:r>
              <a:rPr lang="en-US" altLang="zh-CN" sz="1800" strike="noStrike" noProof="1">
                <a:solidFill>
                  <a:srgbClr val="C00000"/>
                </a:solidFill>
                <a:latin typeface="Times New Roman" panose="02020603050405020304" charset="0"/>
                <a:ea typeface="宋体" panose="02010600030101010101" pitchFamily="2" charset="-122"/>
                <a:cs typeface="+mn-cs"/>
              </a:rPr>
              <a:t>DELWR</a:t>
            </a:r>
            <a:r>
              <a:rPr lang="en-US" altLang="zh-CN" sz="1800" strike="noStrike" noProof="1">
                <a:solidFill>
                  <a:schemeClr val="tx1"/>
                </a:solidFill>
                <a:latin typeface="Times New Roman" panose="02020603050405020304" charset="0"/>
                <a:ea typeface="宋体" panose="02010600030101010101" pitchFamily="2" charset="-122"/>
                <a:cs typeface="+mn-cs"/>
              </a:rPr>
              <a:t> </a:t>
            </a:r>
            <a:r>
              <a:rPr lang="zh-CN" altLang="en-US" sz="1800" strike="noStrike" noProof="1">
                <a:solidFill>
                  <a:schemeClr val="tx1"/>
                </a:solidFill>
                <a:latin typeface="Times New Roman" panose="02020603050405020304" charset="0"/>
                <a:ea typeface="宋体" panose="02010600030101010101" pitchFamily="2" charset="-122"/>
                <a:cs typeface="+mn-cs"/>
              </a:rPr>
              <a:t>：核心在某缓冲区重新分配出去之前必须把缓冲区内容写到磁盘上</a:t>
            </a:r>
            <a:endParaRPr lang="zh-CN" altLang="en-US" sz="18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pPr>
            <a:r>
              <a:rPr lang="zh-CN" altLang="en-US" sz="1800" strike="noStrike" noProof="1">
                <a:solidFill>
                  <a:schemeClr val="tx1"/>
                </a:solidFill>
                <a:latin typeface="Times New Roman" panose="02020603050405020304" charset="0"/>
                <a:ea typeface="宋体" panose="02010600030101010101" pitchFamily="2" charset="-122"/>
                <a:cs typeface="+mn-cs"/>
              </a:rPr>
              <a:t>写标志</a:t>
            </a:r>
            <a:r>
              <a:rPr lang="en-US" altLang="zh-CN" sz="1800" strike="noStrike" noProof="1">
                <a:solidFill>
                  <a:schemeClr val="tx1"/>
                </a:solidFill>
                <a:latin typeface="Times New Roman" panose="02020603050405020304" charset="0"/>
                <a:ea typeface="宋体" panose="02010600030101010101" pitchFamily="2" charset="-122"/>
                <a:cs typeface="+mn-cs"/>
              </a:rPr>
              <a:t>WRITE</a:t>
            </a:r>
            <a:r>
              <a:rPr lang="zh-CN" altLang="en-US" sz="1800" strike="noStrike" noProof="1">
                <a:solidFill>
                  <a:schemeClr val="tx1"/>
                </a:solidFill>
                <a:latin typeface="Times New Roman" panose="02020603050405020304" charset="0"/>
                <a:ea typeface="宋体" panose="02010600030101010101" pitchFamily="2" charset="-122"/>
                <a:cs typeface="+mn-cs"/>
              </a:rPr>
              <a:t>： 核心当前正把缓冲区的内容写到磁盘</a:t>
            </a:r>
            <a:endParaRPr lang="zh-CN" altLang="en-US" sz="18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pPr>
            <a:r>
              <a:rPr lang="zh-CN" altLang="en-US" sz="1800" strike="noStrike" noProof="1">
                <a:solidFill>
                  <a:schemeClr val="tx1"/>
                </a:solidFill>
                <a:latin typeface="Times New Roman" panose="02020603050405020304" charset="0"/>
                <a:ea typeface="宋体" panose="02010600030101010101" pitchFamily="2" charset="-122"/>
                <a:cs typeface="+mn-cs"/>
              </a:rPr>
              <a:t>读标志</a:t>
            </a:r>
            <a:r>
              <a:rPr lang="en-US" altLang="zh-CN" sz="1800" strike="noStrike" noProof="1">
                <a:solidFill>
                  <a:schemeClr val="tx1"/>
                </a:solidFill>
                <a:latin typeface="Times New Roman" panose="02020603050405020304" charset="0"/>
                <a:ea typeface="宋体" panose="02010600030101010101" pitchFamily="2" charset="-122"/>
                <a:cs typeface="+mn-cs"/>
              </a:rPr>
              <a:t>READ</a:t>
            </a:r>
            <a:r>
              <a:rPr lang="zh-CN" altLang="en-US" sz="1800" strike="noStrike" noProof="1">
                <a:solidFill>
                  <a:schemeClr val="tx1"/>
                </a:solidFill>
                <a:latin typeface="Times New Roman" panose="02020603050405020304" charset="0"/>
                <a:ea typeface="宋体" panose="02010600030101010101" pitchFamily="2" charset="-122"/>
                <a:cs typeface="+mn-cs"/>
              </a:rPr>
              <a:t>：核心当前正从磁盘往缓冲区写信息</a:t>
            </a:r>
            <a:endParaRPr lang="zh-CN" altLang="en-US" sz="18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pPr>
            <a:r>
              <a:rPr lang="zh-CN" altLang="en-US" sz="1800" strike="noStrike" noProof="1">
                <a:solidFill>
                  <a:schemeClr val="tx1"/>
                </a:solidFill>
                <a:latin typeface="Times New Roman" panose="02020603050405020304" charset="0"/>
                <a:ea typeface="宋体" panose="02010600030101010101" pitchFamily="2" charset="-122"/>
                <a:cs typeface="+mn-cs"/>
              </a:rPr>
              <a:t>等待位</a:t>
            </a:r>
            <a:r>
              <a:rPr lang="zh-CN" altLang="en-US" sz="1800" strike="noStrike" noProof="1">
                <a:solidFill>
                  <a:schemeClr val="tx1"/>
                </a:solidFill>
                <a:latin typeface="Times New Roman" panose="02020603050405020304" charset="0"/>
                <a:ea typeface="宋体" panose="02010600030101010101" pitchFamily="2" charset="-122"/>
                <a:cs typeface="+mn-cs"/>
                <a:sym typeface="Symbol" panose="05050102010706020507" pitchFamily="2" charset="2"/>
              </a:rPr>
              <a:t> </a:t>
            </a:r>
            <a:r>
              <a:rPr lang="en-US" altLang="zh-CN" sz="1800" strike="noStrike" noProof="1">
                <a:solidFill>
                  <a:schemeClr val="tx1"/>
                </a:solidFill>
                <a:latin typeface="Times New Roman" panose="02020603050405020304" charset="0"/>
                <a:ea typeface="宋体" panose="02010600030101010101" pitchFamily="2" charset="-122"/>
                <a:cs typeface="+mn-cs"/>
              </a:rPr>
              <a:t>WAIT</a:t>
            </a:r>
            <a:r>
              <a:rPr lang="zh-CN" altLang="en-US" sz="1800" strike="noStrike" noProof="1">
                <a:solidFill>
                  <a:schemeClr val="tx1"/>
                </a:solidFill>
                <a:latin typeface="Times New Roman" panose="02020603050405020304" charset="0"/>
                <a:ea typeface="宋体" panose="02010600030101010101" pitchFamily="2" charset="-122"/>
                <a:cs typeface="+mn-cs"/>
              </a:rPr>
              <a:t>：  一个进程当前正在等候该缓冲区变为空闲</a:t>
            </a:r>
            <a:endParaRPr lang="zh-CN" altLang="en-US" sz="1800" strike="noStrike" noProof="1">
              <a:solidFill>
                <a:schemeClr val="tx1"/>
              </a:solidFill>
              <a:latin typeface="Times New Roman" panose="02020603050405020304" charset="0"/>
              <a:ea typeface="宋体" panose="02010600030101010101" pitchFamily="2" charset="-122"/>
            </a:endParaRPr>
          </a:p>
        </p:txBody>
      </p:sp>
      <p:sp>
        <p:nvSpPr>
          <p:cNvPr id="29725" name="文本框 29724"/>
          <p:cNvSpPr txBox="1"/>
          <p:nvPr/>
        </p:nvSpPr>
        <p:spPr>
          <a:xfrm>
            <a:off x="1249363" y="6132830"/>
            <a:ext cx="1431925" cy="336550"/>
          </a:xfrm>
          <a:prstGeom prst="rect">
            <a:avLst/>
          </a:prstGeom>
          <a:noFill/>
          <a:ln w="9525">
            <a:noFill/>
            <a:miter/>
          </a:ln>
        </p:spPr>
        <p:txBody>
          <a:bodyPr anchor="t">
            <a:spAutoFit/>
          </a:bodyPr>
          <a:p>
            <a:pPr lvl="0">
              <a:spcBef>
                <a:spcPct val="30000"/>
              </a:spcBef>
              <a:buClr>
                <a:srgbClr val="000000"/>
              </a:buClr>
            </a:pPr>
            <a:r>
              <a:rPr lang="zh-CN" altLang="en-US" sz="1600">
                <a:solidFill>
                  <a:schemeClr val="tx1"/>
                </a:solidFill>
                <a:latin typeface="Times New Roman" panose="02020603050405020304" charset="0"/>
                <a:ea typeface="宋体" panose="02010600030101010101" pitchFamily="2" charset="-122"/>
              </a:rPr>
              <a:t>缓冲首部结构</a:t>
            </a:r>
            <a:endParaRPr lang="zh-CN" altLang="en-US" sz="1600">
              <a:solidFill>
                <a:schemeClr val="tx1"/>
              </a:solidFill>
              <a:latin typeface="Times New Roman" panose="02020603050405020304" charset="0"/>
              <a:ea typeface="宋体" panose="02010600030101010101" pitchFamily="2" charset="-122"/>
            </a:endParaRPr>
          </a:p>
        </p:txBody>
      </p:sp>
      <p:sp>
        <p:nvSpPr>
          <p:cNvPr id="29726" name="矩形 2972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缓冲技术</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29699" grpId="0" build="p"/>
      <p:bldP spid="29724" grpId="0" build="p"/>
      <p:bldP spid="2972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文本框 3072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23</a:t>
            </a:r>
            <a:endParaRPr lang="en-US" altLang="zh-CN" sz="1400">
              <a:solidFill>
                <a:schemeClr val="tx2"/>
              </a:solidFill>
              <a:latin typeface="Times New Roman" panose="02020603050405020304" charset="0"/>
              <a:ea typeface="宋体" panose="02010600030101010101" pitchFamily="2" charset="-122"/>
            </a:endParaRPr>
          </a:p>
        </p:txBody>
      </p:sp>
      <p:sp>
        <p:nvSpPr>
          <p:cNvPr id="30723" name="矩形 30722"/>
          <p:cNvSpPr/>
          <p:nvPr/>
        </p:nvSpPr>
        <p:spPr>
          <a:xfrm>
            <a:off x="186690" y="573405"/>
            <a:ext cx="8735695" cy="346265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400" b="1" strike="noStrike" noProof="1">
                <a:solidFill>
                  <a:srgbClr val="000099"/>
                </a:solidFill>
                <a:latin typeface="宋体" panose="02010600030101010101" pitchFamily="2" charset="-122"/>
                <a:ea typeface="宋体" panose="02010600030101010101" pitchFamily="2" charset="-122"/>
                <a:cs typeface="+mn-ea"/>
                <a:sym typeface="Symbol" panose="05050102010706020507" pitchFamily="2" charset="2"/>
              </a:rPr>
              <a:t>③ </a:t>
            </a:r>
            <a:r>
              <a:rPr lang="zh-CN" altLang="en-US" sz="2400" b="1" strike="noStrike" noProof="1">
                <a:solidFill>
                  <a:srgbClr val="000099"/>
                </a:solidFill>
                <a:latin typeface="Times New Roman" panose="02020603050405020304" charset="0"/>
                <a:ea typeface="宋体" panose="02010600030101010101" pitchFamily="2" charset="-122"/>
                <a:cs typeface="+mn-ea"/>
                <a:sym typeface="Symbol" panose="05050102010706020507" pitchFamily="2" charset="2"/>
              </a:rPr>
              <a:t>缓冲区队列结构 </a:t>
            </a:r>
            <a:endParaRPr lang="zh-CN" altLang="en-US" sz="2400" b="1" strike="noStrike" noProof="1">
              <a:solidFill>
                <a:srgbClr val="000099"/>
              </a:solidFill>
              <a:latin typeface="Times New Roman" panose="02020603050405020304" charset="0"/>
              <a:ea typeface="宋体" panose="02010600030101010101" pitchFamily="2" charset="-122"/>
              <a:sym typeface="Symbol" panose="05050102010706020507" pitchFamily="2" charset="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en-US" altLang="zh-CN" sz="2400" b="1" strike="noStrike" noProof="1">
                <a:solidFill>
                  <a:schemeClr val="tx1"/>
                </a:solidFill>
                <a:latin typeface="宋体" panose="02010600030101010101" pitchFamily="2" charset="-122"/>
                <a:ea typeface="宋体" panose="02010600030101010101" pitchFamily="2" charset="-122"/>
                <a:cs typeface="+mn-ea"/>
                <a:sym typeface="+mn-ea"/>
              </a:rPr>
              <a:t>ⅰ</a:t>
            </a:r>
            <a:r>
              <a:rPr lang="zh-CN" altLang="en-US" sz="2400" b="1" strike="noStrike" noProof="1">
                <a:solidFill>
                  <a:schemeClr val="tx1"/>
                </a:solidFill>
                <a:latin typeface="Times New Roman" panose="02020603050405020304" charset="0"/>
                <a:ea typeface="宋体" panose="02010600030101010101" pitchFamily="2" charset="-122"/>
                <a:cs typeface="+mn-ea"/>
              </a:rPr>
              <a:t>空闲缓冲区队列  </a:t>
            </a:r>
            <a:endParaRPr lang="zh-CN" altLang="en-US" sz="2400" b="1"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000" strike="noStrike" noProof="1">
                <a:solidFill>
                  <a:schemeClr val="tx1"/>
                </a:solidFill>
                <a:latin typeface="Times New Roman" panose="02020603050405020304" charset="0"/>
                <a:ea typeface="宋体" panose="02010600030101010101" pitchFamily="2" charset="-122"/>
                <a:cs typeface="+mn-cs"/>
              </a:rPr>
              <a:t>     可供重新分配使用的缓冲区组成的队列称为空闲缓冲区队列，简称av链。只有一个空闲缓冲区队列，所有空闲缓冲区的状态</a:t>
            </a:r>
            <a:r>
              <a:rPr lang="en-US" altLang="zh-CN" sz="2000" strike="noStrike" noProof="1">
                <a:solidFill>
                  <a:schemeClr val="tx1"/>
                </a:solidFill>
                <a:latin typeface="Times New Roman" panose="02020603050405020304" charset="0"/>
                <a:ea typeface="宋体" panose="02010600030101010101" pitchFamily="2" charset="-122"/>
                <a:cs typeface="+mn-cs"/>
              </a:rPr>
              <a:t>BUSY=0</a:t>
            </a:r>
            <a:endParaRPr lang="zh-CN" altLang="en-US" sz="2000" strike="noStrike" noProof="1">
              <a:solidFill>
                <a:schemeClr val="tx1"/>
              </a:solidFill>
              <a:latin typeface="Times New Roman" panose="02020603050405020304" charset="0"/>
              <a:ea typeface="宋体" panose="02010600030101010101" pitchFamily="2" charset="-122"/>
              <a:cs typeface="+mn-cs"/>
            </a:endParaRPr>
          </a:p>
          <a:p>
            <a:pPr marL="914400" lvl="1" indent="-457200" fontAlgn="base">
              <a:lnSpc>
                <a:spcPct val="130000"/>
              </a:lnSpc>
              <a:buNone/>
            </a:pPr>
            <a:r>
              <a:rPr lang="en-US" altLang="zh-CN" sz="2400" b="1" strike="noStrike" noProof="1">
                <a:solidFill>
                  <a:schemeClr val="tx1"/>
                </a:solidFill>
                <a:latin typeface="Times New Roman" panose="02020603050405020304" charset="0"/>
                <a:ea typeface="宋体" panose="02010600030101010101" pitchFamily="2" charset="-122"/>
                <a:cs typeface="+mn-cs"/>
                <a:sym typeface="+mn-ea"/>
              </a:rPr>
              <a:t>   av </a:t>
            </a:r>
            <a:r>
              <a:rPr lang="zh-CN" altLang="en-US" sz="2400" b="1" strike="noStrike" noProof="1">
                <a:solidFill>
                  <a:schemeClr val="tx1"/>
                </a:solidFill>
                <a:latin typeface="Times New Roman" panose="02020603050405020304" charset="0"/>
                <a:ea typeface="宋体" panose="02010600030101010101" pitchFamily="2" charset="-122"/>
                <a:cs typeface="+mn-cs"/>
                <a:sym typeface="+mn-ea"/>
              </a:rPr>
              <a:t>链指针  </a:t>
            </a:r>
            <a:endParaRPr lang="zh-CN" altLang="en-US" sz="2400" b="1"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en-US" altLang="zh-CN" sz="2000" strike="noStrike" noProof="1">
                <a:solidFill>
                  <a:schemeClr val="tx1"/>
                </a:solidFill>
                <a:latin typeface="Times New Roman" panose="02020603050405020304" charset="0"/>
                <a:ea typeface="宋体" panose="02010600030101010101" pitchFamily="2" charset="-122"/>
                <a:cs typeface="+mn-cs"/>
                <a:sym typeface="+mn-ea"/>
              </a:rPr>
              <a:t>av_forw </a:t>
            </a:r>
            <a:r>
              <a:rPr lang="zh-CN" altLang="en-US" sz="2000" strike="noStrike" noProof="1">
                <a:solidFill>
                  <a:schemeClr val="tx1"/>
                </a:solidFill>
                <a:latin typeface="Times New Roman" panose="02020603050405020304" charset="0"/>
                <a:ea typeface="宋体" panose="02010600030101010101" pitchFamily="2" charset="-122"/>
                <a:cs typeface="+mn-cs"/>
                <a:sym typeface="+mn-ea"/>
              </a:rPr>
              <a:t>：指向空闲缓冲区队列上的下一个缓冲区的指针</a:t>
            </a:r>
            <a:endParaRPr lang="zh-CN" altLang="en-US" sz="2000" strike="noStrike" noProof="1">
              <a:solidFill>
                <a:schemeClr val="tx1"/>
              </a:solidFill>
              <a:latin typeface="Times New Roman" panose="02020603050405020304" charset="0"/>
              <a:ea typeface="宋体" panose="02010600030101010101" pitchFamily="2" charset="-122"/>
              <a:sym typeface="+mn-ea"/>
            </a:endParaRPr>
          </a:p>
          <a:p>
            <a:pPr marL="1295400" lvl="2" indent="-381000" fontAlgn="base">
              <a:lnSpc>
                <a:spcPct val="130000"/>
              </a:lnSpc>
            </a:pPr>
            <a:r>
              <a:rPr lang="en-US" altLang="zh-CN" sz="2000" strike="noStrike" noProof="1">
                <a:solidFill>
                  <a:schemeClr val="tx1"/>
                </a:solidFill>
                <a:latin typeface="Times New Roman" panose="02020603050405020304" charset="0"/>
                <a:ea typeface="宋体" panose="02010600030101010101" pitchFamily="2" charset="-122"/>
                <a:cs typeface="+mn-cs"/>
                <a:sym typeface="+mn-ea"/>
              </a:rPr>
              <a:t>av_back </a:t>
            </a:r>
            <a:r>
              <a:rPr lang="zh-CN" altLang="en-US" sz="2000" strike="noStrike" noProof="1">
                <a:solidFill>
                  <a:schemeClr val="tx1"/>
                </a:solidFill>
                <a:latin typeface="Times New Roman" panose="02020603050405020304" charset="0"/>
                <a:ea typeface="宋体" panose="02010600030101010101" pitchFamily="2" charset="-122"/>
                <a:cs typeface="+mn-cs"/>
                <a:sym typeface="+mn-ea"/>
              </a:rPr>
              <a:t>： 指向空闲缓冲区队列上的上一个缓冲区的指针</a:t>
            </a:r>
            <a:endParaRPr lang="zh-CN" altLang="en-US" sz="2000" strike="noStrike" noProof="1">
              <a:solidFill>
                <a:schemeClr val="tx1"/>
              </a:solidFill>
              <a:latin typeface="Times New Roman" panose="02020603050405020304" charset="0"/>
              <a:ea typeface="宋体" panose="02010600030101010101" pitchFamily="2" charset="-122"/>
              <a:sym typeface="+mn-ea"/>
            </a:endParaRPr>
          </a:p>
        </p:txBody>
      </p:sp>
      <p:grpSp>
        <p:nvGrpSpPr>
          <p:cNvPr id="30724" name="组合 30723"/>
          <p:cNvGrpSpPr/>
          <p:nvPr/>
        </p:nvGrpSpPr>
        <p:grpSpPr>
          <a:xfrm>
            <a:off x="546100" y="4360863"/>
            <a:ext cx="8007350" cy="1866900"/>
            <a:chOff x="0" y="0"/>
            <a:chExt cx="4322" cy="1176"/>
          </a:xfrm>
        </p:grpSpPr>
        <p:grpSp>
          <p:nvGrpSpPr>
            <p:cNvPr id="37892" name="组合 30724"/>
            <p:cNvGrpSpPr/>
            <p:nvPr/>
          </p:nvGrpSpPr>
          <p:grpSpPr>
            <a:xfrm>
              <a:off x="0" y="0"/>
              <a:ext cx="4322" cy="946"/>
              <a:chOff x="0" y="0"/>
              <a:chExt cx="8223" cy="1560"/>
            </a:xfrm>
          </p:grpSpPr>
          <p:sp>
            <p:nvSpPr>
              <p:cNvPr id="37893" name="文本框 30725"/>
              <p:cNvSpPr txBox="1"/>
              <p:nvPr/>
            </p:nvSpPr>
            <p:spPr>
              <a:xfrm>
                <a:off x="363" y="390"/>
                <a:ext cx="1440" cy="870"/>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lnSpc>
                    <a:spcPct val="120000"/>
                  </a:lnSpc>
                  <a:spcBef>
                    <a:spcPct val="10000"/>
                  </a:spcBef>
                  <a:buClr>
                    <a:srgbClr val="000000"/>
                  </a:buClr>
                </a:pPr>
                <a:r>
                  <a:rPr lang="en-US" altLang="zh-CN" sz="1600" b="1">
                    <a:solidFill>
                      <a:schemeClr val="tx1"/>
                    </a:solidFill>
                    <a:latin typeface="Times New Roman" panose="02020603050405020304" charset="0"/>
                    <a:ea typeface="宋体" panose="02010600030101010101" pitchFamily="2" charset="-122"/>
                  </a:rPr>
                  <a:t>av_forw</a:t>
                </a:r>
                <a:endParaRPr lang="en-US" altLang="zh-CN" sz="1600" b="1">
                  <a:solidFill>
                    <a:schemeClr val="tx1"/>
                  </a:solidFill>
                  <a:latin typeface="Times New Roman" panose="02020603050405020304" charset="0"/>
                  <a:ea typeface="宋体" panose="02010600030101010101" pitchFamily="2" charset="-122"/>
                </a:endParaRPr>
              </a:p>
              <a:p>
                <a:pPr lvl="0" algn="just">
                  <a:lnSpc>
                    <a:spcPct val="120000"/>
                  </a:lnSpc>
                  <a:spcBef>
                    <a:spcPct val="10000"/>
                  </a:spcBef>
                  <a:buClr>
                    <a:srgbClr val="000000"/>
                  </a:buClr>
                </a:pPr>
                <a:r>
                  <a:rPr lang="en-US" altLang="zh-CN" sz="1600" b="1">
                    <a:solidFill>
                      <a:schemeClr val="tx1"/>
                    </a:solidFill>
                    <a:latin typeface="Times New Roman" panose="02020603050405020304" charset="0"/>
                    <a:ea typeface="宋体" panose="02010600030101010101" pitchFamily="2" charset="-122"/>
                  </a:rPr>
                  <a:t>av_back</a:t>
                </a:r>
                <a:endParaRPr lang="en-US" altLang="zh-CN" sz="1600" b="1">
                  <a:solidFill>
                    <a:schemeClr val="tx1"/>
                  </a:solidFill>
                  <a:latin typeface="Times New Roman" panose="02020603050405020304" charset="0"/>
                  <a:ea typeface="宋体" panose="02010600030101010101" pitchFamily="2" charset="-122"/>
                </a:endParaRPr>
              </a:p>
              <a:p>
                <a:pPr lvl="0" algn="just">
                  <a:buClr>
                    <a:srgbClr val="000000"/>
                  </a:buClr>
                </a:pPr>
                <a:endParaRPr lang="en-US" altLang="zh-CN" sz="1600" b="1">
                  <a:solidFill>
                    <a:schemeClr val="tx1"/>
                  </a:solidFill>
                  <a:latin typeface="Times New Roman" panose="02020603050405020304" charset="0"/>
                  <a:ea typeface="宋体" panose="02010600030101010101" pitchFamily="2" charset="-122"/>
                </a:endParaRPr>
              </a:p>
            </p:txBody>
          </p:sp>
          <p:sp>
            <p:nvSpPr>
              <p:cNvPr id="37894" name="文本框 30726"/>
              <p:cNvSpPr txBox="1"/>
              <p:nvPr/>
            </p:nvSpPr>
            <p:spPr>
              <a:xfrm>
                <a:off x="2508" y="465"/>
                <a:ext cx="1155" cy="795"/>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lnSpc>
                    <a:spcPct val="120000"/>
                  </a:lnSpc>
                  <a:spcBef>
                    <a:spcPct val="10000"/>
                  </a:spcBef>
                  <a:buClr>
                    <a:srgbClr val="000000"/>
                  </a:buClr>
                </a:pPr>
                <a:r>
                  <a:rPr lang="en-US" altLang="zh-CN" sz="1600" b="1">
                    <a:solidFill>
                      <a:schemeClr val="tx1"/>
                    </a:solidFill>
                    <a:latin typeface="Times New Roman" panose="02020603050405020304" charset="0"/>
                    <a:ea typeface="宋体" panose="02010600030101010101" pitchFamily="2" charset="-122"/>
                  </a:rPr>
                  <a:t>av_forw</a:t>
                </a:r>
                <a:endParaRPr lang="en-US" altLang="zh-CN" sz="1600" b="1">
                  <a:solidFill>
                    <a:schemeClr val="tx1"/>
                  </a:solidFill>
                  <a:latin typeface="Times New Roman" panose="02020603050405020304" charset="0"/>
                  <a:ea typeface="宋体" panose="02010600030101010101" pitchFamily="2" charset="-122"/>
                </a:endParaRPr>
              </a:p>
              <a:p>
                <a:pPr lvl="0" algn="just">
                  <a:lnSpc>
                    <a:spcPct val="120000"/>
                  </a:lnSpc>
                  <a:spcBef>
                    <a:spcPct val="10000"/>
                  </a:spcBef>
                  <a:buClr>
                    <a:srgbClr val="000000"/>
                  </a:buClr>
                </a:pPr>
                <a:r>
                  <a:rPr lang="en-US" altLang="zh-CN" sz="1600" b="1">
                    <a:solidFill>
                      <a:schemeClr val="tx1"/>
                    </a:solidFill>
                    <a:latin typeface="Times New Roman" panose="02020603050405020304" charset="0"/>
                    <a:ea typeface="宋体" panose="02010600030101010101" pitchFamily="2" charset="-122"/>
                  </a:rPr>
                  <a:t>av_back</a:t>
                </a:r>
                <a:endParaRPr lang="en-US" altLang="zh-CN" sz="1600" b="1">
                  <a:solidFill>
                    <a:schemeClr val="tx1"/>
                  </a:solidFill>
                  <a:latin typeface="Times New Roman" panose="02020603050405020304" charset="0"/>
                  <a:ea typeface="宋体" panose="02010600030101010101" pitchFamily="2" charset="-122"/>
                </a:endParaRPr>
              </a:p>
            </p:txBody>
          </p:sp>
          <p:sp>
            <p:nvSpPr>
              <p:cNvPr id="37895" name="文本框 30727"/>
              <p:cNvSpPr txBox="1"/>
              <p:nvPr/>
            </p:nvSpPr>
            <p:spPr>
              <a:xfrm>
                <a:off x="4353" y="465"/>
                <a:ext cx="1155" cy="795"/>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lnSpc>
                    <a:spcPct val="120000"/>
                  </a:lnSpc>
                  <a:spcBef>
                    <a:spcPct val="10000"/>
                  </a:spcBef>
                  <a:buClr>
                    <a:srgbClr val="000000"/>
                  </a:buClr>
                </a:pPr>
                <a:r>
                  <a:rPr lang="en-US" altLang="zh-CN" sz="1600" b="1">
                    <a:solidFill>
                      <a:schemeClr val="tx1"/>
                    </a:solidFill>
                    <a:latin typeface="Times New Roman" panose="02020603050405020304" charset="0"/>
                    <a:ea typeface="宋体" panose="02010600030101010101" pitchFamily="2" charset="-122"/>
                  </a:rPr>
                  <a:t>av_forw</a:t>
                </a:r>
                <a:endParaRPr lang="en-US" altLang="zh-CN" sz="1600" b="1">
                  <a:solidFill>
                    <a:schemeClr val="tx1"/>
                  </a:solidFill>
                  <a:latin typeface="Times New Roman" panose="02020603050405020304" charset="0"/>
                  <a:ea typeface="宋体" panose="02010600030101010101" pitchFamily="2" charset="-122"/>
                </a:endParaRPr>
              </a:p>
              <a:p>
                <a:pPr lvl="0" algn="just">
                  <a:lnSpc>
                    <a:spcPct val="120000"/>
                  </a:lnSpc>
                  <a:spcBef>
                    <a:spcPct val="10000"/>
                  </a:spcBef>
                  <a:buClr>
                    <a:srgbClr val="000000"/>
                  </a:buClr>
                </a:pPr>
                <a:r>
                  <a:rPr lang="en-US" altLang="zh-CN" sz="1600" b="1">
                    <a:solidFill>
                      <a:schemeClr val="tx1"/>
                    </a:solidFill>
                    <a:latin typeface="Times New Roman" panose="02020603050405020304" charset="0"/>
                    <a:ea typeface="宋体" panose="02010600030101010101" pitchFamily="2" charset="-122"/>
                  </a:rPr>
                  <a:t>av_back</a:t>
                </a:r>
                <a:endParaRPr lang="en-US" altLang="zh-CN" sz="1600" b="1">
                  <a:solidFill>
                    <a:schemeClr val="tx1"/>
                  </a:solidFill>
                  <a:latin typeface="Times New Roman" panose="02020603050405020304" charset="0"/>
                  <a:ea typeface="宋体" panose="02010600030101010101" pitchFamily="2" charset="-122"/>
                </a:endParaRPr>
              </a:p>
            </p:txBody>
          </p:sp>
          <p:sp>
            <p:nvSpPr>
              <p:cNvPr id="37896" name="文本框 30728"/>
              <p:cNvSpPr txBox="1"/>
              <p:nvPr/>
            </p:nvSpPr>
            <p:spPr>
              <a:xfrm>
                <a:off x="6648" y="465"/>
                <a:ext cx="1155" cy="795"/>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lnSpc>
                    <a:spcPct val="120000"/>
                  </a:lnSpc>
                  <a:spcBef>
                    <a:spcPct val="10000"/>
                  </a:spcBef>
                  <a:buClr>
                    <a:srgbClr val="000000"/>
                  </a:buClr>
                </a:pPr>
                <a:r>
                  <a:rPr lang="en-US" altLang="zh-CN" sz="1600" b="1">
                    <a:solidFill>
                      <a:schemeClr val="tx1"/>
                    </a:solidFill>
                    <a:latin typeface="Times New Roman" panose="02020603050405020304" charset="0"/>
                    <a:ea typeface="宋体" panose="02010600030101010101" pitchFamily="2" charset="-122"/>
                  </a:rPr>
                  <a:t>av_forw</a:t>
                </a:r>
                <a:endParaRPr lang="en-US" altLang="zh-CN" sz="1600" b="1">
                  <a:solidFill>
                    <a:schemeClr val="tx1"/>
                  </a:solidFill>
                  <a:latin typeface="Times New Roman" panose="02020603050405020304" charset="0"/>
                  <a:ea typeface="宋体" panose="02010600030101010101" pitchFamily="2" charset="-122"/>
                </a:endParaRPr>
              </a:p>
              <a:p>
                <a:pPr lvl="0" algn="just">
                  <a:lnSpc>
                    <a:spcPct val="120000"/>
                  </a:lnSpc>
                  <a:spcBef>
                    <a:spcPct val="10000"/>
                  </a:spcBef>
                  <a:buClr>
                    <a:srgbClr val="000000"/>
                  </a:buClr>
                </a:pPr>
                <a:r>
                  <a:rPr lang="en-US" altLang="zh-CN" sz="1600" b="1">
                    <a:solidFill>
                      <a:schemeClr val="tx1"/>
                    </a:solidFill>
                    <a:latin typeface="Times New Roman" panose="02020603050405020304" charset="0"/>
                    <a:ea typeface="宋体" panose="02010600030101010101" pitchFamily="2" charset="-122"/>
                  </a:rPr>
                  <a:t>av_back</a:t>
                </a:r>
                <a:endParaRPr lang="en-US" altLang="zh-CN" sz="1600" b="1">
                  <a:solidFill>
                    <a:schemeClr val="tx1"/>
                  </a:solidFill>
                  <a:latin typeface="Times New Roman" panose="02020603050405020304" charset="0"/>
                  <a:ea typeface="宋体" panose="02010600030101010101" pitchFamily="2" charset="-122"/>
                </a:endParaRPr>
              </a:p>
            </p:txBody>
          </p:sp>
          <p:sp>
            <p:nvSpPr>
              <p:cNvPr id="37897" name="直接连接符 30729"/>
              <p:cNvSpPr/>
              <p:nvPr/>
            </p:nvSpPr>
            <p:spPr>
              <a:xfrm>
                <a:off x="1803" y="645"/>
                <a:ext cx="705"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7898" name="直接连接符 30730"/>
              <p:cNvSpPr/>
              <p:nvPr/>
            </p:nvSpPr>
            <p:spPr>
              <a:xfrm>
                <a:off x="3663" y="645"/>
                <a:ext cx="705"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7899" name="直接连接符 30731"/>
              <p:cNvSpPr/>
              <p:nvPr/>
            </p:nvSpPr>
            <p:spPr>
              <a:xfrm flipH="1">
                <a:off x="1803" y="975"/>
                <a:ext cx="705"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7900" name="直接连接符 30732"/>
              <p:cNvSpPr/>
              <p:nvPr/>
            </p:nvSpPr>
            <p:spPr>
              <a:xfrm flipH="1">
                <a:off x="3648" y="975"/>
                <a:ext cx="705"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7901" name="直接连接符 30733"/>
              <p:cNvSpPr/>
              <p:nvPr/>
            </p:nvSpPr>
            <p:spPr>
              <a:xfrm>
                <a:off x="5508" y="645"/>
                <a:ext cx="345"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7902" name="直接连接符 30734"/>
              <p:cNvSpPr/>
              <p:nvPr/>
            </p:nvSpPr>
            <p:spPr>
              <a:xfrm>
                <a:off x="6303" y="645"/>
                <a:ext cx="345"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7903" name="直接连接符 30735"/>
              <p:cNvSpPr/>
              <p:nvPr/>
            </p:nvSpPr>
            <p:spPr>
              <a:xfrm flipH="1">
                <a:off x="6303" y="975"/>
                <a:ext cx="345"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7904" name="直接连接符 30736"/>
              <p:cNvSpPr/>
              <p:nvPr/>
            </p:nvSpPr>
            <p:spPr>
              <a:xfrm flipH="1">
                <a:off x="5508" y="975"/>
                <a:ext cx="345"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7905" name="直接连接符 30737"/>
              <p:cNvSpPr/>
              <p:nvPr/>
            </p:nvSpPr>
            <p:spPr>
              <a:xfrm>
                <a:off x="7803" y="645"/>
                <a:ext cx="330"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7906" name="直接连接符 30738"/>
              <p:cNvSpPr/>
              <p:nvPr/>
            </p:nvSpPr>
            <p:spPr>
              <a:xfrm flipV="1">
                <a:off x="8133" y="0"/>
                <a:ext cx="0" cy="64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7907" name="直接连接符 30739"/>
              <p:cNvSpPr/>
              <p:nvPr/>
            </p:nvSpPr>
            <p:spPr>
              <a:xfrm flipH="1">
                <a:off x="3" y="0"/>
                <a:ext cx="8130"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7908" name="直接连接符 30740"/>
              <p:cNvSpPr/>
              <p:nvPr/>
            </p:nvSpPr>
            <p:spPr>
              <a:xfrm>
                <a:off x="3" y="0"/>
                <a:ext cx="0" cy="39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7909" name="直接连接符 30741"/>
              <p:cNvSpPr/>
              <p:nvPr/>
            </p:nvSpPr>
            <p:spPr>
              <a:xfrm>
                <a:off x="0" y="390"/>
                <a:ext cx="360"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7910" name="直接连接符 30742"/>
              <p:cNvSpPr/>
              <p:nvPr/>
            </p:nvSpPr>
            <p:spPr>
              <a:xfrm flipH="1">
                <a:off x="0" y="975"/>
                <a:ext cx="36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7911" name="直接连接符 30743"/>
              <p:cNvSpPr/>
              <p:nvPr/>
            </p:nvSpPr>
            <p:spPr>
              <a:xfrm>
                <a:off x="3" y="975"/>
                <a:ext cx="0" cy="58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7912" name="直接连接符 30744"/>
              <p:cNvSpPr/>
              <p:nvPr/>
            </p:nvSpPr>
            <p:spPr>
              <a:xfrm>
                <a:off x="3" y="1560"/>
                <a:ext cx="8220"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7913" name="直接连接符 30745"/>
              <p:cNvSpPr/>
              <p:nvPr/>
            </p:nvSpPr>
            <p:spPr>
              <a:xfrm flipV="1">
                <a:off x="8223" y="975"/>
                <a:ext cx="0" cy="58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7914" name="直接连接符 30746"/>
              <p:cNvSpPr/>
              <p:nvPr/>
            </p:nvSpPr>
            <p:spPr>
              <a:xfrm flipH="1">
                <a:off x="7803" y="975"/>
                <a:ext cx="420"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37915" name="文本框 30747"/>
            <p:cNvSpPr txBox="1"/>
            <p:nvPr/>
          </p:nvSpPr>
          <p:spPr>
            <a:xfrm>
              <a:off x="1397" y="964"/>
              <a:ext cx="1484" cy="212"/>
            </a:xfrm>
            <a:prstGeom prst="rect">
              <a:avLst/>
            </a:prstGeom>
            <a:noFill/>
            <a:ln w="9525">
              <a:noFill/>
              <a:miter/>
            </a:ln>
          </p:spPr>
          <p:txBody>
            <a:bodyPr anchor="t">
              <a:spAutoFit/>
            </a:bodyPr>
            <a:p>
              <a:pPr lvl="0">
                <a:spcBef>
                  <a:spcPct val="50000"/>
                </a:spcBef>
                <a:buClr>
                  <a:srgbClr val="000000"/>
                </a:buClr>
              </a:pPr>
              <a:r>
                <a:rPr lang="zh-CN" altLang="en-US" sz="1600">
                  <a:solidFill>
                    <a:schemeClr val="tx1"/>
                  </a:solidFill>
                  <a:latin typeface="Times New Roman" panose="02020603050405020304" charset="0"/>
                  <a:ea typeface="宋体" panose="02010600030101010101" pitchFamily="2" charset="-122"/>
                </a:rPr>
                <a:t>空闲缓冲区队列</a:t>
              </a:r>
              <a:endParaRPr lang="zh-CN" altLang="en-US" sz="1600">
                <a:solidFill>
                  <a:schemeClr val="tx1"/>
                </a:solidFill>
                <a:latin typeface="Times New Roman" panose="02020603050405020304" charset="0"/>
                <a:ea typeface="宋体" panose="02010600030101010101" pitchFamily="2" charset="-122"/>
              </a:endParaRPr>
            </a:p>
          </p:txBody>
        </p:sp>
        <p:sp>
          <p:nvSpPr>
            <p:cNvPr id="37916" name="文本框 30748"/>
            <p:cNvSpPr txBox="1"/>
            <p:nvPr/>
          </p:nvSpPr>
          <p:spPr>
            <a:xfrm>
              <a:off x="3061" y="267"/>
              <a:ext cx="288" cy="212"/>
            </a:xfrm>
            <a:prstGeom prst="rect">
              <a:avLst/>
            </a:prstGeom>
            <a:noFill/>
            <a:ln w="9525">
              <a:noFill/>
              <a:miter/>
            </a:ln>
          </p:spPr>
          <p:txBody>
            <a:bodyPr anchor="t">
              <a:spAutoFit/>
            </a:bodyPr>
            <a:p>
              <a:pPr lvl="0">
                <a:spcBef>
                  <a:spcPct val="50000"/>
                </a:spcBef>
                <a:buClr>
                  <a:srgbClr val="000000"/>
                </a:buClr>
              </a:pPr>
              <a:r>
                <a:rPr lang="en-US" altLang="zh-CN" sz="1600" b="1">
                  <a:solidFill>
                    <a:schemeClr val="tx1"/>
                  </a:solidFill>
                  <a:latin typeface="宋体" panose="02010600030101010101" pitchFamily="2" charset="-122"/>
                  <a:ea typeface="宋体" panose="02010600030101010101" pitchFamily="2" charset="-122"/>
                  <a:sym typeface="MT Extra" panose="05050102010205020202" pitchFamily="2" charset="2"/>
                </a:rPr>
                <a:t>...</a:t>
              </a:r>
              <a:endParaRPr lang="en-US" altLang="zh-CN" sz="1600" b="1">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37917" name="文本框 30749"/>
            <p:cNvSpPr txBox="1"/>
            <p:nvPr/>
          </p:nvSpPr>
          <p:spPr>
            <a:xfrm>
              <a:off x="3055" y="470"/>
              <a:ext cx="288" cy="212"/>
            </a:xfrm>
            <a:prstGeom prst="rect">
              <a:avLst/>
            </a:prstGeom>
            <a:noFill/>
            <a:ln w="9525">
              <a:noFill/>
              <a:miter/>
            </a:ln>
          </p:spPr>
          <p:txBody>
            <a:bodyPr anchor="t">
              <a:spAutoFit/>
            </a:bodyPr>
            <a:p>
              <a:pPr lvl="0">
                <a:spcBef>
                  <a:spcPct val="50000"/>
                </a:spcBef>
                <a:buClr>
                  <a:srgbClr val="000000"/>
                </a:buClr>
              </a:pPr>
              <a:r>
                <a:rPr lang="en-US" altLang="zh-CN" sz="1600" b="1">
                  <a:solidFill>
                    <a:schemeClr val="tx1"/>
                  </a:solidFill>
                  <a:latin typeface="宋体" panose="02010600030101010101" pitchFamily="2" charset="-122"/>
                  <a:ea typeface="宋体" panose="02010600030101010101" pitchFamily="2" charset="-122"/>
                  <a:sym typeface="MT Extra" panose="05050102010205020202" pitchFamily="2" charset="2"/>
                </a:rPr>
                <a:t>...</a:t>
              </a:r>
              <a:endParaRPr lang="en-US" altLang="zh-CN" sz="1600" b="1">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grpSp>
      <p:sp>
        <p:nvSpPr>
          <p:cNvPr id="30751" name="矩形 30750"/>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缓冲技术</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3072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文本框 3072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23</a:t>
            </a:r>
            <a:endParaRPr lang="en-US" altLang="zh-CN" sz="1400">
              <a:solidFill>
                <a:schemeClr val="tx2"/>
              </a:solidFill>
              <a:latin typeface="Times New Roman" panose="02020603050405020304" charset="0"/>
              <a:ea typeface="宋体" panose="02010600030101010101" pitchFamily="2" charset="-122"/>
            </a:endParaRPr>
          </a:p>
        </p:txBody>
      </p:sp>
      <p:sp>
        <p:nvSpPr>
          <p:cNvPr id="30723" name="矩形 30722"/>
          <p:cNvSpPr/>
          <p:nvPr/>
        </p:nvSpPr>
        <p:spPr>
          <a:xfrm>
            <a:off x="375285" y="573405"/>
            <a:ext cx="8251825" cy="364617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400" b="1" strike="noStrike" noProof="1">
                <a:solidFill>
                  <a:srgbClr val="000099"/>
                </a:solidFill>
                <a:latin typeface="宋体" panose="02010600030101010101" pitchFamily="2" charset="-122"/>
                <a:ea typeface="宋体" panose="02010600030101010101" pitchFamily="2" charset="-122"/>
                <a:cs typeface="+mn-ea"/>
                <a:sym typeface="Symbol" panose="05050102010706020507" pitchFamily="2" charset="2"/>
              </a:rPr>
              <a:t>③ </a:t>
            </a:r>
            <a:r>
              <a:rPr lang="zh-CN" altLang="en-US" sz="2400" b="1" strike="noStrike" noProof="1">
                <a:solidFill>
                  <a:srgbClr val="000099"/>
                </a:solidFill>
                <a:latin typeface="Times New Roman" panose="02020603050405020304" charset="0"/>
                <a:ea typeface="宋体" panose="02010600030101010101" pitchFamily="2" charset="-122"/>
                <a:cs typeface="+mn-ea"/>
                <a:sym typeface="Symbol" panose="05050102010706020507" pitchFamily="2" charset="2"/>
              </a:rPr>
              <a:t>缓冲区队列结构 </a:t>
            </a:r>
            <a:endParaRPr lang="zh-CN" altLang="en-US" sz="2400" b="1" strike="noStrike" noProof="1">
              <a:solidFill>
                <a:srgbClr val="000099"/>
              </a:solidFill>
              <a:latin typeface="Times New Roman" panose="02020603050405020304" charset="0"/>
              <a:ea typeface="宋体" panose="02010600030101010101" pitchFamily="2" charset="-122"/>
              <a:sym typeface="Symbol" panose="05050102010706020507" pitchFamily="2" charset="2"/>
            </a:endParaRPr>
          </a:p>
          <a:p>
            <a:pPr marL="533400" lvl="0" indent="-533400" fontAlgn="base">
              <a:lnSpc>
                <a:spcPct val="120000"/>
              </a:lnSpc>
              <a:spcBef>
                <a:spcPct val="20000"/>
              </a:spcBef>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en-US" altLang="zh-CN" sz="2400" b="1" strike="noStrike" noProof="1">
                <a:solidFill>
                  <a:schemeClr val="tx1"/>
                </a:solidFill>
                <a:latin typeface="宋体" panose="02010600030101010101" pitchFamily="2" charset="-122"/>
                <a:ea typeface="宋体" panose="02010600030101010101" pitchFamily="2" charset="-122"/>
                <a:cs typeface="+mn-cs"/>
                <a:sym typeface="+mn-ea"/>
              </a:rPr>
              <a:t>ⅱ</a:t>
            </a:r>
            <a:r>
              <a:rPr lang="en-US" altLang="zh-CN" sz="2400" b="1" strike="noStrike" noProof="1">
                <a:solidFill>
                  <a:schemeClr val="tx1"/>
                </a:solidFill>
                <a:latin typeface="宋体" panose="02010600030101010101" pitchFamily="2" charset="-122"/>
                <a:ea typeface="宋体" panose="02010600030101010101" pitchFamily="2" charset="-122"/>
                <a:cs typeface="+mn-ea"/>
              </a:rPr>
              <a:t> </a:t>
            </a:r>
            <a:r>
              <a:rPr lang="zh-CN" altLang="en-US" sz="2400" b="1" strike="noStrike" noProof="1">
                <a:solidFill>
                  <a:schemeClr val="tx1"/>
                </a:solidFill>
                <a:latin typeface="Times New Roman" panose="02020603050405020304" charset="0"/>
                <a:ea typeface="宋体" panose="02010600030101010101" pitchFamily="2" charset="-122"/>
                <a:cs typeface="+mn-ea"/>
              </a:rPr>
              <a:t>设备缓冲区队列  </a:t>
            </a:r>
            <a:endParaRPr lang="zh-CN" altLang="en-US" sz="2400" b="1"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b="1" strike="noStrike" noProof="1">
                <a:solidFill>
                  <a:schemeClr val="tx1"/>
                </a:solidFill>
                <a:latin typeface="Times New Roman" panose="02020603050405020304" charset="0"/>
                <a:ea typeface="宋体" panose="02010600030101010101" pitchFamily="2" charset="-122"/>
                <a:cs typeface="+mn-cs"/>
              </a:rPr>
              <a:t>     </a:t>
            </a:r>
            <a:r>
              <a:rPr lang="zh-CN" altLang="en-US" sz="2000" strike="noStrike" noProof="1">
                <a:solidFill>
                  <a:schemeClr val="tx1"/>
                </a:solidFill>
                <a:latin typeface="Times New Roman" panose="02020603050405020304" charset="0"/>
                <a:ea typeface="宋体" panose="02010600030101010101" pitchFamily="2" charset="-122"/>
                <a:cs typeface="+mn-cs"/>
              </a:rPr>
              <a:t>与某类设备有关的所有缓冲区组成的队列称为设备缓冲区队列，简称</a:t>
            </a:r>
            <a:r>
              <a:rPr lang="en-US" altLang="zh-CN" sz="2000" strike="noStrike" noProof="1">
                <a:solidFill>
                  <a:schemeClr val="tx1"/>
                </a:solidFill>
                <a:latin typeface="Times New Roman" panose="02020603050405020304" charset="0"/>
                <a:ea typeface="宋体" panose="02010600030101010101" pitchFamily="2" charset="-122"/>
                <a:cs typeface="+mn-cs"/>
              </a:rPr>
              <a:t>b</a:t>
            </a:r>
            <a:r>
              <a:rPr lang="zh-CN" altLang="en-US" sz="2000" strike="noStrike" noProof="1">
                <a:solidFill>
                  <a:schemeClr val="tx1"/>
                </a:solidFill>
                <a:latin typeface="Times New Roman" panose="02020603050405020304" charset="0"/>
                <a:ea typeface="宋体" panose="02010600030101010101" pitchFamily="2" charset="-122"/>
                <a:cs typeface="+mn-cs"/>
              </a:rPr>
              <a:t>链。多个设备有多个设备缓冲区队列</a:t>
            </a:r>
            <a:endParaRPr lang="zh-CN" altLang="en-US" sz="2000" strike="noStrike" noProof="1">
              <a:solidFill>
                <a:schemeClr val="tx1"/>
              </a:solidFill>
              <a:latin typeface="Times New Roman" panose="02020603050405020304" charset="0"/>
              <a:ea typeface="宋体" panose="02010600030101010101" pitchFamily="2" charset="-122"/>
              <a:cs typeface="+mn-cs"/>
            </a:endParaRPr>
          </a:p>
          <a:p>
            <a:pPr marL="533400" lvl="0" indent="-533400" fontAlgn="base">
              <a:lnSpc>
                <a:spcPct val="130000"/>
              </a:lnSpc>
              <a:buNone/>
            </a:pPr>
            <a:r>
              <a:rPr lang="x-none" altLang="en-US" sz="2400" b="1" strike="noStrike" noProof="1">
                <a:solidFill>
                  <a:schemeClr val="tx1"/>
                </a:solidFill>
                <a:latin typeface="Times New Roman" panose="02020603050405020304" charset="0"/>
                <a:ea typeface="宋体" panose="02010600030101010101" pitchFamily="2" charset="-122"/>
                <a:cs typeface="+mn-ea"/>
                <a:sym typeface="+mn-ea"/>
              </a:rPr>
              <a:t>		</a:t>
            </a:r>
            <a:r>
              <a:rPr lang="en-US" altLang="zh-CN" sz="2400" b="1" strike="noStrike" noProof="1">
                <a:solidFill>
                  <a:schemeClr val="tx1"/>
                </a:solidFill>
                <a:latin typeface="Times New Roman" panose="02020603050405020304" charset="0"/>
                <a:ea typeface="宋体" panose="02010600030101010101" pitchFamily="2" charset="-122"/>
                <a:cs typeface="+mn-ea"/>
                <a:sym typeface="+mn-ea"/>
              </a:rPr>
              <a:t>b </a:t>
            </a:r>
            <a:r>
              <a:rPr lang="zh-CN" altLang="en-US" sz="2400" b="1" strike="noStrike" noProof="1">
                <a:solidFill>
                  <a:schemeClr val="tx1"/>
                </a:solidFill>
                <a:latin typeface="Times New Roman" panose="02020603050405020304" charset="0"/>
                <a:ea typeface="宋体" panose="02010600030101010101" pitchFamily="2" charset="-122"/>
                <a:cs typeface="+mn-ea"/>
                <a:sym typeface="+mn-ea"/>
              </a:rPr>
              <a:t>链指针  </a:t>
            </a:r>
            <a:endParaRPr lang="zh-CN" altLang="en-US" sz="2400" b="1"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en-US" altLang="zh-CN" sz="2000" strike="noStrike" noProof="1">
                <a:solidFill>
                  <a:schemeClr val="tx1"/>
                </a:solidFill>
                <a:latin typeface="Times New Roman" panose="02020603050405020304" charset="0"/>
                <a:ea typeface="宋体" panose="02010600030101010101" pitchFamily="2" charset="-122"/>
                <a:cs typeface="+mn-cs"/>
                <a:sym typeface="+mn-ea"/>
              </a:rPr>
              <a:t>b_forw </a:t>
            </a:r>
            <a:r>
              <a:rPr lang="zh-CN" altLang="en-US" sz="2000" strike="noStrike" noProof="1">
                <a:solidFill>
                  <a:schemeClr val="tx1"/>
                </a:solidFill>
                <a:latin typeface="Times New Roman" panose="02020603050405020304" charset="0"/>
                <a:ea typeface="宋体" panose="02010600030101010101" pitchFamily="2" charset="-122"/>
                <a:cs typeface="+mn-cs"/>
                <a:sym typeface="+mn-ea"/>
              </a:rPr>
              <a:t>： 指向设备缓冲区队列上的下一个缓冲区的指针</a:t>
            </a:r>
            <a:endParaRPr lang="zh-CN" altLang="en-US" sz="2000"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en-US" altLang="zh-CN" sz="2000" strike="noStrike" noProof="1">
                <a:solidFill>
                  <a:schemeClr val="tx1"/>
                </a:solidFill>
                <a:latin typeface="Times New Roman" panose="02020603050405020304" charset="0"/>
                <a:ea typeface="宋体" panose="02010600030101010101" pitchFamily="2" charset="-122"/>
                <a:cs typeface="+mn-cs"/>
                <a:sym typeface="+mn-ea"/>
              </a:rPr>
              <a:t>b_back </a:t>
            </a:r>
            <a:r>
              <a:rPr lang="zh-CN" altLang="en-US" sz="2000" strike="noStrike" noProof="1">
                <a:solidFill>
                  <a:schemeClr val="tx1"/>
                </a:solidFill>
                <a:latin typeface="Times New Roman" panose="02020603050405020304" charset="0"/>
                <a:ea typeface="宋体" panose="02010600030101010101" pitchFamily="2" charset="-122"/>
                <a:cs typeface="+mn-cs"/>
                <a:sym typeface="+mn-ea"/>
              </a:rPr>
              <a:t>： 指向设备缓冲区队列上的上一个缓冲区的指针</a:t>
            </a:r>
            <a:r>
              <a:rPr lang="zh-CN" altLang="en-US" sz="2400" strike="noStrike" noProof="1">
                <a:solidFill>
                  <a:schemeClr val="tx1"/>
                </a:solidFill>
                <a:latin typeface="Times New Roman" panose="02020603050405020304" charset="0"/>
                <a:ea typeface="宋体" panose="02010600030101010101" pitchFamily="2" charset="-122"/>
                <a:cs typeface="+mn-ea"/>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30751" name="矩形 30750"/>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缓冲技术</a:t>
            </a:r>
            <a:endParaRPr lang="zh-CN" altLang="en-US" sz="2400" strike="noStrike" noProof="1">
              <a:latin typeface="Times New Roman" panose="02020603050405020304" charset="0"/>
              <a:ea typeface="宋体" panose="02010600030101010101" pitchFamily="2" charset="-122"/>
            </a:endParaRPr>
          </a:p>
        </p:txBody>
      </p:sp>
      <p:grpSp>
        <p:nvGrpSpPr>
          <p:cNvPr id="31748" name="组合 31747"/>
          <p:cNvGrpSpPr/>
          <p:nvPr/>
        </p:nvGrpSpPr>
        <p:grpSpPr>
          <a:xfrm>
            <a:off x="376238" y="4486275"/>
            <a:ext cx="8294687" cy="1866900"/>
            <a:chOff x="0" y="0"/>
            <a:chExt cx="4322" cy="1176"/>
          </a:xfrm>
        </p:grpSpPr>
        <p:grpSp>
          <p:nvGrpSpPr>
            <p:cNvPr id="38917" name="组合 31748"/>
            <p:cNvGrpSpPr/>
            <p:nvPr/>
          </p:nvGrpSpPr>
          <p:grpSpPr>
            <a:xfrm>
              <a:off x="0" y="0"/>
              <a:ext cx="4322" cy="946"/>
              <a:chOff x="0" y="0"/>
              <a:chExt cx="8223" cy="1560"/>
            </a:xfrm>
          </p:grpSpPr>
          <p:sp>
            <p:nvSpPr>
              <p:cNvPr id="38918" name="文本框 31749"/>
              <p:cNvSpPr txBox="1"/>
              <p:nvPr/>
            </p:nvSpPr>
            <p:spPr>
              <a:xfrm>
                <a:off x="363" y="390"/>
                <a:ext cx="1440" cy="870"/>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lnSpc>
                    <a:spcPct val="120000"/>
                  </a:lnSpc>
                  <a:spcBef>
                    <a:spcPct val="10000"/>
                  </a:spcBef>
                  <a:buClr>
                    <a:srgbClr val="000000"/>
                  </a:buClr>
                </a:pPr>
                <a:r>
                  <a:rPr lang="en-US" altLang="zh-CN" sz="1600" b="1">
                    <a:solidFill>
                      <a:schemeClr val="tx1"/>
                    </a:solidFill>
                    <a:latin typeface="Times New Roman" panose="02020603050405020304" charset="0"/>
                    <a:ea typeface="宋体" panose="02010600030101010101" pitchFamily="2" charset="-122"/>
                  </a:rPr>
                  <a:t> b_forw</a:t>
                </a:r>
                <a:endParaRPr lang="en-US" altLang="zh-CN" sz="1600" b="1">
                  <a:solidFill>
                    <a:schemeClr val="tx1"/>
                  </a:solidFill>
                  <a:latin typeface="Times New Roman" panose="02020603050405020304" charset="0"/>
                  <a:ea typeface="宋体" panose="02010600030101010101" pitchFamily="2" charset="-122"/>
                </a:endParaRPr>
              </a:p>
              <a:p>
                <a:pPr lvl="0" algn="just">
                  <a:lnSpc>
                    <a:spcPct val="120000"/>
                  </a:lnSpc>
                  <a:spcBef>
                    <a:spcPct val="10000"/>
                  </a:spcBef>
                  <a:buClr>
                    <a:srgbClr val="000000"/>
                  </a:buClr>
                </a:pPr>
                <a:r>
                  <a:rPr lang="en-US" altLang="zh-CN" sz="1600" b="1">
                    <a:solidFill>
                      <a:schemeClr val="tx1"/>
                    </a:solidFill>
                    <a:latin typeface="Times New Roman" panose="02020603050405020304" charset="0"/>
                    <a:ea typeface="宋体" panose="02010600030101010101" pitchFamily="2" charset="-122"/>
                  </a:rPr>
                  <a:t> b_back</a:t>
                </a:r>
                <a:endParaRPr lang="en-US" altLang="zh-CN" sz="1600" b="1">
                  <a:solidFill>
                    <a:schemeClr val="tx1"/>
                  </a:solidFill>
                  <a:latin typeface="Times New Roman" panose="02020603050405020304" charset="0"/>
                  <a:ea typeface="宋体" panose="02010600030101010101" pitchFamily="2" charset="-122"/>
                </a:endParaRPr>
              </a:p>
            </p:txBody>
          </p:sp>
          <p:sp>
            <p:nvSpPr>
              <p:cNvPr id="38919" name="文本框 31750"/>
              <p:cNvSpPr txBox="1"/>
              <p:nvPr/>
            </p:nvSpPr>
            <p:spPr>
              <a:xfrm>
                <a:off x="2508" y="465"/>
                <a:ext cx="1155" cy="795"/>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lnSpc>
                    <a:spcPct val="120000"/>
                  </a:lnSpc>
                  <a:spcBef>
                    <a:spcPct val="10000"/>
                  </a:spcBef>
                  <a:buClr>
                    <a:srgbClr val="000000"/>
                  </a:buClr>
                </a:pPr>
                <a:r>
                  <a:rPr lang="en-US" altLang="zh-CN" sz="1600" b="1">
                    <a:solidFill>
                      <a:schemeClr val="tx1"/>
                    </a:solidFill>
                    <a:latin typeface="Times New Roman" panose="02020603050405020304" charset="0"/>
                    <a:ea typeface="宋体" panose="02010600030101010101" pitchFamily="2" charset="-122"/>
                  </a:rPr>
                  <a:t> b_forw</a:t>
                </a:r>
                <a:endParaRPr lang="en-US" altLang="zh-CN" sz="1600" b="1">
                  <a:solidFill>
                    <a:schemeClr val="tx1"/>
                  </a:solidFill>
                  <a:latin typeface="Times New Roman" panose="02020603050405020304" charset="0"/>
                  <a:ea typeface="宋体" panose="02010600030101010101" pitchFamily="2" charset="-122"/>
                </a:endParaRPr>
              </a:p>
              <a:p>
                <a:pPr lvl="0" algn="just">
                  <a:lnSpc>
                    <a:spcPct val="120000"/>
                  </a:lnSpc>
                  <a:spcBef>
                    <a:spcPct val="10000"/>
                  </a:spcBef>
                  <a:buClr>
                    <a:srgbClr val="000000"/>
                  </a:buClr>
                </a:pPr>
                <a:r>
                  <a:rPr lang="en-US" altLang="zh-CN" sz="1600" b="1">
                    <a:solidFill>
                      <a:schemeClr val="tx1"/>
                    </a:solidFill>
                    <a:latin typeface="Times New Roman" panose="02020603050405020304" charset="0"/>
                    <a:ea typeface="宋体" panose="02010600030101010101" pitchFamily="2" charset="-122"/>
                  </a:rPr>
                  <a:t> b_back</a:t>
                </a:r>
                <a:endParaRPr lang="en-US" altLang="zh-CN" sz="1600" b="1">
                  <a:solidFill>
                    <a:schemeClr val="tx1"/>
                  </a:solidFill>
                  <a:latin typeface="Times New Roman" panose="02020603050405020304" charset="0"/>
                  <a:ea typeface="宋体" panose="02010600030101010101" pitchFamily="2" charset="-122"/>
                </a:endParaRPr>
              </a:p>
            </p:txBody>
          </p:sp>
          <p:sp>
            <p:nvSpPr>
              <p:cNvPr id="38920" name="文本框 31751"/>
              <p:cNvSpPr txBox="1"/>
              <p:nvPr/>
            </p:nvSpPr>
            <p:spPr>
              <a:xfrm>
                <a:off x="4353" y="465"/>
                <a:ext cx="1155" cy="795"/>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lnSpc>
                    <a:spcPct val="120000"/>
                  </a:lnSpc>
                  <a:spcBef>
                    <a:spcPct val="10000"/>
                  </a:spcBef>
                  <a:buClr>
                    <a:srgbClr val="000000"/>
                  </a:buClr>
                </a:pPr>
                <a:r>
                  <a:rPr lang="en-US" altLang="zh-CN" sz="1600" b="1">
                    <a:solidFill>
                      <a:schemeClr val="tx1"/>
                    </a:solidFill>
                    <a:latin typeface="Times New Roman" panose="02020603050405020304" charset="0"/>
                    <a:ea typeface="宋体" panose="02010600030101010101" pitchFamily="2" charset="-122"/>
                  </a:rPr>
                  <a:t> b_forw</a:t>
                </a:r>
                <a:endParaRPr lang="en-US" altLang="zh-CN" sz="1600" b="1">
                  <a:solidFill>
                    <a:schemeClr val="tx1"/>
                  </a:solidFill>
                  <a:latin typeface="Times New Roman" panose="02020603050405020304" charset="0"/>
                  <a:ea typeface="宋体" panose="02010600030101010101" pitchFamily="2" charset="-122"/>
                </a:endParaRPr>
              </a:p>
              <a:p>
                <a:pPr lvl="0" algn="just">
                  <a:lnSpc>
                    <a:spcPct val="120000"/>
                  </a:lnSpc>
                  <a:spcBef>
                    <a:spcPct val="10000"/>
                  </a:spcBef>
                  <a:buClr>
                    <a:srgbClr val="000000"/>
                  </a:buClr>
                </a:pPr>
                <a:r>
                  <a:rPr lang="en-US" altLang="zh-CN" sz="1600" b="1">
                    <a:solidFill>
                      <a:schemeClr val="tx1"/>
                    </a:solidFill>
                    <a:latin typeface="Times New Roman" panose="02020603050405020304" charset="0"/>
                    <a:ea typeface="宋体" panose="02010600030101010101" pitchFamily="2" charset="-122"/>
                  </a:rPr>
                  <a:t> b_back</a:t>
                </a:r>
                <a:endParaRPr lang="en-US" altLang="zh-CN" sz="1600" b="1">
                  <a:solidFill>
                    <a:schemeClr val="tx1"/>
                  </a:solidFill>
                  <a:latin typeface="Times New Roman" panose="02020603050405020304" charset="0"/>
                  <a:ea typeface="宋体" panose="02010600030101010101" pitchFamily="2" charset="-122"/>
                </a:endParaRPr>
              </a:p>
            </p:txBody>
          </p:sp>
          <p:sp>
            <p:nvSpPr>
              <p:cNvPr id="38921" name="文本框 31752"/>
              <p:cNvSpPr txBox="1"/>
              <p:nvPr/>
            </p:nvSpPr>
            <p:spPr>
              <a:xfrm>
                <a:off x="6648" y="465"/>
                <a:ext cx="1155" cy="795"/>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lnSpc>
                    <a:spcPct val="120000"/>
                  </a:lnSpc>
                  <a:spcBef>
                    <a:spcPct val="10000"/>
                  </a:spcBef>
                  <a:buClr>
                    <a:srgbClr val="000000"/>
                  </a:buClr>
                </a:pPr>
                <a:r>
                  <a:rPr lang="en-US" altLang="zh-CN" sz="1600" b="1">
                    <a:solidFill>
                      <a:schemeClr val="tx1"/>
                    </a:solidFill>
                    <a:latin typeface="Times New Roman" panose="02020603050405020304" charset="0"/>
                    <a:ea typeface="宋体" panose="02010600030101010101" pitchFamily="2" charset="-122"/>
                  </a:rPr>
                  <a:t> b_forw</a:t>
                </a:r>
                <a:endParaRPr lang="en-US" altLang="zh-CN" sz="1600" b="1">
                  <a:solidFill>
                    <a:schemeClr val="tx1"/>
                  </a:solidFill>
                  <a:latin typeface="Times New Roman" panose="02020603050405020304" charset="0"/>
                  <a:ea typeface="宋体" panose="02010600030101010101" pitchFamily="2" charset="-122"/>
                </a:endParaRPr>
              </a:p>
              <a:p>
                <a:pPr lvl="0" algn="just">
                  <a:lnSpc>
                    <a:spcPct val="120000"/>
                  </a:lnSpc>
                  <a:spcBef>
                    <a:spcPct val="10000"/>
                  </a:spcBef>
                  <a:buClr>
                    <a:srgbClr val="000000"/>
                  </a:buClr>
                </a:pPr>
                <a:r>
                  <a:rPr lang="en-US" altLang="zh-CN" sz="1600" b="1">
                    <a:solidFill>
                      <a:schemeClr val="tx1"/>
                    </a:solidFill>
                    <a:latin typeface="Times New Roman" panose="02020603050405020304" charset="0"/>
                    <a:ea typeface="宋体" panose="02010600030101010101" pitchFamily="2" charset="-122"/>
                  </a:rPr>
                  <a:t> b_back</a:t>
                </a:r>
                <a:endParaRPr lang="en-US" altLang="zh-CN" sz="1600" b="1">
                  <a:solidFill>
                    <a:schemeClr val="tx1"/>
                  </a:solidFill>
                  <a:latin typeface="Times New Roman" panose="02020603050405020304" charset="0"/>
                  <a:ea typeface="宋体" panose="02010600030101010101" pitchFamily="2" charset="-122"/>
                </a:endParaRPr>
              </a:p>
            </p:txBody>
          </p:sp>
          <p:sp>
            <p:nvSpPr>
              <p:cNvPr id="38922" name="直接连接符 31753"/>
              <p:cNvSpPr/>
              <p:nvPr/>
            </p:nvSpPr>
            <p:spPr>
              <a:xfrm>
                <a:off x="1803" y="645"/>
                <a:ext cx="705"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8923" name="直接连接符 31754"/>
              <p:cNvSpPr/>
              <p:nvPr/>
            </p:nvSpPr>
            <p:spPr>
              <a:xfrm>
                <a:off x="3663" y="645"/>
                <a:ext cx="705"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8924" name="直接连接符 31755"/>
              <p:cNvSpPr/>
              <p:nvPr/>
            </p:nvSpPr>
            <p:spPr>
              <a:xfrm flipH="1">
                <a:off x="1803" y="975"/>
                <a:ext cx="705"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8925" name="直接连接符 31756"/>
              <p:cNvSpPr/>
              <p:nvPr/>
            </p:nvSpPr>
            <p:spPr>
              <a:xfrm flipH="1">
                <a:off x="3648" y="975"/>
                <a:ext cx="705"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8926" name="直接连接符 31757"/>
              <p:cNvSpPr/>
              <p:nvPr/>
            </p:nvSpPr>
            <p:spPr>
              <a:xfrm>
                <a:off x="5508" y="645"/>
                <a:ext cx="345"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8927" name="直接连接符 31758"/>
              <p:cNvSpPr/>
              <p:nvPr/>
            </p:nvSpPr>
            <p:spPr>
              <a:xfrm>
                <a:off x="6303" y="645"/>
                <a:ext cx="345"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8928" name="直接连接符 31759"/>
              <p:cNvSpPr/>
              <p:nvPr/>
            </p:nvSpPr>
            <p:spPr>
              <a:xfrm flipH="1">
                <a:off x="6303" y="975"/>
                <a:ext cx="345"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8929" name="直接连接符 31760"/>
              <p:cNvSpPr/>
              <p:nvPr/>
            </p:nvSpPr>
            <p:spPr>
              <a:xfrm flipH="1">
                <a:off x="5508" y="975"/>
                <a:ext cx="345"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8930" name="直接连接符 31761"/>
              <p:cNvSpPr/>
              <p:nvPr/>
            </p:nvSpPr>
            <p:spPr>
              <a:xfrm>
                <a:off x="7803" y="645"/>
                <a:ext cx="330"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8931" name="直接连接符 31762"/>
              <p:cNvSpPr/>
              <p:nvPr/>
            </p:nvSpPr>
            <p:spPr>
              <a:xfrm flipV="1">
                <a:off x="8133" y="0"/>
                <a:ext cx="0" cy="64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8932" name="直接连接符 31763"/>
              <p:cNvSpPr/>
              <p:nvPr/>
            </p:nvSpPr>
            <p:spPr>
              <a:xfrm flipH="1">
                <a:off x="3" y="0"/>
                <a:ext cx="8130"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8933" name="直接连接符 31764"/>
              <p:cNvSpPr/>
              <p:nvPr/>
            </p:nvSpPr>
            <p:spPr>
              <a:xfrm>
                <a:off x="3" y="0"/>
                <a:ext cx="0" cy="39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8934" name="直接连接符 31765"/>
              <p:cNvSpPr/>
              <p:nvPr/>
            </p:nvSpPr>
            <p:spPr>
              <a:xfrm>
                <a:off x="0" y="390"/>
                <a:ext cx="360"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8935" name="直接连接符 31766"/>
              <p:cNvSpPr/>
              <p:nvPr/>
            </p:nvSpPr>
            <p:spPr>
              <a:xfrm flipH="1">
                <a:off x="0" y="975"/>
                <a:ext cx="363"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8936" name="直接连接符 31767"/>
              <p:cNvSpPr/>
              <p:nvPr/>
            </p:nvSpPr>
            <p:spPr>
              <a:xfrm>
                <a:off x="3" y="975"/>
                <a:ext cx="0" cy="58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8937" name="直接连接符 31768"/>
              <p:cNvSpPr/>
              <p:nvPr/>
            </p:nvSpPr>
            <p:spPr>
              <a:xfrm>
                <a:off x="3" y="1560"/>
                <a:ext cx="8220"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8938" name="直接连接符 31769"/>
              <p:cNvSpPr/>
              <p:nvPr/>
            </p:nvSpPr>
            <p:spPr>
              <a:xfrm flipV="1">
                <a:off x="8223" y="975"/>
                <a:ext cx="0" cy="58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8939" name="直接连接符 31770"/>
              <p:cNvSpPr/>
              <p:nvPr/>
            </p:nvSpPr>
            <p:spPr>
              <a:xfrm flipH="1">
                <a:off x="7803" y="975"/>
                <a:ext cx="420" cy="0"/>
              </a:xfrm>
              <a:prstGeom prst="line">
                <a:avLst/>
              </a:prstGeom>
              <a:ln w="9525"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38940" name="文本框 31771"/>
            <p:cNvSpPr txBox="1"/>
            <p:nvPr/>
          </p:nvSpPr>
          <p:spPr>
            <a:xfrm>
              <a:off x="1397" y="964"/>
              <a:ext cx="1484" cy="212"/>
            </a:xfrm>
            <a:prstGeom prst="rect">
              <a:avLst/>
            </a:prstGeom>
            <a:noFill/>
            <a:ln w="9525">
              <a:noFill/>
              <a:miter/>
            </a:ln>
          </p:spPr>
          <p:txBody>
            <a:bodyPr anchor="t">
              <a:spAutoFit/>
            </a:bodyPr>
            <a:p>
              <a:pPr lvl="0">
                <a:spcBef>
                  <a:spcPct val="50000"/>
                </a:spcBef>
                <a:buClr>
                  <a:srgbClr val="000000"/>
                </a:buClr>
              </a:pPr>
              <a:r>
                <a:rPr lang="zh-CN" altLang="en-US" sz="1600">
                  <a:solidFill>
                    <a:schemeClr val="tx1"/>
                  </a:solidFill>
                  <a:latin typeface="Times New Roman" panose="02020603050405020304" charset="0"/>
                  <a:ea typeface="宋体" panose="02010600030101010101" pitchFamily="2" charset="-122"/>
                </a:rPr>
                <a:t>设备缓冲区队列</a:t>
              </a:r>
              <a:endParaRPr lang="zh-CN" altLang="en-US" sz="1600">
                <a:solidFill>
                  <a:schemeClr val="tx1"/>
                </a:solidFill>
                <a:latin typeface="Times New Roman" panose="02020603050405020304" charset="0"/>
                <a:ea typeface="宋体" panose="02010600030101010101" pitchFamily="2" charset="-122"/>
              </a:endParaRPr>
            </a:p>
          </p:txBody>
        </p:sp>
        <p:sp>
          <p:nvSpPr>
            <p:cNvPr id="38941" name="文本框 31772"/>
            <p:cNvSpPr txBox="1"/>
            <p:nvPr/>
          </p:nvSpPr>
          <p:spPr>
            <a:xfrm>
              <a:off x="3061" y="267"/>
              <a:ext cx="288" cy="212"/>
            </a:xfrm>
            <a:prstGeom prst="rect">
              <a:avLst/>
            </a:prstGeom>
            <a:noFill/>
            <a:ln w="9525">
              <a:noFill/>
              <a:miter/>
            </a:ln>
          </p:spPr>
          <p:txBody>
            <a:bodyPr anchor="t">
              <a:spAutoFit/>
            </a:bodyPr>
            <a:p>
              <a:pPr lvl="0">
                <a:spcBef>
                  <a:spcPct val="50000"/>
                </a:spcBef>
                <a:buClr>
                  <a:srgbClr val="000000"/>
                </a:buClr>
              </a:pPr>
              <a:r>
                <a:rPr lang="en-US" altLang="zh-CN" sz="1600" b="1">
                  <a:solidFill>
                    <a:schemeClr val="tx1"/>
                  </a:solidFill>
                  <a:latin typeface="宋体" panose="02010600030101010101" pitchFamily="2" charset="-122"/>
                  <a:ea typeface="宋体" panose="02010600030101010101" pitchFamily="2" charset="-122"/>
                  <a:sym typeface="MT Extra" panose="05050102010205020202" pitchFamily="2" charset="2"/>
                </a:rPr>
                <a:t>...</a:t>
              </a:r>
              <a:endParaRPr lang="en-US" altLang="zh-CN" sz="1600" b="1">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sp>
          <p:nvSpPr>
            <p:cNvPr id="38942" name="文本框 31773"/>
            <p:cNvSpPr txBox="1"/>
            <p:nvPr/>
          </p:nvSpPr>
          <p:spPr>
            <a:xfrm>
              <a:off x="3055" y="470"/>
              <a:ext cx="288" cy="212"/>
            </a:xfrm>
            <a:prstGeom prst="rect">
              <a:avLst/>
            </a:prstGeom>
            <a:noFill/>
            <a:ln w="9525">
              <a:noFill/>
              <a:miter/>
            </a:ln>
          </p:spPr>
          <p:txBody>
            <a:bodyPr anchor="t">
              <a:spAutoFit/>
            </a:bodyPr>
            <a:p>
              <a:pPr lvl="0">
                <a:spcBef>
                  <a:spcPct val="50000"/>
                </a:spcBef>
                <a:buClr>
                  <a:srgbClr val="000000"/>
                </a:buClr>
              </a:pPr>
              <a:r>
                <a:rPr lang="en-US" altLang="zh-CN" sz="1600" b="1">
                  <a:solidFill>
                    <a:schemeClr val="tx1"/>
                  </a:solidFill>
                  <a:latin typeface="宋体" panose="02010600030101010101" pitchFamily="2" charset="-122"/>
                  <a:ea typeface="宋体" panose="02010600030101010101" pitchFamily="2" charset="-122"/>
                  <a:sym typeface="MT Extra" panose="05050102010205020202" pitchFamily="2" charset="2"/>
                </a:rPr>
                <a:t>...</a:t>
              </a:r>
              <a:endParaRPr lang="en-US" altLang="zh-CN" sz="1600" b="1">
                <a:solidFill>
                  <a:schemeClr val="tx1"/>
                </a:solidFill>
                <a:latin typeface="宋体" panose="02010600030101010101" pitchFamily="2" charset="-122"/>
                <a:ea typeface="宋体" panose="02010600030101010101" pitchFamily="2" charset="-122"/>
                <a:sym typeface="MT Extra" panose="05050102010205020202" pitchFamily="2" charset="2"/>
              </a:endParaRPr>
            </a:p>
          </p:txBody>
        </p:sp>
      </p:grpSp>
    </p:spTree>
  </p:cSld>
  <p:clrMapOvr>
    <a:masterClrMapping/>
  </p:clrMapOvr>
  <p:transition>
    <p:fade/>
  </p:transition>
  <p:timing>
    <p:tnLst>
      <p:par>
        <p:cTn id="1" dur="indefinite" restart="never" nodeType="tmRoot"/>
      </p:par>
    </p:tnLst>
    <p:bldLst>
      <p:bldP spid="3072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5" name="矩形 33794"/>
          <p:cNvSpPr/>
          <p:nvPr/>
        </p:nvSpPr>
        <p:spPr>
          <a:xfrm>
            <a:off x="121285" y="567690"/>
            <a:ext cx="8884920" cy="569722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400" b="1" strike="noStrike" noProof="1">
                <a:solidFill>
                  <a:srgbClr val="000099"/>
                </a:solidFill>
                <a:effectLst/>
                <a:latin typeface="Times New Roman" panose="02020603050405020304" charset="0"/>
                <a:ea typeface="宋体" panose="02010600030101010101" pitchFamily="2" charset="-122"/>
                <a:cs typeface="+mn-ea"/>
                <a:sym typeface="Symbol" panose="05050102010706020507" pitchFamily="2" charset="2"/>
              </a:rPr>
              <a:t>UNIX</a:t>
            </a:r>
            <a:r>
              <a:rPr lang="zh-CN" altLang="en-US" sz="2400" b="1" strike="noStrike" noProof="1">
                <a:solidFill>
                  <a:srgbClr val="000099"/>
                </a:solidFill>
                <a:effectLst/>
                <a:latin typeface="Times New Roman" panose="02020603050405020304" charset="0"/>
                <a:ea typeface="宋体" panose="02010600030101010101" pitchFamily="2" charset="-122"/>
                <a:cs typeface="+mn-ea"/>
                <a:sym typeface="Symbol" panose="05050102010706020507" pitchFamily="2" charset="2"/>
              </a:rPr>
              <a:t>缓冲管理算法</a:t>
            </a:r>
            <a:endParaRPr lang="zh-CN" altLang="en-US" sz="2400" b="1" strike="noStrike" noProof="1">
              <a:solidFill>
                <a:srgbClr val="000099"/>
              </a:solidFill>
              <a:effectLst/>
              <a:latin typeface="Times New Roman" panose="02020603050405020304" charset="0"/>
              <a:ea typeface="宋体" panose="02010600030101010101" pitchFamily="2" charset="-122"/>
              <a:sym typeface="Symbol" panose="05050102010706020507" pitchFamily="2" charset="2"/>
            </a:endParaRPr>
          </a:p>
          <a:p>
            <a:pPr marL="533400" lvl="0" indent="-533400" fontAlgn="base">
              <a:lnSpc>
                <a:spcPct val="110000"/>
              </a:lnSpc>
              <a:buNone/>
            </a:pPr>
            <a:r>
              <a:rPr lang="en-US" altLang="zh-CN" sz="2400" b="1" strike="noStrike" noProof="1">
                <a:solidFill>
                  <a:schemeClr val="tx1"/>
                </a:solidFill>
                <a:effectLst/>
                <a:latin typeface="宋体" panose="02010600030101010101" pitchFamily="2" charset="-122"/>
                <a:ea typeface="宋体" panose="02010600030101010101" pitchFamily="2" charset="-122"/>
                <a:cs typeface="+mn-ea"/>
              </a:rPr>
              <a:t>ⅰ </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一个</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buf</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被分配用于读</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写某设备上的块时</a:t>
            </a:r>
            <a:endParaRPr lang="zh-CN" altLang="en-US" sz="24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10000"/>
              </a:lnSpc>
              <a:buNone/>
            </a:pPr>
            <a:r>
              <a:rPr lang="x-none" altLang="zh-CN" sz="2400"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置</a:t>
            </a:r>
            <a:r>
              <a:rPr lang="en-US" altLang="zh-CN" sz="2400" strike="noStrike" noProof="1">
                <a:solidFill>
                  <a:schemeClr val="tx1"/>
                </a:solidFill>
                <a:effectLst/>
                <a:latin typeface="Times New Roman" panose="02020603050405020304" charset="0"/>
                <a:ea typeface="宋体" panose="02010600030101010101" pitchFamily="2" charset="-122"/>
                <a:cs typeface="+mn-ea"/>
              </a:rPr>
              <a:t>BUSY=1</a:t>
            </a:r>
            <a:r>
              <a:rPr lang="zh-CN" altLang="en-US" sz="2400" strike="noStrike" noProof="1">
                <a:solidFill>
                  <a:schemeClr val="tx1"/>
                </a:solidFill>
                <a:effectLst/>
                <a:latin typeface="Times New Roman" panose="02020603050405020304" charset="0"/>
                <a:ea typeface="宋体" panose="02010600030101010101" pitchFamily="2" charset="-122"/>
                <a:cs typeface="+mn-ea"/>
              </a:rPr>
              <a:t>，</a:t>
            </a:r>
            <a:r>
              <a:rPr lang="x-none" altLang="zh-CN" sz="2400" strike="noStrike" noProof="1">
                <a:solidFill>
                  <a:schemeClr val="tx1"/>
                </a:solidFill>
                <a:effectLst/>
                <a:latin typeface="Times New Roman" panose="02020603050405020304" charset="0"/>
                <a:ea typeface="宋体" panose="02010600030101010101" pitchFamily="2" charset="-122"/>
                <a:cs typeface="+mn-ea"/>
              </a:rPr>
              <a:t>进入该设备的缓冲区队列（</a:t>
            </a:r>
            <a:r>
              <a:rPr lang="en-US" altLang="zh-CN" sz="2400" strike="noStrike" noProof="1">
                <a:solidFill>
                  <a:schemeClr val="tx1"/>
                </a:solidFill>
                <a:effectLst/>
                <a:latin typeface="Times New Roman" panose="02020603050405020304" charset="0"/>
                <a:ea typeface="宋体" panose="02010600030101010101" pitchFamily="2" charset="-122"/>
                <a:cs typeface="+mn-ea"/>
              </a:rPr>
              <a:t>b</a:t>
            </a:r>
            <a:r>
              <a:rPr lang="zh-CN" altLang="en-US" sz="2400" strike="noStrike" noProof="1">
                <a:solidFill>
                  <a:schemeClr val="tx1"/>
                </a:solidFill>
                <a:effectLst/>
                <a:latin typeface="Times New Roman" panose="02020603050405020304" charset="0"/>
                <a:ea typeface="宋体" panose="02010600030101010101" pitchFamily="2" charset="-122"/>
                <a:cs typeface="+mn-ea"/>
              </a:rPr>
              <a:t>链</a:t>
            </a:r>
            <a:r>
              <a:rPr lang="x-none" altLang="zh-CN" sz="2400" strike="noStrike" noProof="1">
                <a:solidFill>
                  <a:schemeClr val="tx1"/>
                </a:solidFill>
                <a:effectLst/>
                <a:latin typeface="Times New Roman" panose="02020603050405020304" charset="0"/>
                <a:ea typeface="宋体" panose="02010600030101010101" pitchFamily="2" charset="-122"/>
                <a:cs typeface="+mn-ea"/>
              </a:rPr>
              <a:t>）</a:t>
            </a:r>
            <a:r>
              <a:rPr lang="zh-CN" altLang="en-US" sz="2400" strike="noStrike" noProof="1">
                <a:solidFill>
                  <a:schemeClr val="tx1"/>
                </a:solidFill>
                <a:effectLst/>
                <a:latin typeface="Times New Roman" panose="02020603050405020304" charset="0"/>
                <a:ea typeface="宋体" panose="02010600030101010101" pitchFamily="2" charset="-122"/>
                <a:cs typeface="+mn-ea"/>
              </a:rPr>
              <a:t>，不在</a:t>
            </a:r>
            <a:r>
              <a:rPr lang="x-none" altLang="en-US" sz="2400">
                <a:solidFill>
                  <a:schemeClr val="tx1"/>
                </a:solidFill>
                <a:effectLst/>
                <a:latin typeface="Times New Roman" panose="02020603050405020304" charset="0"/>
                <a:cs typeface="+mn-ea"/>
                <a:sym typeface="+mn-ea"/>
              </a:rPr>
              <a:t>空闲缓冲区队列（</a:t>
            </a:r>
            <a:r>
              <a:rPr lang="en-US" altLang="zh-CN" sz="2400" strike="noStrike" noProof="1">
                <a:solidFill>
                  <a:schemeClr val="tx1"/>
                </a:solidFill>
                <a:effectLst/>
                <a:latin typeface="Times New Roman" panose="02020603050405020304" charset="0"/>
                <a:ea typeface="宋体" panose="02010600030101010101" pitchFamily="2" charset="-122"/>
                <a:cs typeface="+mn-ea"/>
              </a:rPr>
              <a:t>av</a:t>
            </a:r>
            <a:r>
              <a:rPr lang="zh-CN" altLang="en-US" sz="2400" strike="noStrike" noProof="1">
                <a:solidFill>
                  <a:schemeClr val="tx1"/>
                </a:solidFill>
                <a:effectLst/>
                <a:latin typeface="Times New Roman" panose="02020603050405020304" charset="0"/>
                <a:ea typeface="宋体" panose="02010600030101010101" pitchFamily="2" charset="-122"/>
                <a:cs typeface="+mn-ea"/>
              </a:rPr>
              <a:t>链</a:t>
            </a:r>
            <a:r>
              <a:rPr lang="x-none" altLang="zh-CN" sz="2400" strike="noStrike" noProof="1">
                <a:solidFill>
                  <a:schemeClr val="tx1"/>
                </a:solidFill>
                <a:effectLst/>
                <a:latin typeface="Times New Roman" panose="02020603050405020304" charset="0"/>
                <a:ea typeface="宋体" panose="02010600030101010101" pitchFamily="2" charset="-122"/>
                <a:cs typeface="+mn-ea"/>
              </a:rPr>
              <a:t>)</a:t>
            </a:r>
            <a:r>
              <a:rPr lang="zh-CN" altLang="en-US" sz="2400" strike="noStrike" noProof="1">
                <a:solidFill>
                  <a:schemeClr val="tx1"/>
                </a:solidFill>
                <a:effectLst/>
                <a:latin typeface="Times New Roman" panose="02020603050405020304" charset="0"/>
                <a:ea typeface="宋体" panose="02010600030101010101" pitchFamily="2" charset="-122"/>
                <a:cs typeface="+mn-ea"/>
              </a:rPr>
              <a:t>；</a:t>
            </a:r>
            <a:endParaRPr lang="zh-CN" altLang="en-US"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10000"/>
              </a:lnSpc>
              <a:buNone/>
            </a:pPr>
            <a:r>
              <a:rPr lang="x-none" altLang="zh-CN" sz="2400" strike="noStrike" noProof="1">
                <a:solidFill>
                  <a:schemeClr val="tx1"/>
                </a:solidFill>
                <a:effectLst/>
                <a:latin typeface="Times New Roman" panose="02020603050405020304" charset="0"/>
                <a:ea typeface="宋体" panose="02010600030101010101" pitchFamily="2" charset="-122"/>
              </a:rPr>
              <a:t>	用户读/写缓冲区</a:t>
            </a:r>
            <a:r>
              <a:rPr lang="zh-CN" altLang="en-US" sz="2400">
                <a:solidFill>
                  <a:schemeClr val="tx1"/>
                </a:solidFill>
                <a:effectLst/>
                <a:latin typeface="Times New Roman" panose="02020603050405020304" charset="0"/>
                <a:cs typeface="+mn-ea"/>
                <a:sym typeface="+mn-ea"/>
              </a:rPr>
              <a:t>结束时</a:t>
            </a:r>
            <a:r>
              <a:rPr lang="x-none" altLang="zh-CN" sz="2400" strike="noStrike" noProof="1">
                <a:solidFill>
                  <a:schemeClr val="tx1"/>
                </a:solidFill>
                <a:effectLst/>
                <a:latin typeface="Times New Roman" panose="02020603050405020304" charset="0"/>
                <a:ea typeface="宋体" panose="02010600030101010101" pitchFamily="2" charset="-122"/>
              </a:rPr>
              <a:t>，置</a:t>
            </a:r>
            <a:r>
              <a:rPr lang="en-US" altLang="zh-CN" sz="2400">
                <a:solidFill>
                  <a:schemeClr val="tx1"/>
                </a:solidFill>
                <a:effectLst/>
                <a:latin typeface="Times New Roman" panose="02020603050405020304" charset="0"/>
                <a:cs typeface="+mn-ea"/>
                <a:sym typeface="+mn-ea"/>
              </a:rPr>
              <a:t>BUSY=</a:t>
            </a:r>
            <a:r>
              <a:rPr lang="x-none" altLang="en-US" sz="2400">
                <a:solidFill>
                  <a:schemeClr val="tx1"/>
                </a:solidFill>
                <a:effectLst/>
                <a:latin typeface="Times New Roman" panose="02020603050405020304" charset="0"/>
                <a:cs typeface="+mn-ea"/>
                <a:sym typeface="+mn-ea"/>
              </a:rPr>
              <a:t>0,且送入空闲缓冲区队尾，（写缓冲区会设置</a:t>
            </a:r>
            <a:r>
              <a:rPr lang="x-none" altLang="zh-CN" sz="2400">
                <a:solidFill>
                  <a:schemeClr val="tx1"/>
                </a:solidFill>
                <a:effectLst/>
                <a:latin typeface="Times New Roman" panose="02020603050405020304" charset="0"/>
                <a:cs typeface="+mn-ea"/>
                <a:sym typeface="+mn-ea"/>
              </a:rPr>
              <a:t>DELWR=1</a:t>
            </a:r>
            <a:r>
              <a:rPr lang="x-none" altLang="en-US" sz="2400">
                <a:solidFill>
                  <a:schemeClr val="tx1"/>
                </a:solidFill>
                <a:effectLst/>
                <a:latin typeface="Times New Roman" panose="02020603050405020304" charset="0"/>
                <a:cs typeface="+mn-ea"/>
                <a:sym typeface="+mn-ea"/>
              </a:rPr>
              <a:t>）。</a:t>
            </a:r>
            <a:endParaRPr lang="x-none" altLang="en-US" sz="2400">
              <a:solidFill>
                <a:schemeClr val="tx1"/>
              </a:solidFill>
              <a:effectLst/>
              <a:latin typeface="Times New Roman" panose="02020603050405020304" charset="0"/>
              <a:cs typeface="+mn-ea"/>
              <a:sym typeface="+mn-ea"/>
            </a:endParaRPr>
          </a:p>
          <a:p>
            <a:pPr marL="533400" lvl="0" indent="-533400" fontAlgn="base">
              <a:lnSpc>
                <a:spcPct val="110000"/>
              </a:lnSpc>
              <a:buNone/>
            </a:pPr>
            <a:r>
              <a:rPr lang="x-none" altLang="en-US" sz="2400">
                <a:solidFill>
                  <a:schemeClr val="tx1"/>
                </a:solidFill>
                <a:effectLst/>
                <a:latin typeface="Times New Roman" panose="02020603050405020304" charset="0"/>
                <a:cs typeface="+mn-ea"/>
                <a:sym typeface="+mn-ea"/>
              </a:rPr>
              <a:t>	这时缓冲区仍留在b链上，该缓冲区在两个队列同时存在，使得缓冲区能充分得到利用：</a:t>
            </a:r>
            <a:endParaRPr lang="x-none" altLang="en-US" sz="2400">
              <a:solidFill>
                <a:schemeClr val="tx1"/>
              </a:solidFill>
              <a:effectLst/>
              <a:latin typeface="Times New Roman" panose="02020603050405020304" charset="0"/>
              <a:cs typeface="+mn-ea"/>
              <a:sym typeface="+mn-ea"/>
            </a:endParaRPr>
          </a:p>
          <a:p>
            <a:pPr marL="533400" lvl="0" indent="-533400" fontAlgn="base">
              <a:lnSpc>
                <a:spcPct val="110000"/>
              </a:lnSpc>
              <a:buNone/>
            </a:pPr>
            <a:r>
              <a:rPr lang="x-none" altLang="en-US" sz="2400">
                <a:solidFill>
                  <a:schemeClr val="tx1"/>
                </a:solidFill>
                <a:effectLst/>
                <a:latin typeface="Times New Roman" panose="02020603050405020304" charset="0"/>
                <a:cs typeface="+mn-ea"/>
                <a:sym typeface="+mn-ea"/>
              </a:rPr>
              <a:t>		a 空闲缓冲区队列中的缓冲只要没有重新分配就保持其内容不变。</a:t>
            </a:r>
            <a:endParaRPr lang="x-none" altLang="en-US" sz="2400">
              <a:solidFill>
                <a:schemeClr val="tx1"/>
              </a:solidFill>
              <a:effectLst/>
              <a:latin typeface="Times New Roman" panose="02020603050405020304" charset="0"/>
              <a:cs typeface="+mn-ea"/>
              <a:sym typeface="+mn-ea"/>
            </a:endParaRPr>
          </a:p>
          <a:p>
            <a:pPr marL="533400" lvl="0" indent="-533400" fontAlgn="base">
              <a:lnSpc>
                <a:spcPct val="110000"/>
              </a:lnSpc>
              <a:buNone/>
            </a:pPr>
            <a:r>
              <a:rPr lang="x-none" altLang="en-US" sz="2400">
                <a:solidFill>
                  <a:schemeClr val="tx1"/>
                </a:solidFill>
                <a:effectLst/>
                <a:latin typeface="Times New Roman" panose="02020603050405020304" charset="0"/>
                <a:cs typeface="+mn-ea"/>
                <a:sym typeface="+mn-ea"/>
              </a:rPr>
              <a:t>		b 重新分配空闲缓冲区需要从两个队列中同时移出</a:t>
            </a:r>
            <a:r>
              <a:rPr lang="zh-CN" altLang="x-none" sz="2400">
                <a:solidFill>
                  <a:schemeClr val="tx1"/>
                </a:solidFill>
                <a:effectLst/>
                <a:latin typeface="Times New Roman" panose="02020603050405020304" charset="0"/>
                <a:cs typeface="+mn-ea"/>
                <a:sym typeface="+mn-ea"/>
              </a:rPr>
              <a:t>，送入新的设备缓冲区队列中，实现多进程对有限缓冲的共享利用。</a:t>
            </a:r>
            <a:endParaRPr lang="x-none" altLang="zh-CN" sz="2400" strike="noStrike" noProof="1">
              <a:solidFill>
                <a:schemeClr val="tx1"/>
              </a:solidFill>
              <a:latin typeface="Times New Roman" panose="02020603050405020304" charset="0"/>
              <a:ea typeface="宋体" panose="02010600030101010101" pitchFamily="2" charset="-122"/>
            </a:endParaRPr>
          </a:p>
        </p:txBody>
      </p:sp>
      <p:sp>
        <p:nvSpPr>
          <p:cNvPr id="33796" name="矩形 3379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缓冲技术</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33795"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文本框 3379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26</a:t>
            </a:r>
            <a:endParaRPr lang="en-US" altLang="zh-CN" sz="1400">
              <a:solidFill>
                <a:schemeClr val="tx2"/>
              </a:solidFill>
              <a:latin typeface="Times New Roman" panose="02020603050405020304" charset="0"/>
              <a:ea typeface="宋体" panose="02010600030101010101" pitchFamily="2" charset="-122"/>
            </a:endParaRPr>
          </a:p>
        </p:txBody>
      </p:sp>
      <p:sp>
        <p:nvSpPr>
          <p:cNvPr id="33795" name="矩形 33794"/>
          <p:cNvSpPr/>
          <p:nvPr/>
        </p:nvSpPr>
        <p:spPr>
          <a:xfrm>
            <a:off x="204470" y="567690"/>
            <a:ext cx="8709660" cy="586232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400" b="1" strike="noStrike" noProof="1">
                <a:solidFill>
                  <a:srgbClr val="000099"/>
                </a:solidFill>
                <a:effectLst/>
                <a:latin typeface="Times New Roman" panose="02020603050405020304" charset="0"/>
                <a:ea typeface="宋体" panose="02010600030101010101" pitchFamily="2" charset="-122"/>
                <a:cs typeface="+mn-ea"/>
                <a:sym typeface="Symbol" panose="05050102010706020507" pitchFamily="2" charset="2"/>
              </a:rPr>
              <a:t>UNIX</a:t>
            </a:r>
            <a:r>
              <a:rPr lang="zh-CN" altLang="en-US" sz="2400" b="1" strike="noStrike" noProof="1">
                <a:solidFill>
                  <a:srgbClr val="000099"/>
                </a:solidFill>
                <a:effectLst/>
                <a:latin typeface="Times New Roman" panose="02020603050405020304" charset="0"/>
                <a:ea typeface="宋体" panose="02010600030101010101" pitchFamily="2" charset="-122"/>
                <a:cs typeface="+mn-ea"/>
                <a:sym typeface="Symbol" panose="05050102010706020507" pitchFamily="2" charset="2"/>
              </a:rPr>
              <a:t>缓冲管理算法</a:t>
            </a:r>
            <a:endParaRPr lang="zh-CN" altLang="en-US" sz="2400" b="1" strike="noStrike" noProof="1">
              <a:solidFill>
                <a:srgbClr val="000099"/>
              </a:solidFill>
              <a:effectLst/>
              <a:latin typeface="Times New Roman" panose="02020603050405020304" charset="0"/>
              <a:ea typeface="宋体" panose="02010600030101010101" pitchFamily="2" charset="-122"/>
              <a:sym typeface="Symbol" panose="05050102010706020507" pitchFamily="2" charset="2"/>
            </a:endParaRPr>
          </a:p>
          <a:p>
            <a:pPr marL="533400" lvl="0" indent="-533400" fontAlgn="base">
              <a:lnSpc>
                <a:spcPct val="130000"/>
              </a:lnSpc>
              <a:buNone/>
            </a:pPr>
            <a:r>
              <a:rPr lang="en-US" altLang="zh-CN" sz="2400" b="1">
                <a:solidFill>
                  <a:schemeClr val="tx1"/>
                </a:solidFill>
                <a:effectLst/>
                <a:latin typeface="Times New Roman" panose="02020603050405020304" charset="0"/>
                <a:cs typeface="+mn-ea"/>
                <a:sym typeface="+mn-ea"/>
              </a:rPr>
              <a:t>ⅱ</a:t>
            </a:r>
            <a:r>
              <a:rPr lang="en-US" altLang="zh-CN" sz="2400" b="1" strike="noStrike" noProof="1">
                <a:solidFill>
                  <a:schemeClr val="tx1"/>
                </a:solidFill>
                <a:effectLst/>
                <a:latin typeface="宋体" panose="02010600030101010101" pitchFamily="2" charset="-122"/>
                <a:ea typeface="宋体" panose="02010600030101010101" pitchFamily="2" charset="-122"/>
                <a:cs typeface="+mn-ea"/>
              </a:rPr>
              <a:t> </a:t>
            </a:r>
            <a:r>
              <a:rPr lang="x-none" altLang="en-US" sz="2400" b="1" strike="noStrike" noProof="1">
                <a:solidFill>
                  <a:schemeClr val="tx1"/>
                </a:solidFill>
                <a:effectLst/>
                <a:latin typeface="宋体" panose="02010600030101010101" pitchFamily="2" charset="-122"/>
                <a:ea typeface="宋体" panose="02010600030101010101" pitchFamily="2" charset="-122"/>
                <a:cs typeface="+mn-ea"/>
              </a:rPr>
              <a:t>当需要一个空闲缓冲区时</a:t>
            </a:r>
            <a:endParaRPr lang="x-none" altLang="en-US" sz="2400" b="1" strike="noStrike" noProof="1">
              <a:solidFill>
                <a:schemeClr val="tx1"/>
              </a:solidFill>
              <a:effectLst/>
              <a:latin typeface="宋体" panose="02010600030101010101" pitchFamily="2" charset="-122"/>
              <a:ea typeface="宋体" panose="02010600030101010101" pitchFamily="2" charset="-122"/>
              <a:cs typeface="+mn-ea"/>
            </a:endParaRPr>
          </a:p>
          <a:p>
            <a:pPr marL="533400" lvl="0" indent="-533400" fontAlgn="base">
              <a:lnSpc>
                <a:spcPct val="130000"/>
              </a:lnSpc>
              <a:buNone/>
            </a:pPr>
            <a:r>
              <a:rPr lang="x-none" altLang="zh-CN" sz="2400" strike="noStrike" noProof="1">
                <a:solidFill>
                  <a:schemeClr val="tx1"/>
                </a:solidFill>
                <a:effectLst/>
                <a:latin typeface="Times New Roman" panose="02020603050405020304" charset="0"/>
                <a:ea typeface="宋体" panose="02010600030101010101" pitchFamily="2" charset="-122"/>
                <a:cs typeface="+mn-ea"/>
              </a:rPr>
              <a:t>	取空闲缓冲区的首元素，而一个被使用过的缓冲区释放时放在队尾，一个装有有效数据的缓冲区会向空闲缓区队列的头部移动，所以空闲缓冲区队列的首元素时最久未使用的。</a:t>
            </a:r>
            <a:endParaRPr lang="zh-CN" altLang="en-US"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400" strike="noStrike" noProof="1">
                <a:solidFill>
                  <a:schemeClr val="tx1"/>
                </a:solidFill>
                <a:effectLst/>
                <a:latin typeface="Times New Roman" panose="02020603050405020304" charset="0"/>
                <a:ea typeface="宋体" panose="02010600030101010101" pitchFamily="2" charset="-122"/>
              </a:rPr>
              <a:t>	</a:t>
            </a:r>
            <a:r>
              <a:rPr lang="zh-CN" altLang="en-US" sz="2400" b="1" dirty="0">
                <a:solidFill>
                  <a:srgbClr val="CC0000"/>
                </a:solidFill>
                <a:effectLst/>
                <a:latin typeface="Times New Roman" panose="02020603050405020304" charset="0"/>
                <a:cs typeface="+mn-ea"/>
                <a:sym typeface="+mn-ea"/>
              </a:rPr>
              <a:t>实现了精确的最久未使用淘汰算法 (LRU算法)</a:t>
            </a:r>
            <a:endParaRPr lang="zh-CN" altLang="en-US" sz="2400" b="1" strike="noStrike" noProof="1" dirty="0">
              <a:solidFill>
                <a:srgbClr val="CC0000"/>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a:solidFill>
                  <a:schemeClr val="tx1"/>
                </a:solidFill>
                <a:effectLst/>
                <a:latin typeface="Times New Roman" panose="02020603050405020304" charset="0"/>
                <a:cs typeface="+mn-ea"/>
                <a:sym typeface="+mn-ea"/>
              </a:rPr>
              <a:t> </a:t>
            </a:r>
            <a:r>
              <a:rPr lang="en-US" altLang="zh-CN" sz="2400" b="1">
                <a:solidFill>
                  <a:schemeClr val="tx1"/>
                </a:solidFill>
                <a:effectLst/>
                <a:latin typeface="宋体" panose="02010600030101010101" pitchFamily="2" charset="-122"/>
                <a:cs typeface="+mn-ea"/>
                <a:sym typeface="+mn-ea"/>
              </a:rPr>
              <a:t>ⅲ </a:t>
            </a:r>
            <a:r>
              <a:rPr lang="x-none" altLang="en-US" sz="2400" b="1">
                <a:solidFill>
                  <a:schemeClr val="tx1"/>
                </a:solidFill>
                <a:effectLst/>
                <a:latin typeface="宋体" panose="02010600030101010101" pitchFamily="2" charset="-122"/>
                <a:cs typeface="+mn-ea"/>
                <a:sym typeface="+mn-ea"/>
              </a:rPr>
              <a:t>当一个标有延迟写的缓冲区移到空闲队列头时</a:t>
            </a:r>
            <a:endParaRPr lang="x-none" altLang="en-US" sz="2400" b="1">
              <a:solidFill>
                <a:schemeClr val="tx1"/>
              </a:solidFill>
              <a:effectLst/>
              <a:latin typeface="宋体" panose="02010600030101010101" pitchFamily="2" charset="-122"/>
              <a:cs typeface="+mn-ea"/>
              <a:sym typeface="+mn-ea"/>
            </a:endParaRPr>
          </a:p>
          <a:p>
            <a:pPr marL="533400" lvl="0" indent="-533400" fontAlgn="base">
              <a:lnSpc>
                <a:spcPct val="130000"/>
              </a:lnSpc>
              <a:buNone/>
            </a:pPr>
            <a:r>
              <a:rPr lang="x-none" altLang="en-US" sz="2400">
                <a:solidFill>
                  <a:schemeClr val="tx1"/>
                </a:solidFill>
                <a:effectLst/>
                <a:latin typeface="宋体" panose="02010600030101010101" pitchFamily="2" charset="-122"/>
                <a:cs typeface="+mn-ea"/>
                <a:sym typeface="+mn-ea"/>
              </a:rPr>
              <a:t>	不能立即对它重新分配，而是提出I/O请求，将内容写到对应设备的指定磁盘块上。它将从空闲队列中移出，但留在设备缓冲区队列，写操作完成后再进入空闲队列头，并仍留在设备缓冲区队列。</a:t>
            </a:r>
            <a:endParaRPr lang="x-none" altLang="zh-CN" sz="2400" strike="noStrike" noProof="1">
              <a:solidFill>
                <a:schemeClr val="tx1"/>
              </a:solidFill>
              <a:effectLst/>
              <a:latin typeface="Times New Roman" panose="02020603050405020304" charset="0"/>
              <a:ea typeface="宋体" panose="02010600030101010101" pitchFamily="2" charset="-122"/>
            </a:endParaRPr>
          </a:p>
        </p:txBody>
      </p:sp>
      <p:sp>
        <p:nvSpPr>
          <p:cNvPr id="33796" name="矩形 3379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缓冲技术</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33795"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文本框 3481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27</a:t>
            </a:r>
            <a:endParaRPr lang="en-US" altLang="zh-CN" sz="1400">
              <a:solidFill>
                <a:schemeClr val="tx2"/>
              </a:solidFill>
              <a:latin typeface="Times New Roman" panose="02020603050405020304" charset="0"/>
              <a:ea typeface="宋体" panose="02010600030101010101" pitchFamily="2" charset="-122"/>
            </a:endParaRPr>
          </a:p>
        </p:txBody>
      </p:sp>
      <p:sp>
        <p:nvSpPr>
          <p:cNvPr id="34819" name="矩形 34818"/>
          <p:cNvSpPr/>
          <p:nvPr/>
        </p:nvSpPr>
        <p:spPr>
          <a:xfrm>
            <a:off x="641350" y="1388110"/>
            <a:ext cx="7838440" cy="476948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x-none" altLang="zh-CN" sz="2000">
                <a:solidFill>
                  <a:schemeClr val="tx1"/>
                </a:solidFill>
                <a:effectLst/>
                <a:latin typeface="Times New Roman" panose="02020603050405020304" charset="0"/>
                <a:cs typeface="+mn-ea"/>
                <a:sym typeface="+mn-ea"/>
              </a:rPr>
              <a:t>缓冲区 * getblk(设备号，块号)：</a:t>
            </a:r>
            <a:endParaRPr lang="x-none" altLang="zh-CN" sz="2000">
              <a:solidFill>
                <a:schemeClr val="tx1"/>
              </a:solidFill>
              <a:effectLst/>
              <a:latin typeface="Times New Roman" panose="02020603050405020304" charset="0"/>
              <a:cs typeface="+mn-ea"/>
              <a:sym typeface="+mn-ea"/>
            </a:endParaRPr>
          </a:p>
          <a:p>
            <a:pPr marL="533400" lvl="0" indent="-533400" fontAlgn="base">
              <a:lnSpc>
                <a:spcPct val="120000"/>
              </a:lnSpc>
              <a:spcBef>
                <a:spcPct val="20000"/>
              </a:spcBef>
              <a:buNone/>
            </a:pPr>
            <a:r>
              <a:rPr lang="x-none" altLang="zh-CN" sz="2000" strike="noStrike" noProof="1" dirty="0">
                <a:solidFill>
                  <a:schemeClr val="tx1"/>
                </a:solidFill>
                <a:effectLst/>
                <a:latin typeface="Times New Roman" panose="02020603050405020304" charset="0"/>
                <a:ea typeface="宋体" panose="02010600030101010101" pitchFamily="2" charset="-122"/>
              </a:rPr>
              <a:t>{</a:t>
            </a:r>
            <a:endParaRPr lang="x-none" altLang="zh-CN" sz="20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x-none" altLang="zh-CN" sz="2000" strike="noStrike" noProof="1" dirty="0">
                <a:solidFill>
                  <a:schemeClr val="tx1"/>
                </a:solidFill>
                <a:effectLst/>
                <a:latin typeface="Times New Roman" panose="02020603050405020304" charset="0"/>
                <a:ea typeface="宋体" panose="02010600030101010101" pitchFamily="2" charset="-122"/>
              </a:rPr>
              <a:t>      while(没找到缓冲区) {</a:t>
            </a:r>
            <a:endParaRPr lang="x-none" altLang="zh-CN" sz="20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x-none" altLang="zh-CN" sz="2000" strike="noStrike" noProof="1" dirty="0">
                <a:solidFill>
                  <a:schemeClr val="tx1"/>
                </a:solidFill>
                <a:effectLst/>
                <a:latin typeface="Times New Roman" panose="02020603050405020304" charset="0"/>
                <a:ea typeface="宋体" panose="02010600030101010101" pitchFamily="2" charset="-122"/>
              </a:rPr>
              <a:t>           if(块在设备缓冲区队列上){</a:t>
            </a:r>
            <a:endParaRPr lang="x-none" altLang="zh-CN" sz="20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x-none" altLang="zh-CN" sz="2000" strike="noStrike" noProof="1" dirty="0">
                <a:solidFill>
                  <a:schemeClr val="tx1"/>
                </a:solidFill>
                <a:effectLst/>
                <a:latin typeface="Times New Roman" panose="02020603050405020304" charset="0"/>
                <a:ea typeface="宋体" panose="02010600030101010101" pitchFamily="2" charset="-122"/>
              </a:rPr>
              <a:t>                if(块忙) {     /*  2  */</a:t>
            </a:r>
            <a:endParaRPr lang="x-none" altLang="zh-CN" sz="20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x-none" altLang="zh-CN" sz="2000" strike="noStrike" noProof="1" dirty="0">
                <a:solidFill>
                  <a:schemeClr val="tx1"/>
                </a:solidFill>
                <a:effectLst/>
                <a:latin typeface="Times New Roman" panose="02020603050405020304" charset="0"/>
                <a:ea typeface="宋体" panose="02010600030101010101" pitchFamily="2" charset="-122"/>
              </a:rPr>
              <a:t>                     sleep(事件：等待缓冲区变空闲)；continue；</a:t>
            </a:r>
            <a:endParaRPr lang="x-none" altLang="zh-CN" sz="20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x-none" altLang="zh-CN" sz="2000" strike="noStrike" noProof="1" dirty="0">
                <a:solidFill>
                  <a:schemeClr val="tx1"/>
                </a:solidFill>
                <a:effectLst/>
                <a:latin typeface="Times New Roman" panose="02020603050405020304" charset="0"/>
                <a:ea typeface="宋体" panose="02010600030101010101" pitchFamily="2" charset="-122"/>
              </a:rPr>
              <a:t>                }</a:t>
            </a:r>
            <a:endParaRPr lang="x-none" altLang="zh-CN" sz="20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x-none" altLang="zh-CN" sz="2000" strike="noStrike" noProof="1" dirty="0">
                <a:solidFill>
                  <a:schemeClr val="tx1"/>
                </a:solidFill>
                <a:effectLst/>
                <a:latin typeface="Times New Roman" panose="02020603050405020304" charset="0"/>
                <a:ea typeface="宋体" panose="02010600030101010101" pitchFamily="2" charset="-122"/>
              </a:rPr>
              <a:t>                缓冲区标识为忙；   /*  1  */</a:t>
            </a:r>
            <a:endParaRPr lang="x-none" altLang="zh-CN" sz="20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x-none" altLang="zh-CN" sz="2000" strike="noStrike" noProof="1" dirty="0">
                <a:solidFill>
                  <a:schemeClr val="tx1"/>
                </a:solidFill>
                <a:effectLst/>
                <a:latin typeface="Times New Roman" panose="02020603050405020304" charset="0"/>
                <a:ea typeface="宋体" panose="02010600030101010101" pitchFamily="2" charset="-122"/>
              </a:rPr>
              <a:t>                从空闲队列上摘下此缓冲区；</a:t>
            </a:r>
            <a:endParaRPr lang="x-none" altLang="zh-CN" sz="20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x-none" altLang="zh-CN" sz="2000" strike="noStrike" noProof="1" dirty="0">
                <a:solidFill>
                  <a:schemeClr val="tx1"/>
                </a:solidFill>
                <a:effectLst/>
                <a:latin typeface="Times New Roman" panose="02020603050405020304" charset="0"/>
                <a:ea typeface="宋体" panose="02010600030101010101" pitchFamily="2" charset="-122"/>
              </a:rPr>
              <a:t>                return 缓冲区</a:t>
            </a:r>
            <a:endParaRPr lang="x-none" altLang="zh-CN" sz="20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x-none" altLang="zh-CN" sz="2000" strike="noStrike" noProof="1" dirty="0">
                <a:solidFill>
                  <a:schemeClr val="tx1"/>
                </a:solidFill>
                <a:effectLst/>
                <a:latin typeface="Times New Roman" panose="02020603050405020304" charset="0"/>
                <a:ea typeface="宋体" panose="02010600030101010101" pitchFamily="2" charset="-122"/>
              </a:rPr>
              <a:t>           } /*else 块不在设备缓冲区队列上*/</a:t>
            </a:r>
            <a:endParaRPr lang="x-none" altLang="zh-CN" sz="2000" strike="noStrike" noProof="1" dirty="0">
              <a:solidFill>
                <a:schemeClr val="tx1"/>
              </a:solidFill>
              <a:effectLst/>
              <a:latin typeface="Times New Roman" panose="02020603050405020304" charset="0"/>
              <a:ea typeface="宋体" panose="02010600030101010101" pitchFamily="2" charset="-122"/>
            </a:endParaRPr>
          </a:p>
        </p:txBody>
      </p:sp>
      <p:sp>
        <p:nvSpPr>
          <p:cNvPr id="34820" name="矩形 3481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缓冲技术</a:t>
            </a:r>
            <a:endParaRPr lang="zh-CN" altLang="en-US" sz="2400" strike="noStrike" noProof="1">
              <a:latin typeface="Times New Roman" panose="02020603050405020304" charset="0"/>
              <a:ea typeface="宋体" panose="02010600030101010101" pitchFamily="2" charset="-122"/>
            </a:endParaRPr>
          </a:p>
        </p:txBody>
      </p:sp>
      <p:sp>
        <p:nvSpPr>
          <p:cNvPr id="2" name="文本框 1"/>
          <p:cNvSpPr txBox="1"/>
          <p:nvPr/>
        </p:nvSpPr>
        <p:spPr>
          <a:xfrm>
            <a:off x="161925" y="657225"/>
            <a:ext cx="4258310" cy="650875"/>
          </a:xfrm>
          <a:prstGeom prst="rect">
            <a:avLst/>
          </a:prstGeom>
          <a:noFill/>
        </p:spPr>
        <p:txBody>
          <a:bodyPr wrap="none" rtlCol="0" anchor="t">
            <a:spAutoFit/>
          </a:bodyPr>
          <a:p>
            <a:pPr marL="533400" lvl="0" indent="-533400" algn="l" fontAlgn="base">
              <a:lnSpc>
                <a:spcPct val="130000"/>
              </a:lnSpc>
              <a:buNone/>
            </a:pPr>
            <a:r>
              <a:rPr lang="en-US" altLang="zh-CN" sz="2800" b="1">
                <a:solidFill>
                  <a:srgbClr val="000099"/>
                </a:solidFill>
                <a:latin typeface="Times New Roman" panose="02020603050405020304" charset="0"/>
                <a:cs typeface="+mn-ea"/>
                <a:sym typeface="Symbol" panose="05050102010706020507" pitchFamily="2" charset="2"/>
              </a:rPr>
              <a:t>UNIX</a:t>
            </a:r>
            <a:r>
              <a:rPr lang="zh-CN" altLang="en-US" sz="2800" b="1">
                <a:solidFill>
                  <a:srgbClr val="000099"/>
                </a:solidFill>
                <a:latin typeface="Times New Roman" panose="02020603050405020304" charset="0"/>
                <a:cs typeface="+mn-ea"/>
                <a:sym typeface="Symbol" panose="05050102010706020507" pitchFamily="2" charset="2"/>
              </a:rPr>
              <a:t>缓冲</a:t>
            </a:r>
            <a:r>
              <a:rPr lang="x-none" altLang="zh-CN" sz="2800" b="1">
                <a:solidFill>
                  <a:srgbClr val="000099"/>
                </a:solidFill>
                <a:latin typeface="Times New Roman" panose="02020603050405020304" charset="0"/>
                <a:cs typeface="+mn-ea"/>
                <a:sym typeface="Symbol" panose="05050102010706020507" pitchFamily="2" charset="2"/>
              </a:rPr>
              <a:t>操作</a:t>
            </a:r>
            <a:r>
              <a:rPr lang="en-US" altLang="x-none" sz="2800" b="1">
                <a:solidFill>
                  <a:srgbClr val="000099"/>
                </a:solidFill>
                <a:latin typeface="Times New Roman" panose="02020603050405020304" charset="0"/>
                <a:cs typeface="+mn-ea"/>
                <a:sym typeface="Symbol" panose="05050102010706020507" pitchFamily="2" charset="2"/>
              </a:rPr>
              <a:t>: </a:t>
            </a:r>
            <a:r>
              <a:rPr lang="zh-CN" altLang="en-US" sz="2000" b="1">
                <a:solidFill>
                  <a:schemeClr val="tx1"/>
                </a:solidFill>
                <a:latin typeface="Times New Roman" panose="02020603050405020304" charset="0"/>
                <a:cs typeface="+mn-ea"/>
                <a:sym typeface="Symbol" panose="05050102010706020507" pitchFamily="2" charset="2"/>
              </a:rPr>
              <a:t>获取</a:t>
            </a:r>
            <a:r>
              <a:rPr lang="x-none" altLang="zh-CN" sz="2000" b="1">
                <a:solidFill>
                  <a:schemeClr val="tx1"/>
                </a:solidFill>
                <a:latin typeface="Times New Roman" panose="02020603050405020304" charset="0"/>
                <a:cs typeface="+mn-ea"/>
                <a:sym typeface="+mn-ea"/>
              </a:rPr>
              <a:t>缓冲区</a:t>
            </a:r>
            <a:r>
              <a:rPr lang="x-none" altLang="zh-CN" sz="2000">
                <a:solidFill>
                  <a:schemeClr val="tx1"/>
                </a:solidFill>
                <a:latin typeface="Times New Roman" panose="02020603050405020304" charset="0"/>
                <a:cs typeface="+mn-ea"/>
                <a:sym typeface="+mn-ea"/>
              </a:rPr>
              <a:t>：</a:t>
            </a:r>
            <a:endParaRPr lang="x-none" altLang="zh-CN" sz="2000" b="1">
              <a:solidFill>
                <a:schemeClr val="tx1"/>
              </a:solidFill>
              <a:latin typeface="Times New Roman" panose="02020603050405020304" charset="0"/>
              <a:cs typeface="+mn-ea"/>
              <a:sym typeface="+mn-ea"/>
            </a:endParaRPr>
          </a:p>
        </p:txBody>
      </p:sp>
    </p:spTree>
  </p:cSld>
  <p:clrMapOvr>
    <a:masterClrMapping/>
  </p:clrMapOvr>
  <p:transition>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9" name="矩形 34818"/>
          <p:cNvSpPr/>
          <p:nvPr/>
        </p:nvSpPr>
        <p:spPr>
          <a:xfrm>
            <a:off x="616585" y="1146810"/>
            <a:ext cx="8015605" cy="483108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10000"/>
              </a:lnSpc>
              <a:spcBef>
                <a:spcPct val="20000"/>
              </a:spcBef>
              <a:buNone/>
            </a:pPr>
            <a:r>
              <a:rPr lang="x-none" altLang="zh-CN" sz="2000" strike="noStrike" noProof="1" dirty="0">
                <a:solidFill>
                  <a:schemeClr val="tx1"/>
                </a:solidFill>
                <a:effectLst/>
                <a:latin typeface="Times New Roman" panose="02020603050405020304" charset="0"/>
                <a:ea typeface="宋体" panose="02010600030101010101" pitchFamily="2" charset="-122"/>
              </a:rPr>
              <a:t>          if(空闲缓冲区队列为空) {        /*   5   */ </a:t>
            </a:r>
            <a:endParaRPr lang="x-none" altLang="zh-CN" sz="20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10000"/>
              </a:lnSpc>
              <a:spcBef>
                <a:spcPct val="20000"/>
              </a:spcBef>
              <a:buNone/>
            </a:pPr>
            <a:r>
              <a:rPr lang="x-none" altLang="zh-CN" sz="2000" strike="noStrike" noProof="1" dirty="0">
                <a:solidFill>
                  <a:schemeClr val="tx1"/>
                </a:solidFill>
                <a:effectLst/>
                <a:latin typeface="Times New Roman" panose="02020603050405020304" charset="0"/>
                <a:ea typeface="宋体" panose="02010600030101010101" pitchFamily="2" charset="-122"/>
              </a:rPr>
              <a:t>                sleep(事件：等待缓冲区有空闲)；continue；</a:t>
            </a:r>
            <a:endParaRPr lang="x-none" altLang="zh-CN" sz="20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10000"/>
              </a:lnSpc>
              <a:spcBef>
                <a:spcPct val="20000"/>
              </a:spcBef>
              <a:buNone/>
            </a:pPr>
            <a:r>
              <a:rPr lang="x-none" altLang="zh-CN" sz="2000" strike="noStrike" noProof="1" dirty="0">
                <a:solidFill>
                  <a:schemeClr val="tx1"/>
                </a:solidFill>
                <a:effectLst/>
                <a:latin typeface="Times New Roman" panose="02020603050405020304" charset="0"/>
                <a:ea typeface="宋体" panose="02010600030101010101" pitchFamily="2" charset="-122"/>
              </a:rPr>
              <a:t>          }</a:t>
            </a:r>
            <a:endParaRPr lang="x-none" altLang="zh-CN" sz="20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10000"/>
              </a:lnSpc>
              <a:spcBef>
                <a:spcPct val="20000"/>
              </a:spcBef>
              <a:buNone/>
            </a:pPr>
            <a:r>
              <a:rPr lang="x-none" altLang="zh-CN" sz="2000" strike="noStrike" noProof="1" dirty="0">
                <a:solidFill>
                  <a:schemeClr val="tx1"/>
                </a:solidFill>
                <a:effectLst/>
                <a:latin typeface="Times New Roman" panose="02020603050405020304" charset="0"/>
                <a:ea typeface="宋体" panose="02010600030101010101" pitchFamily="2" charset="-122"/>
              </a:rPr>
              <a:t>          从空闲缓冲区队列摘下第一个缓冲区；</a:t>
            </a:r>
            <a:endParaRPr lang="x-none" altLang="zh-CN" sz="20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10000"/>
              </a:lnSpc>
              <a:spcBef>
                <a:spcPct val="20000"/>
              </a:spcBef>
              <a:buNone/>
            </a:pPr>
            <a:r>
              <a:rPr lang="x-none" altLang="zh-CN" sz="2000" strike="noStrike" noProof="1" dirty="0">
                <a:solidFill>
                  <a:schemeClr val="tx1"/>
                </a:solidFill>
                <a:effectLst/>
                <a:latin typeface="Times New Roman" panose="02020603050405020304" charset="0"/>
                <a:ea typeface="宋体" panose="02010600030101010101" pitchFamily="2" charset="-122"/>
              </a:rPr>
              <a:t>          if(缓冲区有标记“延迟写”) {   /*  4  */</a:t>
            </a:r>
            <a:endParaRPr lang="x-none" altLang="zh-CN" sz="20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10000"/>
              </a:lnSpc>
              <a:spcBef>
                <a:spcPct val="20000"/>
              </a:spcBef>
              <a:buNone/>
            </a:pPr>
            <a:r>
              <a:rPr lang="x-none" altLang="zh-CN" sz="2000" strike="noStrike" noProof="1" dirty="0">
                <a:solidFill>
                  <a:schemeClr val="tx1"/>
                </a:solidFill>
                <a:effectLst/>
                <a:latin typeface="Times New Roman" panose="02020603050405020304" charset="0"/>
                <a:ea typeface="宋体" panose="02010600030101010101" pitchFamily="2" charset="-122"/>
              </a:rPr>
              <a:t>                把缓冲异步写到磁盘; continue;</a:t>
            </a:r>
            <a:endParaRPr lang="x-none" altLang="zh-CN" sz="20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10000"/>
              </a:lnSpc>
              <a:spcBef>
                <a:spcPct val="20000"/>
              </a:spcBef>
              <a:buNone/>
            </a:pPr>
            <a:r>
              <a:rPr lang="x-none" altLang="zh-CN" sz="2000" strike="noStrike" noProof="1" dirty="0">
                <a:solidFill>
                  <a:schemeClr val="tx1"/>
                </a:solidFill>
                <a:effectLst/>
                <a:latin typeface="Times New Roman" panose="02020603050405020304" charset="0"/>
                <a:ea typeface="宋体" panose="02010600030101010101" pitchFamily="2" charset="-122"/>
              </a:rPr>
              <a:t>          }</a:t>
            </a:r>
            <a:endParaRPr lang="x-none" altLang="zh-CN" sz="20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10000"/>
              </a:lnSpc>
              <a:spcBef>
                <a:spcPct val="20000"/>
              </a:spcBef>
              <a:buNone/>
            </a:pPr>
            <a:r>
              <a:rPr lang="x-none" altLang="zh-CN" sz="2000" strike="noStrike" noProof="1" dirty="0">
                <a:solidFill>
                  <a:schemeClr val="tx1"/>
                </a:solidFill>
                <a:effectLst/>
                <a:latin typeface="Times New Roman" panose="02020603050405020304" charset="0"/>
                <a:ea typeface="宋体" panose="02010600030101010101" pitchFamily="2" charset="-122"/>
              </a:rPr>
              <a:t>          从原设备缓冲区队列摘下该缓冲区；/*   3   */</a:t>
            </a:r>
            <a:endParaRPr lang="x-none" altLang="zh-CN" sz="20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10000"/>
              </a:lnSpc>
              <a:spcBef>
                <a:spcPct val="20000"/>
              </a:spcBef>
              <a:buNone/>
            </a:pPr>
            <a:r>
              <a:rPr lang="x-none" altLang="zh-CN" sz="2000" strike="noStrike" noProof="1" dirty="0">
                <a:solidFill>
                  <a:schemeClr val="tx1"/>
                </a:solidFill>
                <a:effectLst/>
                <a:latin typeface="Times New Roman" panose="02020603050405020304" charset="0"/>
                <a:ea typeface="宋体" panose="02010600030101010101" pitchFamily="2" charset="-122"/>
              </a:rPr>
              <a:t>          把此缓冲区加入到新设备缓冲区队列；</a:t>
            </a:r>
            <a:endParaRPr lang="x-none" altLang="zh-CN" sz="20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10000"/>
              </a:lnSpc>
              <a:spcBef>
                <a:spcPct val="20000"/>
              </a:spcBef>
              <a:buNone/>
            </a:pPr>
            <a:r>
              <a:rPr lang="x-none" altLang="zh-CN" sz="2000" strike="noStrike" noProof="1" dirty="0">
                <a:solidFill>
                  <a:schemeClr val="tx1"/>
                </a:solidFill>
                <a:effectLst/>
                <a:latin typeface="Times New Roman" panose="02020603050405020304" charset="0"/>
                <a:ea typeface="宋体" panose="02010600030101010101" pitchFamily="2" charset="-122"/>
              </a:rPr>
              <a:t>          return 缓冲区；</a:t>
            </a:r>
            <a:endParaRPr lang="x-none" altLang="zh-CN" sz="20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10000"/>
              </a:lnSpc>
              <a:spcBef>
                <a:spcPct val="20000"/>
              </a:spcBef>
              <a:buNone/>
            </a:pPr>
            <a:r>
              <a:rPr lang="x-none" altLang="zh-CN" sz="2000" strike="noStrike" noProof="1" dirty="0">
                <a:solidFill>
                  <a:schemeClr val="tx1"/>
                </a:solidFill>
                <a:effectLst/>
                <a:latin typeface="Times New Roman" panose="02020603050405020304" charset="0"/>
                <a:ea typeface="宋体" panose="02010600030101010101" pitchFamily="2" charset="-122"/>
              </a:rPr>
              <a:t>     } //end of while</a:t>
            </a:r>
            <a:endParaRPr lang="x-none" altLang="zh-CN" sz="20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10000"/>
              </a:lnSpc>
              <a:spcBef>
                <a:spcPct val="20000"/>
              </a:spcBef>
              <a:buNone/>
            </a:pPr>
            <a:r>
              <a:rPr lang="x-none" altLang="zh-CN" sz="2000" strike="noStrike" noProof="1" dirty="0">
                <a:solidFill>
                  <a:schemeClr val="tx1"/>
                </a:solidFill>
                <a:effectLst/>
                <a:latin typeface="Times New Roman" panose="02020603050405020304" charset="0"/>
                <a:ea typeface="宋体" panose="02010600030101010101" pitchFamily="2" charset="-122"/>
              </a:rPr>
              <a:t>} //end of getblk()</a:t>
            </a:r>
            <a:endParaRPr lang="x-none" altLang="zh-CN" sz="2000" strike="noStrike" noProof="1" dirty="0">
              <a:solidFill>
                <a:schemeClr val="tx1"/>
              </a:solidFill>
              <a:effectLst/>
              <a:latin typeface="Times New Roman" panose="02020603050405020304" charset="0"/>
              <a:ea typeface="宋体" panose="02010600030101010101" pitchFamily="2" charset="-122"/>
            </a:endParaRPr>
          </a:p>
        </p:txBody>
      </p:sp>
      <p:sp>
        <p:nvSpPr>
          <p:cNvPr id="34820" name="矩形 3481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缓冲技术</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文本框 3481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27</a:t>
            </a:r>
            <a:endParaRPr lang="en-US" altLang="zh-CN" sz="1400">
              <a:solidFill>
                <a:schemeClr val="tx2"/>
              </a:solidFill>
              <a:latin typeface="Times New Roman" panose="02020603050405020304" charset="0"/>
              <a:ea typeface="宋体" panose="02010600030101010101" pitchFamily="2" charset="-122"/>
            </a:endParaRPr>
          </a:p>
        </p:txBody>
      </p:sp>
      <p:sp>
        <p:nvSpPr>
          <p:cNvPr id="34819" name="矩形 34818"/>
          <p:cNvSpPr/>
          <p:nvPr/>
        </p:nvSpPr>
        <p:spPr>
          <a:xfrm>
            <a:off x="230505" y="560705"/>
            <a:ext cx="4907915" cy="53403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x-none" altLang="zh-CN" sz="2400">
                <a:solidFill>
                  <a:schemeClr val="tx1"/>
                </a:solidFill>
                <a:latin typeface="Times New Roman" panose="02020603050405020304" charset="0"/>
                <a:cs typeface="+mn-ea"/>
                <a:sym typeface="+mn-ea"/>
              </a:rPr>
              <a:t>释放缓冲区：</a:t>
            </a:r>
            <a:endParaRPr lang="x-none" altLang="zh-CN" sz="2400" strike="noStrike" noProof="1" dirty="0">
              <a:solidFill>
                <a:schemeClr val="tx1"/>
              </a:solidFill>
              <a:effectLst/>
              <a:latin typeface="Times New Roman" panose="02020603050405020304" charset="0"/>
              <a:ea typeface="宋体" panose="02010600030101010101" pitchFamily="2" charset="-122"/>
            </a:endParaRPr>
          </a:p>
        </p:txBody>
      </p:sp>
      <p:sp>
        <p:nvSpPr>
          <p:cNvPr id="34820" name="矩形 3481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缓冲技术</a:t>
            </a:r>
            <a:endParaRPr lang="zh-CN" altLang="en-US" sz="2400" strike="noStrike" noProof="1">
              <a:latin typeface="Times New Roman" panose="02020603050405020304" charset="0"/>
              <a:ea typeface="宋体" panose="02010600030101010101" pitchFamily="2" charset="-122"/>
            </a:endParaRPr>
          </a:p>
        </p:txBody>
      </p:sp>
      <p:sp>
        <p:nvSpPr>
          <p:cNvPr id="2" name="文本框 1"/>
          <p:cNvSpPr txBox="1"/>
          <p:nvPr/>
        </p:nvSpPr>
        <p:spPr>
          <a:xfrm>
            <a:off x="648970" y="1408430"/>
            <a:ext cx="7701915" cy="4276725"/>
          </a:xfrm>
          <a:prstGeom prst="rect">
            <a:avLst/>
          </a:prstGeom>
          <a:noFill/>
        </p:spPr>
        <p:txBody>
          <a:bodyPr wrap="square" rtlCol="0" anchor="t">
            <a:spAutoFit/>
          </a:bodyPr>
          <a:p>
            <a:pPr algn="l"/>
            <a:r>
              <a:rPr lang="x-none" altLang="zh-CN" sz="2400" dirty="0">
                <a:solidFill>
                  <a:schemeClr val="tx1"/>
                </a:solidFill>
                <a:effectLst/>
                <a:latin typeface="Times New Roman" panose="02020603050405020304" charset="0"/>
                <a:cs typeface="+mn-ea"/>
                <a:sym typeface="+mn-ea"/>
              </a:rPr>
              <a:t>brelse（</a:t>
            </a:r>
            <a:r>
              <a:rPr lang="zh-CN" altLang="x-none" sz="2400" dirty="0">
                <a:solidFill>
                  <a:schemeClr val="tx1"/>
                </a:solidFill>
                <a:effectLst/>
                <a:latin typeface="Times New Roman" panose="02020603050405020304" charset="0"/>
                <a:cs typeface="+mn-ea"/>
                <a:sym typeface="+mn-ea"/>
              </a:rPr>
              <a:t>一个</a:t>
            </a:r>
            <a:r>
              <a:rPr lang="x-none" altLang="zh-CN" sz="2400" dirty="0">
                <a:solidFill>
                  <a:schemeClr val="tx1"/>
                </a:solidFill>
                <a:effectLst/>
                <a:latin typeface="Times New Roman" panose="02020603050405020304" charset="0"/>
                <a:cs typeface="+mn-ea"/>
                <a:sym typeface="+mn-ea"/>
              </a:rPr>
              <a:t>忙的缓冲区）</a:t>
            </a:r>
            <a:endParaRPr lang="x-none" altLang="zh-CN" sz="2400" dirty="0">
              <a:solidFill>
                <a:schemeClr val="tx1"/>
              </a:solidFill>
              <a:effectLst/>
              <a:latin typeface="Times New Roman" panose="02020603050405020304" charset="0"/>
              <a:cs typeface="+mn-ea"/>
              <a:sym typeface="+mn-ea"/>
            </a:endParaRPr>
          </a:p>
          <a:p>
            <a:pPr algn="l"/>
            <a:r>
              <a:rPr lang="x-none" altLang="zh-CN" sz="2400" dirty="0">
                <a:solidFill>
                  <a:schemeClr val="tx1"/>
                </a:solidFill>
                <a:effectLst/>
                <a:latin typeface="Times New Roman" panose="02020603050405020304" charset="0"/>
                <a:cs typeface="+mn-ea"/>
              </a:rPr>
              <a:t>{</a:t>
            </a:r>
            <a:endParaRPr lang="x-none" altLang="zh-CN" sz="2400" dirty="0">
              <a:solidFill>
                <a:schemeClr val="tx1"/>
              </a:solidFill>
              <a:effectLst/>
              <a:latin typeface="Times New Roman" panose="02020603050405020304" charset="0"/>
              <a:cs typeface="+mn-ea"/>
            </a:endParaRPr>
          </a:p>
          <a:p>
            <a:pPr algn="l"/>
            <a:r>
              <a:rPr lang="en-US" altLang="x-none" sz="2400" dirty="0">
                <a:solidFill>
                  <a:schemeClr val="tx1"/>
                </a:solidFill>
                <a:effectLst/>
                <a:latin typeface="Times New Roman" panose="02020603050405020304" charset="0"/>
                <a:sym typeface="+mn-ea"/>
              </a:rPr>
              <a:t>	</a:t>
            </a:r>
            <a:r>
              <a:rPr lang="x-none" altLang="zh-CN" sz="2400" dirty="0">
                <a:solidFill>
                  <a:schemeClr val="tx1"/>
                </a:solidFill>
                <a:effectLst/>
                <a:latin typeface="Times New Roman" panose="02020603050405020304" charset="0"/>
                <a:sym typeface="+mn-ea"/>
              </a:rPr>
              <a:t>唤醒哪些由于空闲缓冲区为空的sleep进程</a:t>
            </a:r>
            <a:endParaRPr lang="x-none" altLang="zh-CN" sz="2400" dirty="0">
              <a:solidFill>
                <a:schemeClr val="tx1"/>
              </a:solidFill>
              <a:effectLst/>
              <a:latin typeface="Times New Roman" panose="02020603050405020304" charset="0"/>
              <a:cs typeface="+mn-ea"/>
            </a:endParaRPr>
          </a:p>
          <a:p>
            <a:pPr algn="l"/>
            <a:r>
              <a:rPr lang="en-US" altLang="x-none" sz="2400" dirty="0">
                <a:solidFill>
                  <a:schemeClr val="tx1"/>
                </a:solidFill>
                <a:effectLst/>
                <a:latin typeface="Times New Roman" panose="02020603050405020304" charset="0"/>
                <a:sym typeface="+mn-ea"/>
              </a:rPr>
              <a:t>	</a:t>
            </a:r>
            <a:r>
              <a:rPr lang="x-none" altLang="zh-CN" sz="2400" dirty="0">
                <a:solidFill>
                  <a:schemeClr val="tx1"/>
                </a:solidFill>
                <a:effectLst/>
                <a:latin typeface="Times New Roman" panose="02020603050405020304" charset="0"/>
                <a:sym typeface="+mn-ea"/>
              </a:rPr>
              <a:t>唤醒哪些</a:t>
            </a:r>
            <a:r>
              <a:rPr lang="zh-CN" altLang="x-none" sz="2400" dirty="0">
                <a:solidFill>
                  <a:schemeClr val="tx1"/>
                </a:solidFill>
                <a:effectLst/>
                <a:latin typeface="Times New Roman" panose="02020603050405020304" charset="0"/>
                <a:sym typeface="+mn-ea"/>
              </a:rPr>
              <a:t>等待</a:t>
            </a:r>
            <a:r>
              <a:rPr lang="x-none" altLang="zh-CN" sz="2400" dirty="0">
                <a:solidFill>
                  <a:schemeClr val="tx1"/>
                </a:solidFill>
                <a:effectLst/>
                <a:latin typeface="Times New Roman" panose="02020603050405020304" charset="0"/>
                <a:sym typeface="+mn-ea"/>
              </a:rPr>
              <a:t>该缓冲区</a:t>
            </a:r>
            <a:r>
              <a:rPr lang="zh-CN" altLang="x-none" sz="2400" dirty="0">
                <a:solidFill>
                  <a:schemeClr val="tx1"/>
                </a:solidFill>
                <a:effectLst/>
                <a:latin typeface="Times New Roman" panose="02020603050405020304" charset="0"/>
                <a:sym typeface="+mn-ea"/>
              </a:rPr>
              <a:t>空闲</a:t>
            </a:r>
            <a:r>
              <a:rPr lang="x-none" altLang="zh-CN" sz="2400" dirty="0">
                <a:solidFill>
                  <a:schemeClr val="tx1"/>
                </a:solidFill>
                <a:effectLst/>
                <a:latin typeface="Times New Roman" panose="02020603050405020304" charset="0"/>
                <a:sym typeface="+mn-ea"/>
              </a:rPr>
              <a:t>而sleep的进程</a:t>
            </a:r>
            <a:endParaRPr lang="x-none" altLang="zh-CN" sz="2400" dirty="0">
              <a:solidFill>
                <a:schemeClr val="tx1"/>
              </a:solidFill>
              <a:effectLst/>
              <a:latin typeface="Times New Roman" panose="02020603050405020304" charset="0"/>
              <a:sym typeface="+mn-ea"/>
            </a:endParaRPr>
          </a:p>
          <a:p>
            <a:pPr algn="l"/>
            <a:r>
              <a:rPr lang="en-US" altLang="x-none" sz="2400" dirty="0">
                <a:solidFill>
                  <a:schemeClr val="tx1"/>
                </a:solidFill>
                <a:effectLst/>
                <a:latin typeface="Times New Roman" panose="02020603050405020304" charset="0"/>
                <a:cs typeface="+mn-ea"/>
              </a:rPr>
              <a:t>	if(</a:t>
            </a:r>
            <a:r>
              <a:rPr lang="zh-CN" altLang="en-US" sz="2400" dirty="0">
                <a:solidFill>
                  <a:schemeClr val="tx1"/>
                </a:solidFill>
                <a:effectLst/>
                <a:latin typeface="Times New Roman" panose="02020603050405020304" charset="0"/>
                <a:cs typeface="+mn-ea"/>
              </a:rPr>
              <a:t>缓冲区内容有效</a:t>
            </a:r>
            <a:r>
              <a:rPr lang="en-US" altLang="x-none" sz="2400" dirty="0">
                <a:solidFill>
                  <a:schemeClr val="tx1"/>
                </a:solidFill>
                <a:effectLst/>
                <a:latin typeface="Times New Roman" panose="02020603050405020304" charset="0"/>
                <a:cs typeface="+mn-ea"/>
              </a:rPr>
              <a:t>)</a:t>
            </a:r>
            <a:endParaRPr lang="en-US" altLang="x-none" sz="2400" dirty="0">
              <a:solidFill>
                <a:schemeClr val="tx1"/>
              </a:solidFill>
              <a:effectLst/>
              <a:latin typeface="Times New Roman" panose="02020603050405020304" charset="0"/>
              <a:cs typeface="+mn-ea"/>
            </a:endParaRPr>
          </a:p>
          <a:p>
            <a:pPr algn="l"/>
            <a:r>
              <a:rPr lang="en-US" altLang="x-none" sz="2400" dirty="0">
                <a:solidFill>
                  <a:schemeClr val="tx1"/>
                </a:solidFill>
                <a:effectLst/>
                <a:latin typeface="Times New Roman" panose="02020603050405020304" charset="0"/>
                <a:cs typeface="+mn-ea"/>
              </a:rPr>
              <a:t>		</a:t>
            </a:r>
            <a:r>
              <a:rPr lang="zh-CN" altLang="en-US" sz="2400" dirty="0">
                <a:solidFill>
                  <a:schemeClr val="tx1"/>
                </a:solidFill>
                <a:effectLst/>
                <a:latin typeface="Times New Roman" panose="02020603050405020304" charset="0"/>
                <a:cs typeface="+mn-ea"/>
              </a:rPr>
              <a:t>将缓冲区加入空闲缓冲区队列尾部；</a:t>
            </a:r>
            <a:endParaRPr lang="zh-CN" altLang="en-US" sz="2400" dirty="0">
              <a:solidFill>
                <a:schemeClr val="tx1"/>
              </a:solidFill>
              <a:effectLst/>
              <a:latin typeface="Times New Roman" panose="02020603050405020304" charset="0"/>
              <a:cs typeface="+mn-ea"/>
            </a:endParaRPr>
          </a:p>
          <a:p>
            <a:pPr algn="l"/>
            <a:r>
              <a:rPr lang="en-US" altLang="zh-CN" sz="2400" dirty="0">
                <a:solidFill>
                  <a:schemeClr val="tx1"/>
                </a:solidFill>
                <a:effectLst/>
                <a:latin typeface="Times New Roman" panose="02020603050405020304" charset="0"/>
                <a:cs typeface="+mn-ea"/>
              </a:rPr>
              <a:t>	else</a:t>
            </a:r>
            <a:endParaRPr lang="en-US" altLang="zh-CN" sz="2400" dirty="0">
              <a:solidFill>
                <a:schemeClr val="tx1"/>
              </a:solidFill>
              <a:effectLst/>
              <a:latin typeface="Times New Roman" panose="02020603050405020304" charset="0"/>
              <a:cs typeface="+mn-ea"/>
            </a:endParaRPr>
          </a:p>
          <a:p>
            <a:pPr algn="l"/>
            <a:r>
              <a:rPr lang="en-US" altLang="zh-CN" sz="2400" dirty="0">
                <a:solidFill>
                  <a:schemeClr val="tx1"/>
                </a:solidFill>
                <a:effectLst/>
                <a:latin typeface="Times New Roman" panose="02020603050405020304" charset="0"/>
                <a:cs typeface="+mn-ea"/>
              </a:rPr>
              <a:t>		</a:t>
            </a:r>
            <a:r>
              <a:rPr lang="zh-CN" altLang="en-US" sz="2400" dirty="0">
                <a:solidFill>
                  <a:schemeClr val="tx1"/>
                </a:solidFill>
                <a:effectLst/>
                <a:latin typeface="Times New Roman" panose="02020603050405020304" charset="0"/>
                <a:cs typeface="+mn-ea"/>
                <a:sym typeface="+mn-ea"/>
              </a:rPr>
              <a:t>将缓冲区加入空闲缓冲区队列头部；</a:t>
            </a:r>
            <a:endParaRPr lang="zh-CN" altLang="en-US" sz="2400" dirty="0">
              <a:solidFill>
                <a:schemeClr val="tx1"/>
              </a:solidFill>
              <a:effectLst/>
              <a:latin typeface="Times New Roman" panose="02020603050405020304" charset="0"/>
              <a:cs typeface="+mn-ea"/>
              <a:sym typeface="+mn-ea"/>
            </a:endParaRPr>
          </a:p>
          <a:p>
            <a:pPr algn="l"/>
            <a:r>
              <a:rPr lang="en-US" altLang="zh-CN" sz="2400" dirty="0">
                <a:solidFill>
                  <a:schemeClr val="tx1"/>
                </a:solidFill>
                <a:effectLst/>
                <a:latin typeface="Times New Roman" panose="02020603050405020304" charset="0"/>
                <a:cs typeface="+mn-ea"/>
                <a:sym typeface="+mn-ea"/>
              </a:rPr>
              <a:t>	</a:t>
            </a:r>
            <a:r>
              <a:rPr lang="zh-CN" altLang="en-US" sz="2400" dirty="0">
                <a:solidFill>
                  <a:schemeClr val="tx1"/>
                </a:solidFill>
                <a:effectLst/>
                <a:latin typeface="Times New Roman" panose="02020603050405020304" charset="0"/>
                <a:cs typeface="+mn-ea"/>
                <a:sym typeface="+mn-ea"/>
              </a:rPr>
              <a:t>缓冲区设置为不忙；</a:t>
            </a:r>
            <a:endParaRPr lang="x-none" altLang="zh-CN" sz="2400" dirty="0">
              <a:solidFill>
                <a:schemeClr val="tx1"/>
              </a:solidFill>
              <a:effectLst/>
              <a:latin typeface="Times New Roman" panose="02020603050405020304" charset="0"/>
              <a:cs typeface="+mn-ea"/>
            </a:endParaRPr>
          </a:p>
          <a:p>
            <a:pPr algn="l"/>
            <a:r>
              <a:rPr lang="x-none" altLang="zh-CN" sz="2400" dirty="0">
                <a:solidFill>
                  <a:schemeClr val="tx1"/>
                </a:solidFill>
                <a:effectLst/>
                <a:latin typeface="Times New Roman" panose="02020603050405020304" charset="0"/>
                <a:cs typeface="+mn-ea"/>
              </a:rPr>
              <a:t>}</a:t>
            </a:r>
            <a:endParaRPr lang="zh-CN" altLang="en-US"/>
          </a:p>
          <a:p>
            <a:endParaRPr lang="zh-CN" altLang="en-US"/>
          </a:p>
        </p:txBody>
      </p:sp>
    </p:spTree>
  </p:cSld>
  <p:clrMapOvr>
    <a:masterClrMapping/>
  </p:clrMapOvr>
  <p:transition>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文本框 3481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27</a:t>
            </a:r>
            <a:endParaRPr lang="en-US" altLang="zh-CN" sz="1400">
              <a:solidFill>
                <a:schemeClr val="tx2"/>
              </a:solidFill>
              <a:latin typeface="Times New Roman" panose="02020603050405020304" charset="0"/>
              <a:ea typeface="宋体" panose="02010600030101010101" pitchFamily="2" charset="-122"/>
            </a:endParaRPr>
          </a:p>
        </p:txBody>
      </p:sp>
      <p:sp>
        <p:nvSpPr>
          <p:cNvPr id="34819" name="矩形 34818"/>
          <p:cNvSpPr/>
          <p:nvPr/>
        </p:nvSpPr>
        <p:spPr>
          <a:xfrm>
            <a:off x="381000" y="958215"/>
            <a:ext cx="8334375" cy="356171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x-none" altLang="zh-CN" sz="2400" strike="noStrike" noProof="1" dirty="0">
                <a:solidFill>
                  <a:schemeClr val="tx1"/>
                </a:solidFill>
                <a:effectLst/>
                <a:latin typeface="Times New Roman" panose="02020603050405020304" charset="0"/>
                <a:ea typeface="宋体" panose="02010600030101010101" pitchFamily="2" charset="-122"/>
              </a:rPr>
              <a:t>利用</a:t>
            </a:r>
            <a:r>
              <a:rPr lang="zh-CN" altLang="x-none" sz="2400" strike="noStrike" noProof="1" dirty="0">
                <a:solidFill>
                  <a:schemeClr val="tx1"/>
                </a:solidFill>
                <a:effectLst/>
                <a:latin typeface="Times New Roman" panose="02020603050405020304" charset="0"/>
                <a:ea typeface="宋体" panose="02010600030101010101" pitchFamily="2" charset="-122"/>
              </a:rPr>
              <a:t>上述</a:t>
            </a:r>
            <a:r>
              <a:rPr lang="x-none" altLang="zh-CN" sz="2400" strike="noStrike" noProof="1" dirty="0">
                <a:solidFill>
                  <a:schemeClr val="tx1"/>
                </a:solidFill>
                <a:effectLst/>
                <a:latin typeface="Times New Roman" panose="02020603050405020304" charset="0"/>
                <a:ea typeface="宋体" panose="02010600030101010101" pitchFamily="2" charset="-122"/>
              </a:rPr>
              <a:t>缓冲区的操作，就可以</a:t>
            </a:r>
            <a:r>
              <a:rPr lang="zh-CN" altLang="x-none" sz="2400" strike="noStrike" noProof="1" dirty="0">
                <a:solidFill>
                  <a:schemeClr val="tx1"/>
                </a:solidFill>
                <a:effectLst/>
                <a:latin typeface="Times New Roman" panose="02020603050405020304" charset="0"/>
                <a:ea typeface="宋体" panose="02010600030101010101" pitchFamily="2" charset="-122"/>
              </a:rPr>
              <a:t>继续</a:t>
            </a:r>
            <a:r>
              <a:rPr lang="x-none" altLang="zh-CN" sz="2400" strike="noStrike" noProof="1" dirty="0">
                <a:solidFill>
                  <a:schemeClr val="tx1"/>
                </a:solidFill>
                <a:effectLst/>
                <a:latin typeface="Times New Roman" panose="02020603050405020304" charset="0"/>
                <a:ea typeface="宋体" panose="02010600030101010101" pitchFamily="2" charset="-122"/>
              </a:rPr>
              <a:t>实现文件系统需要的读/写磁盘块的操作：</a:t>
            </a:r>
            <a:endParaRPr lang="x-none" altLang="zh-CN" sz="24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endParaRPr lang="x-none" altLang="zh-CN" sz="24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x-none" altLang="zh-CN" sz="2400" strike="noStrike" noProof="1" dirty="0">
                <a:solidFill>
                  <a:schemeClr val="tx1"/>
                </a:solidFill>
                <a:effectLst/>
                <a:latin typeface="Times New Roman" panose="02020603050405020304" charset="0"/>
                <a:ea typeface="宋体" panose="02010600030101010101" pitchFamily="2" charset="-122"/>
              </a:rPr>
              <a:t>文件系统：文件</a:t>
            </a:r>
            <a:r>
              <a:rPr lang="zh-CN" altLang="x-none" sz="2400" strike="noStrike" noProof="1" dirty="0">
                <a:solidFill>
                  <a:schemeClr val="tx1"/>
                </a:solidFill>
                <a:effectLst/>
                <a:latin typeface="Times New Roman" panose="02020603050405020304" charset="0"/>
                <a:ea typeface="宋体" panose="02010600030101010101" pitchFamily="2" charset="-122"/>
              </a:rPr>
              <a:t>逻辑地址</a:t>
            </a:r>
            <a:r>
              <a:rPr lang="x-none" altLang="zh-CN" sz="2400" strike="noStrike" noProof="1" dirty="0">
                <a:solidFill>
                  <a:schemeClr val="tx1"/>
                </a:solidFill>
                <a:effectLst/>
                <a:latin typeface="Times New Roman" panose="02020603050405020304" charset="0"/>
                <a:ea typeface="宋体" panose="02010600030101010101" pitchFamily="2" charset="-122"/>
              </a:rPr>
              <a:t> --&gt; 磁盘物理块  --&gt; 读/写磁盘</a:t>
            </a:r>
            <a:endParaRPr lang="x-none" altLang="zh-CN" sz="24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endParaRPr lang="x-none" altLang="zh-CN" sz="24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x-none" altLang="zh-CN" sz="2400" strike="noStrike" noProof="1" dirty="0">
                <a:solidFill>
                  <a:schemeClr val="tx1"/>
                </a:solidFill>
                <a:effectLst/>
                <a:latin typeface="Times New Roman" panose="02020603050405020304" charset="0"/>
                <a:ea typeface="宋体" panose="02010600030101010101" pitchFamily="2" charset="-122"/>
              </a:rPr>
              <a:t>读磁盘 bread(设备，块号)</a:t>
            </a:r>
            <a:endParaRPr lang="x-none" altLang="zh-CN" sz="24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x-none" altLang="zh-CN" sz="2400" strike="noStrike" noProof="1" dirty="0">
                <a:solidFill>
                  <a:schemeClr val="tx1"/>
                </a:solidFill>
                <a:effectLst/>
                <a:latin typeface="Times New Roman" panose="02020603050405020304" charset="0"/>
                <a:ea typeface="宋体" panose="02010600030101010101" pitchFamily="2" charset="-122"/>
              </a:rPr>
              <a:t>写磁盘 bwrite(设备，块号)</a:t>
            </a:r>
            <a:endParaRPr lang="x-none" altLang="zh-CN" sz="2400" strike="noStrike" noProof="1" dirty="0">
              <a:solidFill>
                <a:schemeClr val="tx1"/>
              </a:solidFill>
              <a:effectLst/>
              <a:latin typeface="Times New Roman" panose="02020603050405020304" charset="0"/>
              <a:ea typeface="宋体" panose="02010600030101010101" pitchFamily="2" charset="-122"/>
            </a:endParaRPr>
          </a:p>
        </p:txBody>
      </p:sp>
      <p:sp>
        <p:nvSpPr>
          <p:cNvPr id="34820" name="矩形 3481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缓冲技术</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文本框 3481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27</a:t>
            </a:r>
            <a:endParaRPr lang="en-US" altLang="zh-CN" sz="1400">
              <a:solidFill>
                <a:schemeClr val="tx2"/>
              </a:solidFill>
              <a:latin typeface="Times New Roman" panose="02020603050405020304" charset="0"/>
              <a:ea typeface="宋体" panose="02010600030101010101" pitchFamily="2" charset="-122"/>
            </a:endParaRPr>
          </a:p>
        </p:txBody>
      </p:sp>
      <p:sp>
        <p:nvSpPr>
          <p:cNvPr id="34819" name="矩形 34818"/>
          <p:cNvSpPr/>
          <p:nvPr/>
        </p:nvSpPr>
        <p:spPr>
          <a:xfrm>
            <a:off x="735330" y="920115"/>
            <a:ext cx="7555865" cy="462470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x-none" altLang="zh-CN" sz="2400" strike="noStrike" noProof="1" dirty="0">
                <a:solidFill>
                  <a:schemeClr val="tx1"/>
                </a:solidFill>
                <a:effectLst/>
                <a:latin typeface="Times New Roman" panose="02020603050405020304" charset="0"/>
                <a:ea typeface="宋体" panose="02010600030101010101" pitchFamily="2" charset="-122"/>
              </a:rPr>
              <a:t>高速缓冲的优点：</a:t>
            </a:r>
            <a:endParaRPr lang="x-none" altLang="zh-CN" sz="24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x-none" altLang="zh-CN" sz="2400" strike="noStrike" noProof="1" dirty="0">
                <a:solidFill>
                  <a:schemeClr val="tx1"/>
                </a:solidFill>
                <a:effectLst/>
                <a:latin typeface="Times New Roman" panose="02020603050405020304" charset="0"/>
                <a:ea typeface="宋体" panose="02010600030101010101" pitchFamily="2" charset="-122"/>
              </a:rPr>
              <a:t>	1 提供了统一的磁盘读取方法；</a:t>
            </a:r>
            <a:endParaRPr lang="x-none" altLang="zh-CN" sz="24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x-none" altLang="zh-CN" sz="2400" strike="noStrike" noProof="1" dirty="0">
                <a:solidFill>
                  <a:schemeClr val="tx1"/>
                </a:solidFill>
                <a:effectLst/>
                <a:latin typeface="Times New Roman" panose="02020603050405020304" charset="0"/>
                <a:ea typeface="宋体" panose="02010600030101010101" pitchFamily="2" charset="-122"/>
              </a:rPr>
              <a:t>	2 减少磁盘访问次数；</a:t>
            </a:r>
            <a:endParaRPr lang="x-none" altLang="zh-CN" sz="24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x-none" altLang="zh-CN" sz="2400" strike="noStrike" noProof="1" dirty="0">
                <a:solidFill>
                  <a:schemeClr val="tx1"/>
                </a:solidFill>
                <a:effectLst/>
                <a:latin typeface="Times New Roman" panose="02020603050405020304" charset="0"/>
                <a:ea typeface="宋体" panose="02010600030101010101" pitchFamily="2" charset="-122"/>
              </a:rPr>
              <a:t>	3 确保文件系统完整性；</a:t>
            </a:r>
            <a:endParaRPr lang="x-none" altLang="zh-CN" sz="24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x-none" altLang="zh-CN" sz="2400" strike="noStrike" noProof="1" dirty="0">
                <a:solidFill>
                  <a:schemeClr val="tx1"/>
                </a:solidFill>
                <a:effectLst/>
                <a:latin typeface="Times New Roman" panose="02020603050405020304" charset="0"/>
                <a:ea typeface="宋体" panose="02010600030101010101" pitchFamily="2" charset="-122"/>
              </a:rPr>
              <a:t>	4 简化用户程序；</a:t>
            </a:r>
            <a:endParaRPr lang="x-none" altLang="zh-CN" sz="24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endParaRPr lang="x-none" altLang="zh-CN" sz="24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x-none" altLang="zh-CN" sz="2400" strike="noStrike" noProof="1" dirty="0">
                <a:solidFill>
                  <a:schemeClr val="tx1"/>
                </a:solidFill>
                <a:effectLst/>
                <a:latin typeface="Times New Roman" panose="02020603050405020304" charset="0"/>
                <a:ea typeface="宋体" panose="02010600030101010101" pitchFamily="2" charset="-122"/>
              </a:rPr>
              <a:t>缺点：</a:t>
            </a:r>
            <a:endParaRPr lang="x-none" altLang="zh-CN" sz="24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x-none" altLang="zh-CN" sz="2400" strike="noStrike" noProof="1" dirty="0">
                <a:solidFill>
                  <a:schemeClr val="tx1"/>
                </a:solidFill>
                <a:effectLst/>
                <a:latin typeface="Times New Roman" panose="02020603050405020304" charset="0"/>
                <a:ea typeface="宋体" panose="02010600030101010101" pitchFamily="2" charset="-122"/>
              </a:rPr>
              <a:t>	1 延迟写</a:t>
            </a:r>
            <a:endParaRPr lang="x-none" altLang="zh-CN" sz="24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endParaRPr lang="x-none" altLang="zh-CN" sz="2400" strike="noStrike" noProof="1" dirty="0">
              <a:solidFill>
                <a:schemeClr val="tx1"/>
              </a:solidFill>
              <a:effectLst/>
              <a:latin typeface="Times New Roman" panose="02020603050405020304" charset="0"/>
              <a:ea typeface="宋体" panose="02010600030101010101" pitchFamily="2" charset="-122"/>
            </a:endParaRPr>
          </a:p>
        </p:txBody>
      </p:sp>
      <p:sp>
        <p:nvSpPr>
          <p:cNvPr id="34820" name="矩形 3481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缓冲技术</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矩形 35841"/>
          <p:cNvSpPr/>
          <p:nvPr/>
        </p:nvSpPr>
        <p:spPr>
          <a:xfrm>
            <a:off x="1006475" y="1562100"/>
            <a:ext cx="7129463" cy="213995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en-US" altLang="zh-CN"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rgbClr val="663300"/>
                </a:solidFill>
                <a:latin typeface="Arial" panose="02080604020202020204" pitchFamily="34" charset="0"/>
                <a:ea typeface="宋体" panose="02010600030101010101" pitchFamily="2" charset="-122"/>
                <a:cs typeface="+mn-ea"/>
              </a:rPr>
              <a:t>设备分配</a:t>
            </a:r>
            <a:endParaRPr lang="zh-CN" altLang="en-US" sz="4000" b="1" strike="noStrike" noProof="1">
              <a:solidFill>
                <a:srgbClr val="6633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000" b="1" strike="noStrike" noProof="1">
              <a:solidFill>
                <a:srgbClr val="663300"/>
              </a:solidFill>
              <a:ea typeface="宋体" panose="02010600030101010101" pitchFamily="2" charset="-122"/>
            </a:endParaRPr>
          </a:p>
        </p:txBody>
      </p:sp>
      <p:graphicFrame>
        <p:nvGraphicFramePr>
          <p:cNvPr id="43010" name="内容占位符 35842"/>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7" name="" r:id="rId2" imgW="838200" imgH="647700" progId="Paint.Picture">
                  <p:embed/>
                </p:oleObj>
              </mc:Choice>
              <mc:Fallback>
                <p:oleObj name="" r:id="rId2" imgW="838200" imgH="647700" progId="Paint.Picture">
                  <p:embed/>
                  <p:pic>
                    <p:nvPicPr>
                      <p:cNvPr id="0" name="图片 3076"/>
                      <p:cNvPicPr/>
                      <p:nvPr/>
                    </p:nvPicPr>
                    <p:blipFill>
                      <a:blip r:embed="rId3"/>
                      <a:stretch>
                        <a:fillRect/>
                      </a:stretch>
                    </p:blipFill>
                    <p:spPr>
                      <a:xfrm>
                        <a:off x="0" y="0"/>
                        <a:ext cx="838200" cy="517525"/>
                      </a:xfrm>
                      <a:prstGeom prst="rect">
                        <a:avLst/>
                      </a:prstGeom>
                      <a:noFill/>
                      <a:ln w="38100"/>
                    </p:spPr>
                  </p:pic>
                </p:oleObj>
              </mc:Fallback>
            </mc:AlternateContent>
          </a:graphicData>
        </a:graphic>
      </p:graphicFrame>
      <p:sp>
        <p:nvSpPr>
          <p:cNvPr id="35844" name="矩形 3584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设备分配</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35842"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7" name="矩形 36866"/>
          <p:cNvSpPr/>
          <p:nvPr/>
        </p:nvSpPr>
        <p:spPr>
          <a:xfrm>
            <a:off x="171450" y="546100"/>
            <a:ext cx="8816975" cy="513969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chemeClr val="tx1"/>
                </a:solidFill>
                <a:effectLst/>
                <a:latin typeface="Arial" panose="02080604020202020204" pitchFamily="34" charset="0"/>
                <a:ea typeface="宋体" panose="02010600030101010101" pitchFamily="2" charset="-122"/>
                <a:cs typeface="+mn-ea"/>
                <a:sym typeface="+mn-ea"/>
              </a:rPr>
              <a:t>常用的设备分配技术：独享分配、共享分配和虚拟分配</a:t>
            </a:r>
            <a:endParaRPr lang="zh-CN" altLang="en-US" sz="2400" b="1" strike="noStrike" noProof="1">
              <a:solidFill>
                <a:schemeClr val="tx1"/>
              </a:solidFill>
              <a:effectLst/>
              <a:latin typeface="Times New Roman" panose="02020603050405020304" charset="0"/>
              <a:ea typeface="宋体" panose="02010600030101010101" pitchFamily="2" charset="-122"/>
              <a:cs typeface="+mn-ea"/>
              <a:sym typeface="+mn-ea"/>
            </a:endParaRPr>
          </a:p>
          <a:p>
            <a:pPr marL="533400" lvl="0" indent="-533400" fontAlgn="base">
              <a:lnSpc>
                <a:spcPct val="90000"/>
              </a:lnSpc>
              <a:buNone/>
            </a:pPr>
            <a:r>
              <a:rPr lang="en-US" altLang="zh-CN" sz="2800" b="1" strike="noStrike" noProof="1">
                <a:solidFill>
                  <a:srgbClr val="990000"/>
                </a:solidFill>
                <a:latin typeface="Times New Roman" panose="02020603050405020304" charset="0"/>
                <a:ea typeface="宋体" panose="02010600030101010101" pitchFamily="2" charset="-122"/>
                <a:cs typeface="+mn-ea"/>
              </a:rPr>
              <a:t>1.  </a:t>
            </a:r>
            <a:r>
              <a:rPr lang="zh-CN" altLang="en-US" sz="2800" b="1" strike="noStrike" noProof="1">
                <a:solidFill>
                  <a:srgbClr val="990000"/>
                </a:solidFill>
                <a:latin typeface="Arial" panose="02080604020202020204" pitchFamily="34" charset="0"/>
                <a:ea typeface="宋体" panose="02010600030101010101" pitchFamily="2" charset="-122"/>
                <a:cs typeface="+mn-ea"/>
              </a:rPr>
              <a:t>独享分配</a:t>
            </a:r>
            <a:r>
              <a:rPr lang="x-none" altLang="zh-CN" sz="2800" b="1" strike="noStrike" noProof="1">
                <a:solidFill>
                  <a:srgbClr val="990000"/>
                </a:solidFill>
                <a:latin typeface="Arial" panose="02080604020202020204" pitchFamily="34" charset="0"/>
                <a:ea typeface="宋体" panose="02010600030101010101" pitchFamily="2" charset="-122"/>
                <a:cs typeface="+mn-ea"/>
              </a:rPr>
              <a:t>（静态分配）</a:t>
            </a:r>
            <a:endParaRPr lang="x-none" altLang="zh-CN" sz="2800" b="1" strike="noStrike" noProof="1">
              <a:solidFill>
                <a:srgbClr val="990000"/>
              </a:solidFill>
              <a:latin typeface="Arial" panose="02080604020202020204" pitchFamily="34" charset="0"/>
              <a:ea typeface="宋体" panose="02010600030101010101" pitchFamily="2" charset="-122"/>
              <a:cs typeface="+mn-ea"/>
            </a:endParaRPr>
          </a:p>
          <a:p>
            <a:pPr marL="533400" lvl="0" indent="-533400" fontAlgn="base">
              <a:lnSpc>
                <a:spcPct val="90000"/>
              </a:lnSpc>
              <a:buNone/>
            </a:pPr>
            <a:r>
              <a:rPr lang="zh-CN" altLang="en-US" sz="2400" b="1" strike="noStrike" noProof="1">
                <a:solidFill>
                  <a:schemeClr val="tx1"/>
                </a:solidFill>
                <a:latin typeface="Arial" panose="02080604020202020204" pitchFamily="34" charset="0"/>
                <a:ea typeface="宋体" panose="02010600030101010101" pitchFamily="2" charset="-122"/>
                <a:cs typeface="+mn-ea"/>
              </a:rPr>
              <a:t>      </a:t>
            </a: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400" b="1" strike="noStrike" noProof="1">
                <a:solidFill>
                  <a:srgbClr val="A50021"/>
                </a:solidFill>
                <a:latin typeface="Times New Roman" panose="02020603050405020304" charset="0"/>
                <a:ea typeface="宋体" panose="02010600030101010101" pitchFamily="2" charset="-122"/>
                <a:cs typeface="+mn-ea"/>
              </a:rPr>
              <a:t>(1) </a:t>
            </a:r>
            <a:r>
              <a:rPr lang="zh-CN" altLang="en-US" sz="2400" b="1" strike="noStrike" noProof="1">
                <a:solidFill>
                  <a:srgbClr val="A50021"/>
                </a:solidFill>
                <a:latin typeface="Times New Roman" panose="02020603050405020304" charset="0"/>
                <a:ea typeface="宋体" panose="02010600030101010101" pitchFamily="2" charset="-122"/>
                <a:cs typeface="+mn-ea"/>
              </a:rPr>
              <a:t>独享设备</a:t>
            </a:r>
            <a:endParaRPr lang="zh-CN" altLang="en-US" sz="24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90000"/>
              </a:lnSpc>
              <a:spcBef>
                <a:spcPct val="20000"/>
              </a:spcBef>
              <a:buNone/>
            </a:pPr>
            <a:r>
              <a:rPr lang="zh-CN" altLang="en-US" sz="2800" b="1" strike="noStrike" noProof="1">
                <a:solidFill>
                  <a:srgbClr val="A50021"/>
                </a:solidFill>
                <a:effectLst/>
                <a:latin typeface="Times New Roman" panose="02020603050405020304" charset="0"/>
                <a:ea typeface="宋体" panose="02010600030101010101" pitchFamily="2" charset="-122"/>
                <a:cs typeface="+mn-ea"/>
              </a:rPr>
              <a:t>      </a:t>
            </a:r>
            <a:r>
              <a:rPr lang="x-none" altLang="zh-CN" sz="2400" b="1" strike="noStrike" noProof="1">
                <a:solidFill>
                  <a:srgbClr val="000099"/>
                </a:solidFill>
                <a:effectLst/>
                <a:latin typeface="Times New Roman" panose="02020603050405020304" charset="0"/>
                <a:ea typeface="宋体" panose="02010600030101010101" pitchFamily="2" charset="-122"/>
                <a:cs typeface="+mn-ea"/>
              </a:rPr>
              <a:t>只适用一个程序独占</a:t>
            </a:r>
            <a:r>
              <a:rPr lang="zh-CN" altLang="en-US" sz="2400" b="1" strike="noStrike" noProof="1">
                <a:solidFill>
                  <a:srgbClr val="000099"/>
                </a:solidFill>
                <a:effectLst/>
                <a:latin typeface="Times New Roman" panose="02020603050405020304" charset="0"/>
                <a:ea typeface="宋体" panose="02010600030101010101" pitchFamily="2" charset="-122"/>
                <a:cs typeface="+mn-ea"/>
              </a:rPr>
              <a:t>使用的设备</a:t>
            </a:r>
            <a:r>
              <a:rPr lang="x-none" altLang="zh-CN" sz="2400" b="1" strike="noStrike" noProof="1">
                <a:solidFill>
                  <a:srgbClr val="000099"/>
                </a:solidFill>
                <a:effectLst/>
                <a:latin typeface="Times New Roman" panose="02020603050405020304" charset="0"/>
                <a:ea typeface="宋体" panose="02010600030101010101" pitchFamily="2" charset="-122"/>
                <a:cs typeface="+mn-ea"/>
              </a:rPr>
              <a:t>（</a:t>
            </a:r>
            <a:r>
              <a:rPr lang="x-none" altLang="zh-CN" sz="2400" b="1" strike="noStrike" noProof="1">
                <a:solidFill>
                  <a:srgbClr val="000099"/>
                </a:solidFill>
                <a:effectLst/>
                <a:latin typeface="Times New Roman" panose="02020603050405020304" charset="0"/>
                <a:ea typeface="宋体" panose="02010600030101010101" pitchFamily="2" charset="-122"/>
                <a:cs typeface="+mn-ea"/>
                <a:sym typeface="+mn-ea"/>
              </a:rPr>
              <a:t>比如输入磁带机，打印机</a:t>
            </a:r>
            <a:r>
              <a:rPr lang="x-none" altLang="zh-CN" sz="2400" b="1" strike="noStrike" noProof="1">
                <a:solidFill>
                  <a:srgbClr val="000099"/>
                </a:solidFill>
                <a:effectLst/>
                <a:latin typeface="Times New Roman" panose="02020603050405020304" charset="0"/>
                <a:ea typeface="宋体" panose="02010600030101010101" pitchFamily="2" charset="-122"/>
                <a:cs typeface="+mn-ea"/>
              </a:rPr>
              <a:t>）。</a:t>
            </a:r>
            <a:r>
              <a:rPr lang="zh-CN" altLang="en-US" sz="2400" b="1" strike="noStrike" noProof="1">
                <a:solidFill>
                  <a:srgbClr val="000099"/>
                </a:solidFill>
                <a:effectLst/>
                <a:latin typeface="Times New Roman" panose="02020603050405020304" charset="0"/>
                <a:ea typeface="宋体" panose="02010600030101010101" pitchFamily="2" charset="-122"/>
                <a:cs typeface="+mn-ea"/>
              </a:rPr>
              <a:t>特点</a:t>
            </a:r>
            <a:r>
              <a:rPr lang="x-none" altLang="zh-CN" sz="2400" b="1" strike="noStrike" noProof="1">
                <a:solidFill>
                  <a:srgbClr val="000099"/>
                </a:solidFill>
                <a:effectLst/>
                <a:latin typeface="Times New Roman" panose="02020603050405020304" charset="0"/>
                <a:ea typeface="宋体" panose="02010600030101010101" pitchFamily="2" charset="-122"/>
                <a:cs typeface="+mn-ea"/>
              </a:rPr>
              <a:t>：</a:t>
            </a:r>
            <a:endParaRPr lang="x-none" altLang="zh-CN" sz="2400" b="1" strike="noStrike" noProof="1">
              <a:solidFill>
                <a:srgbClr val="000099"/>
              </a:solidFill>
              <a:effectLst/>
              <a:latin typeface="Times New Roman" panose="02020603050405020304" charset="0"/>
              <a:ea typeface="宋体" panose="02010600030101010101" pitchFamily="2" charset="-122"/>
              <a:cs typeface="+mn-ea"/>
            </a:endParaRPr>
          </a:p>
          <a:p>
            <a:pPr marL="914400" lvl="1" indent="-457200" fontAlgn="base">
              <a:lnSpc>
                <a:spcPct val="90000"/>
              </a:lnSpc>
              <a:spcBef>
                <a:spcPct val="20000"/>
              </a:spcBef>
              <a:buNone/>
            </a:pPr>
            <a:r>
              <a:rPr lang="zh-CN" altLang="en-US" sz="2400" b="1" strike="noStrike" noProof="1">
                <a:solidFill>
                  <a:srgbClr val="000099"/>
                </a:solidFill>
                <a:effectLst/>
                <a:latin typeface="Times New Roman" panose="02020603050405020304" charset="0"/>
                <a:ea typeface="宋体" panose="02010600030101010101" pitchFamily="2" charset="-122"/>
                <a:cs typeface="+mn-cs"/>
              </a:rPr>
              <a:t>    </a:t>
            </a:r>
            <a:r>
              <a:rPr lang="en-US" altLang="zh-CN" sz="2400" strike="noStrike" noProof="1">
                <a:solidFill>
                  <a:schemeClr val="tx1"/>
                </a:solidFill>
                <a:effectLst/>
                <a:latin typeface="宋体" panose="02010600030101010101" pitchFamily="2" charset="-122"/>
                <a:ea typeface="宋体" panose="02010600030101010101" pitchFamily="2" charset="-122"/>
                <a:cs typeface="+mn-cs"/>
              </a:rPr>
              <a:t>ⅰ </a:t>
            </a:r>
            <a:r>
              <a:rPr lang="zh-CN" altLang="en-US" sz="2400" strike="noStrike" noProof="1">
                <a:solidFill>
                  <a:schemeClr val="tx1"/>
                </a:solidFill>
                <a:effectLst/>
                <a:latin typeface="Times New Roman" panose="02020603050405020304" charset="0"/>
                <a:ea typeface="宋体" panose="02010600030101010101" pitchFamily="2" charset="-122"/>
                <a:cs typeface="+mn-cs"/>
                <a:sym typeface="+mn-ea"/>
              </a:rPr>
              <a:t>费时的</a:t>
            </a:r>
            <a:r>
              <a:rPr lang="en-US" altLang="zh-CN" sz="2400" strike="noStrike" noProof="1">
                <a:solidFill>
                  <a:schemeClr val="tx1"/>
                </a:solidFill>
                <a:effectLst/>
                <a:latin typeface="Times New Roman" panose="02020603050405020304" charset="0"/>
                <a:ea typeface="宋体" panose="02010600030101010101" pitchFamily="2" charset="-122"/>
                <a:cs typeface="+mn-cs"/>
                <a:sym typeface="+mn-ea"/>
              </a:rPr>
              <a:t>I/O</a:t>
            </a:r>
            <a:r>
              <a:rPr lang="zh-CN" altLang="en-US" sz="2400" strike="noStrike" noProof="1">
                <a:solidFill>
                  <a:schemeClr val="tx1"/>
                </a:solidFill>
                <a:effectLst/>
                <a:latin typeface="Times New Roman" panose="02020603050405020304" charset="0"/>
                <a:ea typeface="宋体" panose="02010600030101010101" pitchFamily="2" charset="-122"/>
                <a:cs typeface="+mn-cs"/>
                <a:sym typeface="+mn-ea"/>
              </a:rPr>
              <a:t>操作或需人工干预</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9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     </a:t>
            </a:r>
            <a:r>
              <a:rPr lang="en-US" altLang="zh-CN" sz="2400" strike="noStrike" noProof="1">
                <a:solidFill>
                  <a:schemeClr val="tx1"/>
                </a:solidFill>
                <a:effectLst/>
                <a:latin typeface="Times New Roman" panose="02020603050405020304" charset="0"/>
                <a:ea typeface="宋体" panose="02010600030101010101" pitchFamily="2" charset="-122"/>
                <a:cs typeface="+mn-cs"/>
              </a:rPr>
              <a:t>ⅱ  </a:t>
            </a:r>
            <a:r>
              <a:rPr lang="x-none" altLang="en-US" sz="2400" strike="noStrike" noProof="1">
                <a:solidFill>
                  <a:schemeClr val="tx1"/>
                </a:solidFill>
                <a:effectLst/>
                <a:latin typeface="Times New Roman" panose="02020603050405020304" charset="0"/>
                <a:ea typeface="宋体" panose="02010600030101010101" pitchFamily="2" charset="-122"/>
                <a:cs typeface="+mn-cs"/>
              </a:rPr>
              <a:t>多人同时使用会混乱</a:t>
            </a:r>
            <a:endParaRPr lang="x-none" altLang="en-US" sz="2400" b="1" strike="noStrike" noProof="1">
              <a:solidFill>
                <a:schemeClr val="tx1"/>
              </a:solidFill>
              <a:latin typeface="Times New Roman" panose="02020603050405020304" charset="0"/>
              <a:ea typeface="宋体" panose="02010600030101010101" pitchFamily="2" charset="-122"/>
              <a:cs typeface="+mn-cs"/>
            </a:endParaRPr>
          </a:p>
          <a:p>
            <a:pPr marL="533400" lvl="0" indent="-533400" fontAlgn="base">
              <a:lnSpc>
                <a:spcPct val="9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400" b="1" strike="noStrike" noProof="1">
                <a:solidFill>
                  <a:srgbClr val="A50021"/>
                </a:solidFill>
                <a:latin typeface="Times New Roman" panose="02020603050405020304" charset="0"/>
                <a:ea typeface="宋体" panose="02010600030101010101" pitchFamily="2" charset="-122"/>
                <a:cs typeface="+mn-ea"/>
              </a:rPr>
              <a:t>(2) </a:t>
            </a:r>
            <a:r>
              <a:rPr lang="zh-CN" altLang="en-US" sz="2400" b="1" strike="noStrike" noProof="1">
                <a:solidFill>
                  <a:srgbClr val="A50021"/>
                </a:solidFill>
                <a:latin typeface="Times New Roman" panose="02020603050405020304" charset="0"/>
                <a:ea typeface="宋体" panose="02010600030101010101" pitchFamily="2" charset="-122"/>
                <a:cs typeface="+mn-ea"/>
              </a:rPr>
              <a:t>独享分配</a:t>
            </a:r>
            <a:r>
              <a:rPr lang="x-none" altLang="zh-CN" sz="2400" b="1" strike="noStrike" noProof="1">
                <a:solidFill>
                  <a:srgbClr val="A50021"/>
                </a:solidFill>
                <a:latin typeface="Times New Roman" panose="02020603050405020304" charset="0"/>
                <a:ea typeface="宋体" panose="02010600030101010101" pitchFamily="2" charset="-122"/>
                <a:cs typeface="+mn-ea"/>
              </a:rPr>
              <a:t>（静态分配）</a:t>
            </a:r>
            <a:endParaRPr lang="x-none" altLang="zh-CN" sz="2400" b="1" strike="noStrike" noProof="1">
              <a:solidFill>
                <a:srgbClr val="A50021"/>
              </a:solidFill>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a:t>
            </a:r>
            <a:r>
              <a:rPr lang="x-none" altLang="zh-CN" sz="2400" strike="noStrike" noProof="1">
                <a:solidFill>
                  <a:schemeClr val="tx1"/>
                </a:solidFill>
                <a:effectLst/>
                <a:latin typeface="Times New Roman" panose="02020603050405020304" charset="0"/>
                <a:ea typeface="宋体" panose="02010600030101010101" pitchFamily="2" charset="-122"/>
                <a:cs typeface="+mn-ea"/>
              </a:rPr>
              <a:t>对独享设备一般采用静态分配，</a:t>
            </a:r>
            <a:r>
              <a:rPr lang="zh-CN" altLang="en-US" sz="2400" strike="noStrike" noProof="1">
                <a:solidFill>
                  <a:schemeClr val="tx1"/>
                </a:solidFill>
                <a:effectLst/>
                <a:latin typeface="Times New Roman" panose="02020603050405020304" charset="0"/>
                <a:ea typeface="宋体" panose="02010600030101010101" pitchFamily="2" charset="-122"/>
                <a:cs typeface="+mn-ea"/>
              </a:rPr>
              <a:t>在一个作业执行前，将它所要使用的设备分配给它；当它结束撤离时，将分配给它的这类设备收回。</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sp>
        <p:nvSpPr>
          <p:cNvPr id="36868" name="矩形 3686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设备分配</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36867"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1" name="矩形 37890"/>
          <p:cNvSpPr/>
          <p:nvPr/>
        </p:nvSpPr>
        <p:spPr>
          <a:xfrm>
            <a:off x="171450" y="566420"/>
            <a:ext cx="8774113" cy="549656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2.  </a:t>
            </a:r>
            <a:r>
              <a:rPr lang="zh-CN" altLang="en-US" b="1" strike="noStrike" noProof="1">
                <a:solidFill>
                  <a:srgbClr val="990000"/>
                </a:solidFill>
                <a:latin typeface="Times New Roman" panose="02020603050405020304" charset="0"/>
                <a:ea typeface="宋体" panose="02010600030101010101" pitchFamily="2" charset="-122"/>
                <a:cs typeface="+mn-ea"/>
              </a:rPr>
              <a:t>共享分配     </a:t>
            </a:r>
            <a:endParaRPr lang="zh-CN" altLang="en-US" b="1" strike="noStrike" noProof="1">
              <a:solidFill>
                <a:srgbClr val="990000"/>
              </a:solidFill>
              <a:latin typeface="Times New Roman" panose="02020603050405020304" charset="0"/>
              <a:ea typeface="宋体" panose="02010600030101010101" pitchFamily="2" charset="-122"/>
            </a:endParaRPr>
          </a:p>
          <a:p>
            <a:pPr marL="533400" lvl="0" indent="-533400" fontAlgn="base">
              <a:lnSpc>
                <a:spcPct val="8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共享设备</a:t>
            </a:r>
            <a:endParaRPr lang="zh-CN" altLang="en-US" sz="2800" b="1" strike="noStrike" noProof="1">
              <a:solidFill>
                <a:srgbClr val="A50021"/>
              </a:solidFill>
              <a:latin typeface="Times New Roman" panose="02020603050405020304" charset="0"/>
              <a:ea typeface="宋体" panose="02010600030101010101" pitchFamily="2" charset="-122"/>
            </a:endParaRPr>
          </a:p>
          <a:p>
            <a:pPr marL="914400" lvl="1" indent="-457200" fontAlgn="base">
              <a:lnSpc>
                <a:spcPct val="90000"/>
              </a:lnSpc>
              <a:buNone/>
            </a:pPr>
            <a:r>
              <a:rPr lang="x-none" altLang="en-US" sz="2400" b="1" strike="noStrike" noProof="1">
                <a:solidFill>
                  <a:srgbClr val="000099"/>
                </a:solidFill>
                <a:effectLst/>
                <a:latin typeface="宋体" panose="02010600030101010101" pitchFamily="2" charset="-122"/>
                <a:ea typeface="宋体" panose="02010600030101010101" pitchFamily="2" charset="-122"/>
                <a:cs typeface="+mn-cs"/>
              </a:rPr>
              <a:t>能</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由多个作业、进程共同使用的设备称为共享设备</a:t>
            </a:r>
            <a:r>
              <a:rPr lang="x-none" altLang="zh-CN" sz="2400" b="1" strike="noStrike" noProof="1">
                <a:solidFill>
                  <a:srgbClr val="000099"/>
                </a:solidFill>
                <a:effectLst/>
                <a:latin typeface="Times New Roman" panose="02020603050405020304" charset="0"/>
                <a:ea typeface="宋体" panose="02010600030101010101" pitchFamily="2" charset="-122"/>
                <a:cs typeface="+mn-cs"/>
              </a:rPr>
              <a:t>（比如磁盘设备）。</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特点</a:t>
            </a:r>
            <a:r>
              <a:rPr lang="x-none" altLang="zh-CN" sz="2400" b="1" strike="noStrike" noProof="1">
                <a:solidFill>
                  <a:srgbClr val="000099"/>
                </a:solidFill>
                <a:effectLst/>
                <a:latin typeface="Times New Roman" panose="02020603050405020304" charset="0"/>
                <a:ea typeface="宋体" panose="02010600030101010101" pitchFamily="2" charset="-122"/>
                <a:cs typeface="+mn-cs"/>
              </a:rPr>
              <a:t>：</a:t>
            </a:r>
            <a:endParaRPr lang="x-none" altLang="zh-CN" sz="2400" b="1" strike="noStrike" noProof="1">
              <a:solidFill>
                <a:srgbClr val="000099"/>
              </a:solidFill>
              <a:effectLst/>
              <a:latin typeface="Times New Roman" panose="02020603050405020304" charset="0"/>
              <a:ea typeface="宋体" panose="02010600030101010101" pitchFamily="2" charset="-122"/>
              <a:cs typeface="+mn-cs"/>
            </a:endParaRPr>
          </a:p>
          <a:p>
            <a:pPr marL="1295400" lvl="2" indent="-381000" fontAlgn="base">
              <a:lnSpc>
                <a:spcPct val="90000"/>
              </a:lnSpc>
              <a:buNone/>
            </a:pPr>
            <a:r>
              <a:rPr lang="en-US" altLang="zh-CN" strike="noStrike" noProof="1">
                <a:solidFill>
                  <a:schemeClr val="tx1"/>
                </a:solidFill>
                <a:effectLst/>
                <a:latin typeface="宋体" panose="02010600030101010101" pitchFamily="2" charset="-122"/>
                <a:ea typeface="宋体" panose="02010600030101010101" pitchFamily="2" charset="-122"/>
                <a:cs typeface="+mn-cs"/>
              </a:rPr>
              <a:t>ⅰ </a:t>
            </a:r>
            <a:r>
              <a:rPr lang="zh-CN" altLang="en-US" strike="noStrike" noProof="1">
                <a:solidFill>
                  <a:schemeClr val="tx1"/>
                </a:solidFill>
                <a:effectLst/>
                <a:latin typeface="Times New Roman" panose="02020603050405020304" charset="0"/>
                <a:ea typeface="宋体" panose="02010600030101010101" pitchFamily="2" charset="-122"/>
                <a:cs typeface="+mn-cs"/>
              </a:rPr>
              <a:t>可直接或随机访问</a:t>
            </a:r>
            <a:endParaRPr lang="zh-CN" altLang="en-US" strike="noStrike" noProof="1">
              <a:solidFill>
                <a:schemeClr val="tx1"/>
              </a:solidFill>
              <a:effectLst/>
              <a:latin typeface="Times New Roman" panose="02020603050405020304" charset="0"/>
              <a:ea typeface="宋体" panose="02010600030101010101" pitchFamily="2" charset="-122"/>
            </a:endParaRPr>
          </a:p>
          <a:p>
            <a:pPr marL="1295400" lvl="2" indent="-381000" fontAlgn="base">
              <a:lnSpc>
                <a:spcPct val="90000"/>
              </a:lnSpc>
              <a:buNone/>
            </a:pPr>
            <a:r>
              <a:rPr lang="en-US" altLang="zh-CN" strike="noStrike" noProof="1">
                <a:solidFill>
                  <a:schemeClr val="tx1"/>
                </a:solidFill>
                <a:effectLst/>
                <a:latin typeface="宋体" panose="02010600030101010101" pitchFamily="2" charset="-122"/>
                <a:ea typeface="宋体" panose="02010600030101010101" pitchFamily="2" charset="-122"/>
                <a:cs typeface="+mn-cs"/>
              </a:rPr>
              <a:t>ⅱ </a:t>
            </a:r>
            <a:r>
              <a:rPr lang="zh-CN" altLang="en-US" strike="noStrike" noProof="1">
                <a:solidFill>
                  <a:schemeClr val="tx1"/>
                </a:solidFill>
                <a:effectLst/>
                <a:latin typeface="宋体" panose="02010600030101010101" pitchFamily="2" charset="-122"/>
                <a:ea typeface="宋体" panose="02010600030101010101" pitchFamily="2" charset="-122"/>
                <a:cs typeface="+mn-cs"/>
              </a:rPr>
              <a:t>能够快速存取</a:t>
            </a:r>
            <a:endParaRPr lang="zh-CN" altLang="en-US"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0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x-none" altLang="en-US" sz="2800" b="1" strike="noStrike" noProof="1">
                <a:solidFill>
                  <a:srgbClr val="A50021"/>
                </a:solidFill>
                <a:latin typeface="Times New Roman" panose="02020603050405020304" charset="0"/>
                <a:ea typeface="宋体" panose="02010600030101010101" pitchFamily="2" charset="-122"/>
                <a:cs typeface="+mn-ea"/>
              </a:rPr>
              <a:t>共享</a:t>
            </a:r>
            <a:r>
              <a:rPr lang="zh-CN" altLang="en-US" sz="2800" b="1" strike="noStrike" noProof="1">
                <a:solidFill>
                  <a:srgbClr val="A50021"/>
                </a:solidFill>
                <a:latin typeface="Times New Roman" panose="02020603050405020304" charset="0"/>
                <a:ea typeface="宋体" panose="02010600030101010101" pitchFamily="2" charset="-122"/>
                <a:cs typeface="+mn-ea"/>
              </a:rPr>
              <a:t>分配</a:t>
            </a:r>
            <a:r>
              <a:rPr lang="x-none" altLang="zh-CN" sz="2800" b="1" strike="noStrike" noProof="1">
                <a:solidFill>
                  <a:srgbClr val="A50021"/>
                </a:solidFill>
                <a:latin typeface="Times New Roman" panose="02020603050405020304" charset="0"/>
                <a:ea typeface="宋体" panose="02010600030101010101" pitchFamily="2" charset="-122"/>
                <a:cs typeface="+mn-ea"/>
              </a:rPr>
              <a:t>（动态分配）</a:t>
            </a:r>
            <a:endParaRPr lang="x-none" altLang="zh-CN" sz="2800" b="1" strike="noStrike" noProof="1">
              <a:solidFill>
                <a:srgbClr val="A50021"/>
              </a:solidFill>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a:t>
            </a:r>
            <a:r>
              <a:rPr lang="x-none" altLang="zh-CN" sz="2400" strike="noStrike" noProof="1">
                <a:solidFill>
                  <a:schemeClr val="tx1"/>
                </a:solidFill>
                <a:effectLst/>
                <a:latin typeface="Times New Roman" panose="02020603050405020304" charset="0"/>
                <a:ea typeface="宋体" panose="02010600030101010101" pitchFamily="2" charset="-122"/>
                <a:cs typeface="+mn-ea"/>
              </a:rPr>
              <a:t>对共享设备一般采用动态分配，当进程提出资源申请时，由设备模块进行分配，进程使用完毕后立即归还</a:t>
            </a:r>
            <a:r>
              <a:rPr lang="x-none" altLang="zh-CN" sz="2000" strike="noStrike" noProof="1">
                <a:solidFill>
                  <a:schemeClr val="tx1"/>
                </a:solidFill>
                <a:effectLst/>
                <a:latin typeface="Times New Roman" panose="02020603050405020304" charset="0"/>
                <a:ea typeface="宋体" panose="02010600030101010101" pitchFamily="2" charset="-122"/>
                <a:cs typeface="+mn-ea"/>
              </a:rPr>
              <a:t>。</a:t>
            </a:r>
            <a:endParaRPr lang="x-none" altLang="zh-CN" sz="2000" strike="noStrike" noProof="1">
              <a:solidFill>
                <a:schemeClr val="tx1"/>
              </a:solidFill>
              <a:latin typeface="Times New Roman" panose="02020603050405020304" charset="0"/>
              <a:ea typeface="宋体" panose="02010600030101010101" pitchFamily="2" charset="-122"/>
              <a:cs typeface="+mn-ea"/>
            </a:endParaRPr>
          </a:p>
          <a:p>
            <a:pPr marL="533400" lvl="0" indent="-533400" algn="l" fontAlgn="base">
              <a:lnSpc>
                <a:spcPct val="100000"/>
              </a:lnSpc>
              <a:spcBef>
                <a:spcPct val="30000"/>
              </a:spcBef>
              <a:buNone/>
            </a:pPr>
            <a:r>
              <a:rPr lang="en-US" altLang="zh-CN" sz="2000" b="1">
                <a:solidFill>
                  <a:srgbClr val="A50021"/>
                </a:solidFill>
                <a:latin typeface="Times New Roman" panose="02020603050405020304" charset="0"/>
                <a:cs typeface="+mn-ea"/>
                <a:sym typeface="+mn-ea"/>
              </a:rPr>
              <a:t>	</a:t>
            </a:r>
            <a:r>
              <a:rPr lang="x-none" altLang="en-US" sz="2800" b="1">
                <a:solidFill>
                  <a:srgbClr val="A50021"/>
                </a:solidFill>
                <a:latin typeface="Times New Roman" panose="02020603050405020304" charset="0"/>
                <a:cs typeface="+mn-ea"/>
                <a:sym typeface="+mn-ea"/>
              </a:rPr>
              <a:t>(2) 分配</a:t>
            </a:r>
            <a:r>
              <a:rPr lang="zh-CN" altLang="x-none" sz="2800" b="1">
                <a:solidFill>
                  <a:srgbClr val="A50021"/>
                </a:solidFill>
                <a:latin typeface="Times New Roman" panose="02020603050405020304" charset="0"/>
                <a:cs typeface="+mn-ea"/>
                <a:sym typeface="+mn-ea"/>
              </a:rPr>
              <a:t>算法</a:t>
            </a:r>
            <a:endParaRPr lang="zh-CN" altLang="x-none" sz="2800" b="1">
              <a:solidFill>
                <a:srgbClr val="A50021"/>
              </a:solidFill>
              <a:latin typeface="Times New Roman" panose="02020603050405020304" charset="0"/>
              <a:cs typeface="+mn-ea"/>
              <a:sym typeface="+mn-ea"/>
            </a:endParaRPr>
          </a:p>
          <a:p>
            <a:pPr marL="533400" lvl="0" indent="-533400" algn="l" fontAlgn="base">
              <a:lnSpc>
                <a:spcPct val="120000"/>
              </a:lnSpc>
              <a:spcBef>
                <a:spcPct val="20000"/>
              </a:spcBef>
              <a:buNone/>
            </a:pPr>
            <a:r>
              <a:rPr lang="en-US" altLang="x-none" sz="2800" b="1" strike="noStrike" noProof="1">
                <a:solidFill>
                  <a:srgbClr val="A50021"/>
                </a:solidFill>
                <a:effectLst/>
                <a:latin typeface="Times New Roman" panose="02020603050405020304" charset="0"/>
                <a:ea typeface="宋体" panose="02010600030101010101" pitchFamily="2" charset="-122"/>
                <a:cs typeface="+mn-ea"/>
              </a:rPr>
              <a:t>		</a:t>
            </a:r>
            <a:r>
              <a:rPr lang="x-none" altLang="zh-CN" sz="2400" strike="noStrike" noProof="1">
                <a:solidFill>
                  <a:schemeClr val="tx1"/>
                </a:solidFill>
                <a:effectLst/>
                <a:latin typeface="Times New Roman" panose="02020603050405020304" charset="0"/>
                <a:ea typeface="宋体" panose="02010600030101010101" pitchFamily="2" charset="-122"/>
                <a:cs typeface="+mn-ea"/>
              </a:rPr>
              <a:t>先请求先服务</a:t>
            </a:r>
            <a:r>
              <a:rPr lang="zh-CN" altLang="x-none" sz="2400" strike="noStrike" noProof="1">
                <a:solidFill>
                  <a:schemeClr val="tx1"/>
                </a:solidFill>
                <a:effectLst/>
                <a:latin typeface="Times New Roman" panose="02020603050405020304" charset="0"/>
                <a:ea typeface="宋体" panose="02010600030101010101" pitchFamily="2" charset="-122"/>
                <a:cs typeface="+mn-ea"/>
              </a:rPr>
              <a:t>，按优先级高低</a:t>
            </a:r>
            <a:endParaRPr lang="zh-CN" altLang="x-none" sz="2400" strike="noStrike" noProof="1">
              <a:solidFill>
                <a:schemeClr val="tx1"/>
              </a:solidFill>
              <a:effectLst/>
              <a:latin typeface="Times New Roman" panose="02020603050405020304" charset="0"/>
              <a:ea typeface="宋体" panose="02010600030101010101" pitchFamily="2" charset="-122"/>
              <a:cs typeface="+mn-ea"/>
            </a:endParaRPr>
          </a:p>
        </p:txBody>
      </p:sp>
      <p:sp>
        <p:nvSpPr>
          <p:cNvPr id="37892" name="矩形 37891"/>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设备分配</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37891"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5" name="矩形 38914"/>
          <p:cNvSpPr/>
          <p:nvPr/>
        </p:nvSpPr>
        <p:spPr>
          <a:xfrm>
            <a:off x="171450" y="538798"/>
            <a:ext cx="8789988" cy="606107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sz="2800" b="1" strike="noStrike" noProof="1">
                <a:solidFill>
                  <a:srgbClr val="990000"/>
                </a:solidFill>
                <a:latin typeface="Times New Roman" panose="02020603050405020304" charset="0"/>
                <a:ea typeface="宋体" panose="02010600030101010101" pitchFamily="2" charset="-122"/>
                <a:cs typeface="+mn-ea"/>
              </a:rPr>
              <a:t>3.  </a:t>
            </a:r>
            <a:r>
              <a:rPr lang="zh-CN" altLang="en-US" sz="2800" b="1" strike="noStrike" noProof="1">
                <a:solidFill>
                  <a:srgbClr val="990000"/>
                </a:solidFill>
                <a:latin typeface="Times New Roman" panose="02020603050405020304" charset="0"/>
                <a:ea typeface="宋体" panose="02010600030101010101" pitchFamily="2" charset="-122"/>
                <a:cs typeface="+mn-ea"/>
              </a:rPr>
              <a:t>虚拟分配</a:t>
            </a:r>
            <a:endParaRPr lang="zh-CN" altLang="en-US" sz="2800" b="1" strike="noStrike" noProof="1">
              <a:solidFill>
                <a:srgbClr val="990000"/>
              </a:solidFill>
              <a:latin typeface="Times New Roman" panose="02020603050405020304" charset="0"/>
              <a:ea typeface="宋体" panose="02010600030101010101" pitchFamily="2" charset="-122"/>
              <a:cs typeface="+mn-ea"/>
            </a:endParaRPr>
          </a:p>
          <a:p>
            <a:pPr marL="533400" lvl="0" indent="-533400" algn="l" fontAlgn="base">
              <a:lnSpc>
                <a:spcPct val="100000"/>
              </a:lnSpc>
              <a:buNone/>
            </a:pPr>
            <a:r>
              <a:rPr lang="zh-CN" altLang="en-US" sz="2000" strike="noStrike" noProof="1">
                <a:solidFill>
                  <a:schemeClr val="tx1"/>
                </a:solidFill>
                <a:effectLst/>
                <a:latin typeface="Times New Roman" panose="02020603050405020304" charset="0"/>
                <a:ea typeface="宋体" panose="02010600030101010101" pitchFamily="2" charset="-122"/>
                <a:cs typeface="+mn-ea"/>
              </a:rPr>
              <a:t>		</a:t>
            </a:r>
            <a:r>
              <a:rPr lang="x-none" altLang="zh-CN" sz="2000" strike="noStrike" noProof="1">
                <a:solidFill>
                  <a:schemeClr val="tx1"/>
                </a:solidFill>
                <a:effectLst/>
                <a:latin typeface="Times New Roman" panose="02020603050405020304" charset="0"/>
                <a:ea typeface="宋体" panose="02010600030101010101" pitchFamily="2" charset="-122"/>
                <a:cs typeface="+mn-ea"/>
              </a:rPr>
              <a:t>独占设备只能静态分配，不利于与提高系统效率；</a:t>
            </a:r>
            <a:endParaRPr lang="x-none" altLang="zh-CN" sz="20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l" fontAlgn="base">
              <a:lnSpc>
                <a:spcPct val="100000"/>
              </a:lnSpc>
              <a:buNone/>
            </a:pPr>
            <a:r>
              <a:rPr lang="x-none" altLang="zh-CN" sz="2000" strike="noStrike" noProof="1">
                <a:solidFill>
                  <a:schemeClr val="tx1"/>
                </a:solidFill>
                <a:effectLst/>
                <a:latin typeface="Times New Roman" panose="02020603050405020304" charset="0"/>
                <a:ea typeface="宋体" panose="02010600030101010101" pitchFamily="2" charset="-122"/>
                <a:cs typeface="+mn-ea"/>
              </a:rPr>
              <a:t>		慢速设备传输数据延长了程序的处理时间；</a:t>
            </a:r>
            <a:endParaRPr lang="x-none" altLang="zh-CN" sz="20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00000"/>
              </a:lnSpc>
              <a:buNone/>
            </a:pPr>
            <a:r>
              <a:rPr lang="zh-CN" altLang="en-US" sz="2400" b="1" strike="noStrike" noProof="1">
                <a:solidFill>
                  <a:srgbClr val="A50021"/>
                </a:solidFill>
                <a:latin typeface="Times New Roman" panose="02020603050405020304" charset="0"/>
                <a:ea typeface="宋体" panose="02010600030101010101" pitchFamily="2" charset="-122"/>
                <a:cs typeface="+mn-ea"/>
              </a:rPr>
              <a:t>      </a:t>
            </a:r>
            <a:r>
              <a:rPr lang="en-US" altLang="zh-CN" sz="2400" b="1" strike="noStrike" noProof="1">
                <a:solidFill>
                  <a:srgbClr val="A50021"/>
                </a:solidFill>
                <a:latin typeface="Times New Roman" panose="02020603050405020304" charset="0"/>
                <a:ea typeface="宋体" panose="02010600030101010101" pitchFamily="2" charset="-122"/>
                <a:cs typeface="+mn-ea"/>
              </a:rPr>
              <a:t>(1) </a:t>
            </a:r>
            <a:r>
              <a:rPr lang="zh-CN" altLang="en-US" sz="2400" b="1" strike="noStrike" noProof="1">
                <a:solidFill>
                  <a:srgbClr val="A50021"/>
                </a:solidFill>
                <a:latin typeface="Times New Roman" panose="02020603050405020304" charset="0"/>
                <a:ea typeface="宋体" panose="02010600030101010101" pitchFamily="2" charset="-122"/>
                <a:cs typeface="+mn-ea"/>
              </a:rPr>
              <a:t>虚拟技术</a:t>
            </a:r>
            <a:endParaRPr lang="zh-CN" altLang="en-US" sz="24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buNone/>
            </a:pPr>
            <a:r>
              <a:rPr lang="zh-CN" altLang="en-US" sz="1800" strike="noStrike" noProof="1">
                <a:solidFill>
                  <a:schemeClr val="tx1"/>
                </a:solidFill>
                <a:effectLst/>
                <a:latin typeface="Times New Roman" panose="02020603050405020304" charset="0"/>
                <a:ea typeface="宋体" panose="02010600030101010101" pitchFamily="2" charset="-122"/>
                <a:cs typeface="+mn-ea"/>
              </a:rPr>
              <a:t>      </a:t>
            </a:r>
            <a:r>
              <a:rPr lang="x-none" altLang="zh-CN" sz="2000" strike="noStrike" noProof="1">
                <a:solidFill>
                  <a:schemeClr val="tx1"/>
                </a:solidFill>
                <a:effectLst/>
                <a:latin typeface="Times New Roman" panose="02020603050405020304" charset="0"/>
                <a:ea typeface="宋体" panose="02010600030101010101" pitchFamily="2" charset="-122"/>
                <a:cs typeface="+mn-ea"/>
              </a:rPr>
              <a:t>       利用系统中便于共享的、快速的存储设备来替代不适合共享的、慢速的字符设备，采用</a:t>
            </a:r>
            <a:r>
              <a:rPr lang="x-none" altLang="zh-CN" sz="2000" strike="noStrike" noProof="1">
                <a:solidFill>
                  <a:srgbClr val="FF0000"/>
                </a:solidFill>
                <a:effectLst/>
                <a:latin typeface="Times New Roman" panose="02020603050405020304" charset="0"/>
                <a:ea typeface="宋体" panose="02010600030101010101" pitchFamily="2" charset="-122"/>
                <a:cs typeface="+mn-ea"/>
              </a:rPr>
              <a:t>预先收存</a:t>
            </a:r>
            <a:r>
              <a:rPr lang="x-none" altLang="zh-CN" sz="2000" strike="noStrike" noProof="1">
                <a:solidFill>
                  <a:schemeClr val="tx1"/>
                </a:solidFill>
                <a:effectLst/>
                <a:latin typeface="Times New Roman" panose="02020603050405020304" charset="0"/>
                <a:ea typeface="宋体" panose="02010600030101010101" pitchFamily="2" charset="-122"/>
                <a:cs typeface="+mn-ea"/>
              </a:rPr>
              <a:t>，</a:t>
            </a:r>
            <a:r>
              <a:rPr lang="x-none" altLang="zh-CN" sz="2000" strike="noStrike" noProof="1">
                <a:solidFill>
                  <a:srgbClr val="FF0000"/>
                </a:solidFill>
                <a:effectLst/>
                <a:latin typeface="Times New Roman" panose="02020603050405020304" charset="0"/>
                <a:ea typeface="宋体" panose="02010600030101010101" pitchFamily="2" charset="-122"/>
                <a:cs typeface="+mn-ea"/>
              </a:rPr>
              <a:t>延迟发送</a:t>
            </a:r>
            <a:r>
              <a:rPr lang="x-none" altLang="zh-CN" sz="2000" strike="noStrike" noProof="1">
                <a:solidFill>
                  <a:schemeClr val="tx1"/>
                </a:solidFill>
                <a:effectLst/>
                <a:latin typeface="Times New Roman" panose="02020603050405020304" charset="0"/>
                <a:ea typeface="宋体" panose="02010600030101010101" pitchFamily="2" charset="-122"/>
                <a:cs typeface="+mn-ea"/>
              </a:rPr>
              <a:t>的方式把慢速</a:t>
            </a:r>
            <a:r>
              <a:rPr lang="zh-CN" altLang="en-US" sz="2000" strike="noStrike" noProof="1">
                <a:solidFill>
                  <a:schemeClr val="tx1"/>
                </a:solidFill>
                <a:effectLst/>
                <a:latin typeface="Times New Roman" panose="02020603050405020304" charset="0"/>
                <a:ea typeface="宋体" panose="02010600030101010101" pitchFamily="2" charset="-122"/>
                <a:cs typeface="+mn-ea"/>
              </a:rPr>
              <a:t>独占设备转化为</a:t>
            </a:r>
            <a:r>
              <a:rPr lang="x-none" altLang="zh-CN" sz="2000" strike="noStrike" noProof="1">
                <a:solidFill>
                  <a:schemeClr val="tx1"/>
                </a:solidFill>
                <a:effectLst/>
                <a:latin typeface="Times New Roman" panose="02020603050405020304" charset="0"/>
                <a:ea typeface="宋体" panose="02010600030101010101" pitchFamily="2" charset="-122"/>
                <a:cs typeface="+mn-ea"/>
              </a:rPr>
              <a:t>快速</a:t>
            </a:r>
            <a:r>
              <a:rPr lang="zh-CN" altLang="x-none" sz="2000" strike="noStrike" noProof="1">
                <a:solidFill>
                  <a:schemeClr val="tx1"/>
                </a:solidFill>
                <a:effectLst/>
                <a:latin typeface="Times New Roman" panose="02020603050405020304" charset="0"/>
                <a:ea typeface="宋体" panose="02010600030101010101" pitchFamily="2" charset="-122"/>
                <a:cs typeface="+mn-ea"/>
              </a:rPr>
              <a:t>可</a:t>
            </a:r>
            <a:r>
              <a:rPr lang="zh-CN" altLang="en-US" sz="2000" strike="noStrike" noProof="1">
                <a:solidFill>
                  <a:schemeClr val="tx1"/>
                </a:solidFill>
                <a:effectLst/>
                <a:latin typeface="Times New Roman" panose="02020603050405020304" charset="0"/>
                <a:ea typeface="宋体" panose="02010600030101010101" pitchFamily="2" charset="-122"/>
                <a:cs typeface="+mn-ea"/>
              </a:rPr>
              <a:t>共享设备的技术。</a:t>
            </a:r>
            <a:endParaRPr lang="zh-CN" altLang="en-US" sz="20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20000"/>
              </a:lnSpc>
              <a:buNone/>
            </a:pPr>
            <a:r>
              <a:rPr lang="zh-CN" altLang="en-US" sz="2000" strike="noStrike" noProof="1">
                <a:solidFill>
                  <a:schemeClr val="tx1"/>
                </a:solidFill>
                <a:latin typeface="Times New Roman" panose="02020603050405020304" charset="0"/>
                <a:ea typeface="宋体" panose="02010600030101010101" pitchFamily="2" charset="-122"/>
              </a:rPr>
              <a:t>预先收存：系统先将从独占设备输入的信息复制到辅存，当进程需要从输入设备读入信息时，从辅助中读入。</a:t>
            </a:r>
            <a:endParaRPr lang="zh-CN" altLang="en-US" sz="20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buNone/>
            </a:pPr>
            <a:r>
              <a:rPr lang="zh-CN" altLang="en-US" sz="2000" strike="noStrike" noProof="1">
                <a:solidFill>
                  <a:schemeClr val="tx1"/>
                </a:solidFill>
                <a:latin typeface="Times New Roman" panose="02020603050405020304" charset="0"/>
                <a:ea typeface="宋体" panose="02010600030101010101" pitchFamily="2" charset="-122"/>
              </a:rPr>
              <a:t>延迟发送：输出时，先将要输出的信息存入辅存，在适当的时候</a:t>
            </a:r>
            <a:r>
              <a:rPr lang="en-US" altLang="zh-CN" sz="2000" strike="noStrike" noProof="1">
                <a:solidFill>
                  <a:schemeClr val="tx1"/>
                </a:solidFill>
                <a:latin typeface="Times New Roman" panose="02020603050405020304" charset="0"/>
                <a:ea typeface="宋体" panose="02010600030101010101" pitchFamily="2" charset="-122"/>
              </a:rPr>
              <a:t>(</a:t>
            </a:r>
            <a:r>
              <a:rPr lang="zh-CN" altLang="en-US" sz="2000" strike="noStrike" noProof="1">
                <a:solidFill>
                  <a:schemeClr val="tx1"/>
                </a:solidFill>
                <a:latin typeface="Times New Roman" panose="02020603050405020304" charset="0"/>
                <a:ea typeface="宋体" panose="02010600030101010101" pitchFamily="2" charset="-122"/>
              </a:rPr>
              <a:t>上一次操作执行完毕或信息完整时</a:t>
            </a:r>
            <a:r>
              <a:rPr lang="en-US" altLang="zh-CN" sz="2000" strike="noStrike" noProof="1">
                <a:solidFill>
                  <a:schemeClr val="tx1"/>
                </a:solidFill>
                <a:latin typeface="Times New Roman" panose="02020603050405020304" charset="0"/>
                <a:ea typeface="宋体" panose="02010600030101010101" pitchFamily="2" charset="-122"/>
              </a:rPr>
              <a:t>)</a:t>
            </a:r>
            <a:r>
              <a:rPr lang="zh-CN" altLang="en-US" sz="2000" strike="noStrike" noProof="1">
                <a:solidFill>
                  <a:schemeClr val="tx1"/>
                </a:solidFill>
                <a:latin typeface="Times New Roman" panose="02020603050405020304" charset="0"/>
                <a:ea typeface="宋体" panose="02010600030101010101" pitchFamily="2" charset="-122"/>
              </a:rPr>
              <a:t>，再发送给输出设备。</a:t>
            </a:r>
            <a:endParaRPr lang="zh-CN" altLang="en-US" sz="20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00000"/>
              </a:lnSpc>
              <a:buNone/>
            </a:pPr>
            <a:r>
              <a:rPr lang="zh-CN" altLang="en-US" sz="2400" b="1" strike="noStrike" noProof="1">
                <a:solidFill>
                  <a:srgbClr val="A50021"/>
                </a:solidFill>
                <a:latin typeface="Times New Roman" panose="02020603050405020304" charset="0"/>
                <a:ea typeface="宋体" panose="02010600030101010101" pitchFamily="2" charset="-122"/>
                <a:cs typeface="+mn-ea"/>
              </a:rPr>
              <a:t>      </a:t>
            </a:r>
            <a:r>
              <a:rPr lang="en-US" altLang="zh-CN" sz="2400" b="1" strike="noStrike" noProof="1">
                <a:solidFill>
                  <a:srgbClr val="A50021"/>
                </a:solidFill>
                <a:latin typeface="Times New Roman" panose="02020603050405020304" charset="0"/>
                <a:ea typeface="宋体" panose="02010600030101010101" pitchFamily="2" charset="-122"/>
                <a:cs typeface="+mn-ea"/>
              </a:rPr>
              <a:t>(2) </a:t>
            </a:r>
            <a:r>
              <a:rPr lang="zh-CN" altLang="en-US" sz="2400" b="1" strike="noStrike" noProof="1">
                <a:solidFill>
                  <a:srgbClr val="A50021"/>
                </a:solidFill>
                <a:latin typeface="Times New Roman" panose="02020603050405020304" charset="0"/>
                <a:ea typeface="宋体" panose="02010600030101010101" pitchFamily="2" charset="-122"/>
                <a:cs typeface="+mn-ea"/>
              </a:rPr>
              <a:t>虚拟设备</a:t>
            </a:r>
            <a:endParaRPr lang="zh-CN" altLang="en-US" sz="24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buNone/>
            </a:pPr>
            <a:r>
              <a:rPr lang="x-none" altLang="zh-CN" sz="2000" strike="noStrike" noProof="1">
                <a:solidFill>
                  <a:schemeClr val="tx1"/>
                </a:solidFill>
                <a:effectLst/>
                <a:latin typeface="Times New Roman" panose="02020603050405020304" charset="0"/>
                <a:ea typeface="宋体" panose="02010600030101010101" pitchFamily="2" charset="-122"/>
                <a:cs typeface="+mn-ea"/>
              </a:rPr>
              <a:t>		  </a:t>
            </a:r>
            <a:r>
              <a:rPr lang="zh-CN" altLang="en-US" sz="2000" strike="noStrike" noProof="1">
                <a:solidFill>
                  <a:schemeClr val="tx1"/>
                </a:solidFill>
                <a:effectLst/>
                <a:latin typeface="Times New Roman" panose="02020603050405020304" charset="0"/>
                <a:ea typeface="宋体" panose="02010600030101010101" pitchFamily="2" charset="-122"/>
                <a:cs typeface="+mn-ea"/>
              </a:rPr>
              <a:t>通常把用来代替独占型设备的那部分辅存空间 </a:t>
            </a:r>
            <a:r>
              <a:rPr lang="en-US" altLang="zh-CN" sz="2000" strike="noStrike" noProof="1">
                <a:solidFill>
                  <a:schemeClr val="tx1"/>
                </a:solidFill>
                <a:effectLst/>
                <a:latin typeface="Times New Roman" panose="02020603050405020304" charset="0"/>
                <a:ea typeface="宋体" panose="02010600030101010101" pitchFamily="2" charset="-122"/>
                <a:cs typeface="+mn-ea"/>
              </a:rPr>
              <a:t>(</a:t>
            </a:r>
            <a:r>
              <a:rPr lang="zh-CN" altLang="en-US" sz="2000" strike="noStrike" noProof="1">
                <a:solidFill>
                  <a:schemeClr val="tx1"/>
                </a:solidFill>
                <a:effectLst/>
                <a:latin typeface="Times New Roman" panose="02020603050405020304" charset="0"/>
                <a:ea typeface="宋体" panose="02010600030101010101" pitchFamily="2" charset="-122"/>
                <a:cs typeface="+mn-ea"/>
              </a:rPr>
              <a:t>包括有关的控制表格</a:t>
            </a:r>
            <a:r>
              <a:rPr lang="en-US" altLang="zh-CN" sz="2000" strike="noStrike" noProof="1">
                <a:solidFill>
                  <a:schemeClr val="tx1"/>
                </a:solidFill>
                <a:effectLst/>
                <a:latin typeface="Times New Roman" panose="02020603050405020304" charset="0"/>
                <a:ea typeface="宋体" panose="02010600030101010101" pitchFamily="2" charset="-122"/>
                <a:cs typeface="+mn-ea"/>
              </a:rPr>
              <a:t>)</a:t>
            </a:r>
            <a:r>
              <a:rPr lang="zh-CN" altLang="en-US" sz="2000" strike="noStrike" noProof="1">
                <a:solidFill>
                  <a:schemeClr val="tx1"/>
                </a:solidFill>
                <a:effectLst/>
                <a:latin typeface="Times New Roman" panose="02020603050405020304" charset="0"/>
                <a:ea typeface="宋体" panose="02010600030101010101" pitchFamily="2" charset="-122"/>
                <a:cs typeface="+mn-ea"/>
              </a:rPr>
              <a:t>称为虚拟设备。（或者是内存中的链表等数据结构）</a:t>
            </a:r>
            <a:endParaRPr lang="zh-CN" altLang="en-US" sz="2000" strike="noStrike" noProof="1">
              <a:solidFill>
                <a:schemeClr val="tx1"/>
              </a:solidFill>
              <a:effectLst/>
              <a:latin typeface="Times New Roman" panose="02020603050405020304" charset="0"/>
              <a:ea typeface="宋体" panose="02010600030101010101" pitchFamily="2" charset="-122"/>
              <a:cs typeface="+mn-ea"/>
            </a:endParaRPr>
          </a:p>
        </p:txBody>
      </p:sp>
      <p:sp>
        <p:nvSpPr>
          <p:cNvPr id="38916" name="矩形 3891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设备分配</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38915"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3" name="矩形 40962"/>
          <p:cNvSpPr/>
          <p:nvPr/>
        </p:nvSpPr>
        <p:spPr>
          <a:xfrm>
            <a:off x="82868" y="556895"/>
            <a:ext cx="8972550" cy="592264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effectLst/>
                <a:latin typeface="Times New Roman" panose="02020603050405020304" charset="0"/>
                <a:ea typeface="宋体" panose="02010600030101010101" pitchFamily="2" charset="-122"/>
                <a:cs typeface="+mn-ea"/>
              </a:rPr>
              <a:t>   SPOOLING</a:t>
            </a:r>
            <a:r>
              <a:rPr lang="zh-CN" altLang="en-US" b="1" strike="noStrike" noProof="1">
                <a:solidFill>
                  <a:srgbClr val="990000"/>
                </a:solidFill>
                <a:effectLst/>
                <a:latin typeface="Times New Roman" panose="02020603050405020304" charset="0"/>
                <a:ea typeface="宋体" panose="02010600030101010101" pitchFamily="2" charset="-122"/>
                <a:cs typeface="+mn-ea"/>
              </a:rPr>
              <a:t>（假脱机系统）</a:t>
            </a:r>
            <a:endParaRPr lang="zh-CN" altLang="en-US" b="1" strike="noStrike" noProof="1">
              <a:solidFill>
                <a:srgbClr val="990000"/>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en-US" altLang="zh-CN" sz="2400" strike="noStrike" noProof="1">
                <a:solidFill>
                  <a:schemeClr val="tx1"/>
                </a:solidFill>
                <a:latin typeface="Times New Roman" panose="02020603050405020304" charset="0"/>
                <a:ea typeface="宋体" panose="02010600030101010101" pitchFamily="2" charset="-122"/>
                <a:cs typeface="+mn-ea"/>
              </a:rPr>
              <a:t>SPOOLING</a:t>
            </a:r>
            <a:r>
              <a:rPr lang="zh-CN" altLang="en-US" sz="2400" strike="noStrike" noProof="1">
                <a:solidFill>
                  <a:schemeClr val="tx1"/>
                </a:solidFill>
                <a:latin typeface="Times New Roman" panose="02020603050405020304" charset="0"/>
                <a:ea typeface="宋体" panose="02010600030101010101" pitchFamily="2" charset="-122"/>
                <a:cs typeface="+mn-ea"/>
              </a:rPr>
              <a:t>系统提供外围设备同时联机操作的功能。</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设计思想</a:t>
            </a:r>
            <a:endParaRPr lang="zh-CN" altLang="en-US" sz="2800" b="1" strike="noStrike" noProof="1">
              <a:solidFill>
                <a:srgbClr val="A50021"/>
              </a:solidFill>
              <a:latin typeface="Times New Roman" panose="02020603050405020304" charset="0"/>
              <a:ea typeface="宋体" panose="02010600030101010101" pitchFamily="2" charset="-122"/>
            </a:endParaRPr>
          </a:p>
          <a:p>
            <a:pPr marL="914400" lvl="1" indent="-457200" fontAlgn="base">
              <a:lnSpc>
                <a:spcPct val="13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cs"/>
              </a:rPr>
              <a:t>①</a:t>
            </a:r>
            <a:r>
              <a:rPr lang="zh-CN" altLang="en-US" sz="2400" b="1" strike="noStrike" noProof="1">
                <a:solidFill>
                  <a:srgbClr val="000099"/>
                </a:solidFill>
                <a:latin typeface="Times New Roman" panose="02020603050405020304" charset="0"/>
                <a:ea typeface="宋体" panose="02010600030101010101" pitchFamily="2" charset="-122"/>
                <a:cs typeface="+mn-cs"/>
              </a:rPr>
              <a:t>预输入</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在应用程序需要数据前，</a:t>
            </a:r>
            <a:r>
              <a:rPr lang="en-US" altLang="zh-CN" sz="2400" strike="noStrike" noProof="1">
                <a:solidFill>
                  <a:schemeClr val="tx1"/>
                </a:solidFill>
                <a:latin typeface="Times New Roman" panose="02020603050405020304" charset="0"/>
                <a:ea typeface="宋体" panose="02010600030101010101" pitchFamily="2" charset="-122"/>
                <a:cs typeface="+mn-ea"/>
              </a:rPr>
              <a:t>OS</a:t>
            </a:r>
            <a:r>
              <a:rPr lang="zh-CN" altLang="en-US" sz="2400" strike="noStrike" noProof="1">
                <a:solidFill>
                  <a:schemeClr val="tx1"/>
                </a:solidFill>
                <a:latin typeface="Times New Roman" panose="02020603050405020304" charset="0"/>
                <a:ea typeface="宋体" panose="02010600030101010101" pitchFamily="2" charset="-122"/>
                <a:cs typeface="+mn-ea"/>
              </a:rPr>
              <a:t>已将所需数据预先输入到辅存输入井存放。当应用程序 </a:t>
            </a:r>
            <a:r>
              <a:rPr lang="en-US" altLang="zh-CN" sz="2400" strike="noStrike" noProof="1">
                <a:solidFill>
                  <a:schemeClr val="tx1"/>
                </a:solidFill>
                <a:latin typeface="Times New Roman" panose="02020603050405020304" charset="0"/>
                <a:ea typeface="宋体" panose="02010600030101010101" pitchFamily="2" charset="-122"/>
                <a:cs typeface="+mn-ea"/>
              </a:rPr>
              <a:t>(</a:t>
            </a:r>
            <a:r>
              <a:rPr lang="zh-CN" altLang="en-US" sz="2400" strike="noStrike" noProof="1">
                <a:solidFill>
                  <a:schemeClr val="tx1"/>
                </a:solidFill>
                <a:latin typeface="Times New Roman" panose="02020603050405020304" charset="0"/>
                <a:ea typeface="宋体" panose="02010600030101010101" pitchFamily="2" charset="-122"/>
                <a:cs typeface="+mn-ea"/>
              </a:rPr>
              <a:t>或进程</a:t>
            </a: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需要数据时，可直接从辅存中读入主存。</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3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cs"/>
              </a:rPr>
              <a:t>②</a:t>
            </a:r>
            <a:r>
              <a:rPr lang="zh-CN" altLang="en-US" sz="2400" b="1" strike="noStrike" noProof="1">
                <a:solidFill>
                  <a:srgbClr val="000099"/>
                </a:solidFill>
                <a:latin typeface="Times New Roman" panose="02020603050405020304" charset="0"/>
                <a:ea typeface="宋体" panose="02010600030101010101" pitchFamily="2" charset="-122"/>
                <a:cs typeface="+mn-cs"/>
              </a:rPr>
              <a:t>缓输出</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在应用程序执行时，将输出数据写入辅存输出井中。当应用程序 </a:t>
            </a:r>
            <a:r>
              <a:rPr lang="en-US" altLang="zh-CN" sz="2400" strike="noStrike" noProof="1">
                <a:solidFill>
                  <a:schemeClr val="tx1"/>
                </a:solidFill>
                <a:latin typeface="Times New Roman" panose="02020603050405020304" charset="0"/>
                <a:ea typeface="宋体" panose="02010600030101010101" pitchFamily="2" charset="-122"/>
                <a:cs typeface="+mn-ea"/>
              </a:rPr>
              <a:t>(</a:t>
            </a:r>
            <a:r>
              <a:rPr lang="zh-CN" altLang="en-US" sz="2400" strike="noStrike" noProof="1">
                <a:solidFill>
                  <a:schemeClr val="tx1"/>
                </a:solidFill>
                <a:latin typeface="Times New Roman" panose="02020603050405020304" charset="0"/>
                <a:ea typeface="宋体" panose="02010600030101010101" pitchFamily="2" charset="-122"/>
                <a:cs typeface="+mn-ea"/>
              </a:rPr>
              <a:t>或进程</a:t>
            </a:r>
            <a:r>
              <a:rPr lang="en-US" altLang="zh-CN" sz="2400" strike="noStrike" noProof="1">
                <a:solidFill>
                  <a:schemeClr val="tx1"/>
                </a:solidFill>
                <a:latin typeface="Times New Roman" panose="02020603050405020304" charset="0"/>
                <a:ea typeface="宋体" panose="02010600030101010101" pitchFamily="2" charset="-122"/>
                <a:cs typeface="+mn-ea"/>
              </a:rPr>
              <a:t>)</a:t>
            </a:r>
            <a:r>
              <a:rPr lang="zh-CN" altLang="en-US" sz="2400" strike="noStrike" noProof="1">
                <a:solidFill>
                  <a:schemeClr val="tx1"/>
                </a:solidFill>
                <a:latin typeface="Times New Roman" panose="02020603050405020304" charset="0"/>
                <a:ea typeface="宋体" panose="02010600030101010101" pitchFamily="2" charset="-122"/>
                <a:cs typeface="+mn-ea"/>
              </a:rPr>
              <a:t>执行完毕 </a:t>
            </a:r>
            <a:r>
              <a:rPr lang="en-US" altLang="zh-CN" sz="2400" strike="noStrike" noProof="1">
                <a:solidFill>
                  <a:schemeClr val="tx1"/>
                </a:solidFill>
                <a:latin typeface="Times New Roman" panose="02020603050405020304" charset="0"/>
                <a:ea typeface="宋体" panose="02010600030101010101" pitchFamily="2" charset="-122"/>
                <a:cs typeface="+mn-ea"/>
              </a:rPr>
              <a:t>(</a:t>
            </a:r>
            <a:r>
              <a:rPr lang="zh-CN" altLang="en-US" sz="2400" strike="noStrike" noProof="1">
                <a:solidFill>
                  <a:schemeClr val="tx1"/>
                </a:solidFill>
                <a:latin typeface="Times New Roman" panose="02020603050405020304" charset="0"/>
                <a:ea typeface="宋体" panose="02010600030101010101" pitchFamily="2" charset="-122"/>
                <a:cs typeface="+mn-ea"/>
              </a:rPr>
              <a:t>或需要数据时</a:t>
            </a: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，由操作系统将数据输出。</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40964" name="矩形 4096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设备分配</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40963"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文本框 4198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33</a:t>
            </a:r>
            <a:endParaRPr lang="en-US" altLang="zh-CN" sz="1400">
              <a:solidFill>
                <a:schemeClr val="tx2"/>
              </a:solidFill>
              <a:latin typeface="Times New Roman" panose="02020603050405020304" charset="0"/>
              <a:ea typeface="宋体" panose="02010600030101010101" pitchFamily="2" charset="-122"/>
            </a:endParaRPr>
          </a:p>
        </p:txBody>
      </p:sp>
      <p:sp>
        <p:nvSpPr>
          <p:cNvPr id="41987" name="矩形 41986"/>
          <p:cNvSpPr/>
          <p:nvPr/>
        </p:nvSpPr>
        <p:spPr>
          <a:xfrm>
            <a:off x="332423" y="673100"/>
            <a:ext cx="8426450" cy="52149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  (2) </a:t>
            </a:r>
            <a:r>
              <a:rPr lang="zh-CN" altLang="en-US" sz="2800" b="1" strike="noStrike" noProof="1">
                <a:solidFill>
                  <a:srgbClr val="A50021"/>
                </a:solidFill>
                <a:latin typeface="Times New Roman" panose="02020603050405020304" charset="0"/>
                <a:ea typeface="宋体" panose="02010600030101010101" pitchFamily="2" charset="-122"/>
                <a:cs typeface="+mn-ea"/>
              </a:rPr>
              <a:t>什么是</a:t>
            </a:r>
            <a:r>
              <a:rPr lang="en-US" altLang="zh-CN" sz="2800" b="1" strike="noStrike" noProof="1">
                <a:solidFill>
                  <a:srgbClr val="A50021"/>
                </a:solidFill>
                <a:latin typeface="Times New Roman" panose="02020603050405020304" charset="0"/>
                <a:ea typeface="宋体" panose="02010600030101010101" pitchFamily="2" charset="-122"/>
                <a:cs typeface="+mn-ea"/>
              </a:rPr>
              <a:t>SPOOLING</a:t>
            </a:r>
            <a:r>
              <a:rPr lang="zh-CN" altLang="en-US" sz="2800" b="1" strike="noStrike" noProof="1">
                <a:solidFill>
                  <a:srgbClr val="A50021"/>
                </a:solidFill>
                <a:latin typeface="Times New Roman" panose="02020603050405020304" charset="0"/>
                <a:ea typeface="宋体" panose="02010600030101010101" pitchFamily="2" charset="-122"/>
                <a:cs typeface="+mn-ea"/>
              </a:rPr>
              <a:t>系统</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x-none" altLang="zh-CN" sz="24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利用通道和中断技术，在主机控制之下，由通道完成输入输出工作。系统提供一个软件系统 </a:t>
            </a:r>
            <a:r>
              <a:rPr lang="en-US" altLang="zh-CN" sz="2400" strike="noStrike" noProof="1">
                <a:solidFill>
                  <a:schemeClr val="tx1"/>
                </a:solidFill>
                <a:latin typeface="Times New Roman" panose="02020603050405020304" charset="0"/>
                <a:ea typeface="宋体" panose="02010600030101010101" pitchFamily="2" charset="-122"/>
                <a:cs typeface="+mn-ea"/>
              </a:rPr>
              <a:t>(</a:t>
            </a:r>
            <a:r>
              <a:rPr lang="zh-CN" altLang="en-US" sz="2400" strike="noStrike" noProof="1">
                <a:solidFill>
                  <a:schemeClr val="tx1"/>
                </a:solidFill>
                <a:latin typeface="Times New Roman" panose="02020603050405020304" charset="0"/>
                <a:ea typeface="宋体" panose="02010600030101010101" pitchFamily="2" charset="-122"/>
                <a:cs typeface="+mn-ea"/>
              </a:rPr>
              <a:t>包括预输入程序、缓输出程序、井管理程序、预输入表、缓输出表</a:t>
            </a:r>
            <a:r>
              <a:rPr lang="en-US" altLang="zh-CN" sz="2400" strike="noStrike" noProof="1">
                <a:solidFill>
                  <a:schemeClr val="tx1"/>
                </a:solidFill>
                <a:latin typeface="Times New Roman" panose="02020603050405020304" charset="0"/>
                <a:ea typeface="宋体" panose="02010600030101010101" pitchFamily="2" charset="-122"/>
                <a:cs typeface="+mn-ea"/>
              </a:rPr>
              <a:t>)</a:t>
            </a:r>
            <a:r>
              <a:rPr lang="zh-CN" altLang="en-US" sz="2400" strike="noStrike" noProof="1">
                <a:solidFill>
                  <a:schemeClr val="tx1"/>
                </a:solidFill>
                <a:latin typeface="Times New Roman" panose="02020603050405020304" charset="0"/>
                <a:ea typeface="宋体" panose="02010600030101010101" pitchFamily="2" charset="-122"/>
                <a:cs typeface="+mn-ea"/>
              </a:rPr>
              <a:t>。它提供输入收存和输出发送的功能，使外部设备可以并行操作。这一软件系统称为</a:t>
            </a:r>
            <a:r>
              <a:rPr lang="en-US" altLang="zh-CN" sz="2400" strike="noStrike" noProof="1">
                <a:solidFill>
                  <a:schemeClr val="tx1"/>
                </a:solidFill>
                <a:latin typeface="Times New Roman" panose="02020603050405020304" charset="0"/>
                <a:ea typeface="宋体" panose="02010600030101010101" pitchFamily="2" charset="-122"/>
                <a:cs typeface="+mn-ea"/>
              </a:rPr>
              <a:t>SPOOLING</a:t>
            </a:r>
            <a:r>
              <a:rPr lang="zh-CN" altLang="en-US" sz="2400" strike="noStrike" noProof="1">
                <a:solidFill>
                  <a:schemeClr val="tx1"/>
                </a:solidFill>
                <a:latin typeface="Times New Roman" panose="02020603050405020304" charset="0"/>
                <a:ea typeface="宋体" panose="02010600030101010101" pitchFamily="2" charset="-122"/>
                <a:cs typeface="+mn-ea"/>
              </a:rPr>
              <a:t>系统</a:t>
            </a:r>
            <a:r>
              <a:rPr lang="zh-CN" altLang="en-US" sz="2400" strike="noStrike" noProof="1">
                <a:latin typeface="Times New Roman" panose="02020603050405020304" charset="0"/>
                <a:ea typeface="宋体" panose="02010600030101010101" pitchFamily="2" charset="-122"/>
                <a:cs typeface="+mn-ea"/>
              </a:rPr>
              <a:t>。</a:t>
            </a:r>
            <a:endParaRPr lang="zh-CN" altLang="en-US" sz="2400" strike="noStrike" noProof="1">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(3) SPOOLING</a:t>
            </a:r>
            <a:r>
              <a:rPr lang="zh-CN" altLang="en-US" sz="2800" b="1" strike="noStrike" noProof="1">
                <a:solidFill>
                  <a:srgbClr val="A50021"/>
                </a:solidFill>
                <a:latin typeface="Times New Roman" panose="02020603050405020304" charset="0"/>
                <a:ea typeface="宋体" panose="02010600030101010101" pitchFamily="2" charset="-122"/>
                <a:cs typeface="+mn-ea"/>
              </a:rPr>
              <a:t>系统的优点</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effectLst/>
                <a:latin typeface="Times New Roman" panose="02020603050405020304" charset="0"/>
                <a:ea typeface="宋体" panose="02010600030101010101" pitchFamily="2" charset="-122"/>
                <a:cs typeface="+mn-ea"/>
              </a:rPr>
              <a:t>  </a:t>
            </a:r>
            <a:r>
              <a:rPr lang="en-US" altLang="zh-CN" sz="2400" b="1" strike="noStrike" noProof="1">
                <a:solidFill>
                  <a:srgbClr val="000099"/>
                </a:solidFill>
                <a:effectLst/>
                <a:latin typeface="Times New Roman" panose="02020603050405020304" charset="0"/>
                <a:ea typeface="宋体" panose="02010600030101010101" pitchFamily="2" charset="-122"/>
                <a:cs typeface="+mn-ea"/>
              </a:rPr>
              <a:t>① </a:t>
            </a:r>
            <a:r>
              <a:rPr lang="zh-CN" altLang="en-US" sz="2400" b="1" strike="noStrike" noProof="1">
                <a:solidFill>
                  <a:srgbClr val="000099"/>
                </a:solidFill>
                <a:effectLst/>
                <a:latin typeface="Times New Roman" panose="02020603050405020304" charset="0"/>
                <a:ea typeface="宋体" panose="02010600030101010101" pitchFamily="2" charset="-122"/>
                <a:cs typeface="+mn-ea"/>
              </a:rPr>
              <a:t>提供虚拟设备</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b="1" strike="noStrike" noProof="1">
                <a:solidFill>
                  <a:srgbClr val="000099"/>
                </a:solidFill>
                <a:effectLst/>
                <a:latin typeface="Times New Roman" panose="02020603050405020304" charset="0"/>
                <a:ea typeface="宋体" panose="02010600030101010101" pitchFamily="2" charset="-122"/>
                <a:cs typeface="+mn-ea"/>
              </a:rPr>
              <a:t>  </a:t>
            </a:r>
            <a:r>
              <a:rPr lang="en-US" altLang="zh-CN" sz="2400" b="1" strike="noStrike" noProof="1">
                <a:solidFill>
                  <a:srgbClr val="000099"/>
                </a:solidFill>
                <a:effectLst/>
                <a:latin typeface="宋体" panose="02010600030101010101" pitchFamily="2" charset="-122"/>
                <a:ea typeface="宋体" panose="02010600030101010101" pitchFamily="2" charset="-122"/>
                <a:cs typeface="+mn-ea"/>
              </a:rPr>
              <a:t>② </a:t>
            </a:r>
            <a:r>
              <a:rPr lang="zh-CN" altLang="en-US" sz="2400" b="1" strike="noStrike" noProof="1">
                <a:solidFill>
                  <a:srgbClr val="000099"/>
                </a:solidFill>
                <a:effectLst/>
                <a:latin typeface="Times New Roman" panose="02020603050405020304" charset="0"/>
                <a:ea typeface="宋体" panose="02010600030101010101" pitchFamily="2" charset="-122"/>
                <a:cs typeface="+mn-ea"/>
              </a:rPr>
              <a:t>外围设备同时联机操作</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b="1" strike="noStrike" noProof="1">
                <a:solidFill>
                  <a:srgbClr val="000099"/>
                </a:solidFill>
                <a:effectLst/>
                <a:latin typeface="Times New Roman" panose="02020603050405020304" charset="0"/>
                <a:ea typeface="宋体" panose="02010600030101010101" pitchFamily="2" charset="-122"/>
                <a:cs typeface="+mn-ea"/>
              </a:rPr>
              <a:t>  </a:t>
            </a:r>
            <a:r>
              <a:rPr lang="en-US" altLang="zh-CN" sz="2400" b="1" strike="noStrike" noProof="1">
                <a:solidFill>
                  <a:srgbClr val="000099"/>
                </a:solidFill>
                <a:effectLst/>
                <a:latin typeface="宋体" panose="02010600030101010101" pitchFamily="2" charset="-122"/>
                <a:ea typeface="宋体" panose="02010600030101010101" pitchFamily="2" charset="-122"/>
                <a:cs typeface="+mn-ea"/>
              </a:rPr>
              <a:t>③ </a:t>
            </a:r>
            <a:r>
              <a:rPr lang="zh-CN" altLang="en-US" sz="2400" b="1" strike="noStrike" noProof="1">
                <a:solidFill>
                  <a:srgbClr val="000099"/>
                </a:solidFill>
                <a:effectLst/>
                <a:latin typeface="Times New Roman" panose="02020603050405020304" charset="0"/>
                <a:ea typeface="宋体" panose="02010600030101010101" pitchFamily="2" charset="-122"/>
                <a:cs typeface="+mn-ea"/>
              </a:rPr>
              <a:t>加快作业处理速度</a:t>
            </a:r>
            <a:r>
              <a:rPr lang="zh-CN" altLang="en-US" sz="2000" strike="noStrike" noProof="1">
                <a:solidFill>
                  <a:schemeClr val="tx1"/>
                </a:solidFill>
                <a:effectLst/>
                <a:latin typeface="Times New Roman" panose="02020603050405020304" charset="0"/>
                <a:ea typeface="宋体" panose="02010600030101010101" pitchFamily="2" charset="-122"/>
                <a:cs typeface="+mn-ea"/>
              </a:rPr>
              <a:t> </a:t>
            </a:r>
            <a:r>
              <a:rPr lang="zh-CN" altLang="en-US" sz="2000" strike="noStrike" noProof="1">
                <a:solidFill>
                  <a:schemeClr val="tx1"/>
                </a:solidFill>
                <a:latin typeface="Times New Roman" panose="02020603050405020304" charset="0"/>
                <a:ea typeface="宋体" panose="02010600030101010101" pitchFamily="2" charset="-122"/>
                <a:cs typeface="+mn-ea"/>
              </a:rPr>
              <a:t>                           </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41988" name="矩形 4198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设备分配</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41987"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9940" name="组合 39939"/>
          <p:cNvGrpSpPr/>
          <p:nvPr/>
        </p:nvGrpSpPr>
        <p:grpSpPr>
          <a:xfrm>
            <a:off x="1247775" y="1124903"/>
            <a:ext cx="6988175" cy="3659187"/>
            <a:chOff x="0" y="0"/>
            <a:chExt cx="4402" cy="2305"/>
          </a:xfrm>
        </p:grpSpPr>
        <p:sp>
          <p:nvSpPr>
            <p:cNvPr id="47108" name="直接连接符 39940"/>
            <p:cNvSpPr/>
            <p:nvPr/>
          </p:nvSpPr>
          <p:spPr>
            <a:xfrm flipH="1">
              <a:off x="3343" y="2119"/>
              <a:ext cx="541" cy="0"/>
            </a:xfrm>
            <a:prstGeom prst="line">
              <a:avLst/>
            </a:prstGeom>
            <a:ln w="254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7109" name="直接连接符 39941"/>
            <p:cNvSpPr/>
            <p:nvPr/>
          </p:nvSpPr>
          <p:spPr>
            <a:xfrm flipH="1">
              <a:off x="3343" y="1554"/>
              <a:ext cx="541" cy="0"/>
            </a:xfrm>
            <a:prstGeom prst="line">
              <a:avLst/>
            </a:prstGeom>
            <a:ln w="254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7110" name="直接连接符 39942"/>
            <p:cNvSpPr/>
            <p:nvPr/>
          </p:nvSpPr>
          <p:spPr>
            <a:xfrm>
              <a:off x="3231" y="909"/>
              <a:ext cx="541" cy="0"/>
            </a:xfrm>
            <a:prstGeom prst="line">
              <a:avLst/>
            </a:prstGeom>
            <a:ln w="254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39944" name="流程图: 磁盘 39943"/>
            <p:cNvSpPr/>
            <p:nvPr/>
          </p:nvSpPr>
          <p:spPr>
            <a:xfrm>
              <a:off x="945" y="199"/>
              <a:ext cx="1072" cy="1746"/>
            </a:xfrm>
            <a:prstGeom prst="flowChartMagneticDisk">
              <a:avLst/>
            </a:prstGeom>
            <a:solidFill>
              <a:srgbClr val="FFCCFF"/>
            </a:solidFill>
            <a:ln w="9525"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sz="32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39945" name="任意多边形 39944"/>
            <p:cNvSpPr/>
            <p:nvPr/>
          </p:nvSpPr>
          <p:spPr>
            <a:xfrm rot="9069931">
              <a:off x="1025" y="808"/>
              <a:ext cx="885" cy="662"/>
            </a:xfrm>
            <a:custGeom>
              <a:avLst/>
              <a:gdLst>
                <a:gd name="txL" fmla="*/ 0 w 27506"/>
                <a:gd name="txT" fmla="*/ 0 h 21600"/>
                <a:gd name="txR" fmla="*/ 27506 w 27506"/>
                <a:gd name="txB" fmla="*/ 21600 h 21600"/>
              </a:gdLst>
              <a:ahLst/>
              <a:cxnLst>
                <a:cxn ang="180">
                  <a:pos x="0" y="864"/>
                </a:cxn>
                <a:cxn ang="0">
                  <a:pos x="27506" y="19112"/>
                </a:cxn>
                <a:cxn ang="90">
                  <a:pos x="6050" y="21600"/>
                </a:cxn>
              </a:cxnLst>
              <a:rect l="txL" t="txT" r="txR" b="txB"/>
              <a:pathLst>
                <a:path w="27506" h="21600" fill="none">
                  <a:moveTo>
                    <a:pt x="0" y="864"/>
                  </a:moveTo>
                  <a:arcTo wR="21600" hR="21600" stAng="-6375918" swAng="5979055"/>
                </a:path>
                <a:path w="27506" h="21600" stroke="0">
                  <a:moveTo>
                    <a:pt x="27506" y="19112"/>
                  </a:moveTo>
                  <a:arcTo wR="-13825" hR="-21168" stAng="-722888" swAng="13735138"/>
                  <a:lnTo>
                    <a:pt x="0" y="864"/>
                  </a:lnTo>
                  <a:close/>
                </a:path>
              </a:pathLst>
            </a:custGeom>
            <a:solidFill>
              <a:srgbClr val="FFCCFF"/>
            </a:solidFill>
            <a:ln w="9525" cap="flat" cmpd="sng">
              <a:solidFill>
                <a:srgbClr val="000000"/>
              </a:solidFill>
              <a:prstDash val="solid"/>
              <a:headEnd type="none" w="med" len="med"/>
              <a:tailEnd type="none" w="med" len="med"/>
            </a:ln>
          </p:spPr>
          <p:txBody>
            <a:bodyPr rot="10800000"/>
            <a:p>
              <a:pPr marL="914400" lvl="0" indent="-340995" algn="ctr" fontAlgn="base">
                <a:lnSpc>
                  <a:spcPct val="120000"/>
                </a:lnSpc>
                <a:buClr>
                  <a:schemeClr val="tx2"/>
                </a:buClr>
                <a:buSzPct val="95000"/>
                <a:buFont typeface="Wingdings" panose="05000000000000000000" pitchFamily="2" charset="2"/>
                <a:buBlip>
                  <a:blip r:embed="rId1"/>
                </a:buBlip>
              </a:pPr>
              <a:endParaRPr sz="32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39946" name="任意多边形 39945"/>
            <p:cNvSpPr/>
            <p:nvPr/>
          </p:nvSpPr>
          <p:spPr>
            <a:xfrm rot="-528702" flipV="1">
              <a:off x="1533" y="1395"/>
              <a:ext cx="492" cy="172"/>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21600" y="21600"/>
                  </a:moveTo>
                  <a:arcTo wR="-10800" hR="-21600" stAng="0" swAng="12821404"/>
                  <a:lnTo>
                    <a:pt x="0" y="0"/>
                  </a:lnTo>
                  <a:close/>
                </a:path>
              </a:pathLst>
            </a:custGeom>
            <a:solidFill>
              <a:srgbClr val="FFCCFF"/>
            </a:solidFill>
            <a:ln w="9525" cap="flat" cmpd="sng">
              <a:solidFill>
                <a:srgbClr val="000000"/>
              </a:solidFill>
              <a:prstDash val="solid"/>
              <a:headEnd type="none" w="med" len="med"/>
              <a:tailEnd type="none" w="med" len="med"/>
            </a:ln>
          </p:spPr>
          <p:txBody>
            <a:bodyPr rot="10800000"/>
            <a:p>
              <a:pPr marL="914400" lvl="0" indent="-340995" algn="ctr" fontAlgn="base">
                <a:lnSpc>
                  <a:spcPct val="120000"/>
                </a:lnSpc>
                <a:buClr>
                  <a:schemeClr val="tx2"/>
                </a:buClr>
                <a:buSzPct val="95000"/>
                <a:buFont typeface="Wingdings" panose="05000000000000000000" pitchFamily="2" charset="2"/>
                <a:buBlip>
                  <a:blip r:embed="rId1"/>
                </a:buBlip>
              </a:pPr>
              <a:endParaRPr sz="32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39947" name="任意多边形 39946"/>
            <p:cNvSpPr/>
            <p:nvPr/>
          </p:nvSpPr>
          <p:spPr>
            <a:xfrm rot="-528702" flipV="1">
              <a:off x="1534" y="1593"/>
              <a:ext cx="494" cy="193"/>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21600" y="21600"/>
                  </a:moveTo>
                  <a:arcTo wR="-10800" hR="-21600" stAng="0" swAng="12821404"/>
                  <a:lnTo>
                    <a:pt x="0" y="0"/>
                  </a:lnTo>
                  <a:close/>
                </a:path>
              </a:pathLst>
            </a:custGeom>
            <a:solidFill>
              <a:srgbClr val="FFCCFF"/>
            </a:solidFill>
            <a:ln w="9525" cap="flat" cmpd="sng">
              <a:solidFill>
                <a:srgbClr val="000000"/>
              </a:solidFill>
              <a:prstDash val="solid"/>
              <a:headEnd type="none" w="med" len="med"/>
              <a:tailEnd type="none" w="med" len="med"/>
            </a:ln>
          </p:spPr>
          <p:txBody>
            <a:bodyPr rot="10800000"/>
            <a:p>
              <a:pPr marL="914400" lvl="0" indent="-340995" algn="ctr" fontAlgn="base">
                <a:lnSpc>
                  <a:spcPct val="120000"/>
                </a:lnSpc>
                <a:buClr>
                  <a:schemeClr val="tx2"/>
                </a:buClr>
                <a:buSzPct val="95000"/>
                <a:buFont typeface="Wingdings" panose="05000000000000000000" pitchFamily="2" charset="2"/>
                <a:buBlip>
                  <a:blip r:embed="rId1"/>
                </a:buBlip>
              </a:pPr>
              <a:endParaRPr sz="32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39948" name="任意多边形 39947"/>
            <p:cNvSpPr/>
            <p:nvPr/>
          </p:nvSpPr>
          <p:spPr>
            <a:xfrm rot="-528702" flipV="1">
              <a:off x="1491" y="942"/>
              <a:ext cx="519" cy="194"/>
            </a:xfrm>
            <a:custGeom>
              <a:avLst/>
              <a:gdLst>
                <a:gd name="txL" fmla="*/ 0 w 22743"/>
                <a:gd name="txT" fmla="*/ 0 h 21600"/>
                <a:gd name="txR" fmla="*/ 22743 w 22743"/>
                <a:gd name="txB" fmla="*/ 21600 h 21600"/>
              </a:gdLst>
              <a:ahLst/>
              <a:cxnLst>
                <a:cxn ang="180">
                  <a:pos x="0" y="174"/>
                </a:cxn>
                <a:cxn ang="0">
                  <a:pos x="22743" y="13452"/>
                </a:cxn>
                <a:cxn ang="90">
                  <a:pos x="2739" y="21600"/>
                </a:cxn>
              </a:cxnLst>
              <a:rect l="txL" t="txT" r="txR" b="txB"/>
              <a:pathLst>
                <a:path w="22743" h="21600" fill="none">
                  <a:moveTo>
                    <a:pt x="0" y="174"/>
                  </a:moveTo>
                  <a:arcTo wR="21600" hR="21600" stAng="-5837095" swAng="4507376"/>
                </a:path>
                <a:path w="22743" h="21600" stroke="0">
                  <a:moveTo>
                    <a:pt x="22743" y="13452"/>
                  </a:moveTo>
                  <a:arcTo wR="-12169" hR="-21513" stAng="-2274681" swAng="15171673"/>
                  <a:lnTo>
                    <a:pt x="0" y="174"/>
                  </a:lnTo>
                  <a:close/>
                </a:path>
              </a:pathLst>
            </a:custGeom>
            <a:solidFill>
              <a:srgbClr val="FFCCFF"/>
            </a:solidFill>
            <a:ln w="9525" cap="flat" cmpd="sng">
              <a:solidFill>
                <a:srgbClr val="000000"/>
              </a:solidFill>
              <a:prstDash val="solid"/>
              <a:headEnd type="none" w="med" len="med"/>
              <a:tailEnd type="none" w="med" len="med"/>
            </a:ln>
          </p:spPr>
          <p:txBody>
            <a:bodyPr rot="10800000"/>
            <a:p>
              <a:pPr marL="914400" lvl="0" indent="-340995" algn="ctr" fontAlgn="base">
                <a:lnSpc>
                  <a:spcPct val="120000"/>
                </a:lnSpc>
                <a:buClr>
                  <a:schemeClr val="tx2"/>
                </a:buClr>
                <a:buSzPct val="95000"/>
                <a:buFont typeface="Wingdings" panose="05000000000000000000" pitchFamily="2" charset="2"/>
                <a:buBlip>
                  <a:blip r:embed="rId1"/>
                </a:buBlip>
              </a:pPr>
              <a:endParaRPr sz="32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39949" name="任意多边形 39948"/>
            <p:cNvSpPr/>
            <p:nvPr/>
          </p:nvSpPr>
          <p:spPr>
            <a:xfrm rot="-528702" flipV="1">
              <a:off x="1473" y="748"/>
              <a:ext cx="565" cy="193"/>
            </a:xfrm>
            <a:custGeom>
              <a:avLst/>
              <a:gdLst>
                <a:gd name="txL" fmla="*/ 0 w 24730"/>
                <a:gd name="txT" fmla="*/ 0 h 21600"/>
                <a:gd name="txR" fmla="*/ 24730 w 24730"/>
                <a:gd name="txB" fmla="*/ 21600 h 21600"/>
              </a:gdLst>
              <a:ahLst/>
              <a:cxnLst>
                <a:cxn ang="180">
                  <a:pos x="0" y="228"/>
                </a:cxn>
                <a:cxn ang="0">
                  <a:pos x="24730" y="21600"/>
                </a:cxn>
                <a:cxn ang="90">
                  <a:pos x="3130" y="21600"/>
                </a:cxn>
              </a:cxnLst>
              <a:rect l="txL" t="txT" r="txR" b="txB"/>
              <a:pathLst>
                <a:path w="24730" h="21600" fill="none">
                  <a:moveTo>
                    <a:pt x="0" y="228"/>
                  </a:moveTo>
                  <a:arcTo wR="21600" hR="21600" stAng="-5899915" swAng="5899915"/>
                </a:path>
                <a:path w="24730" h="21600" stroke="0">
                  <a:moveTo>
                    <a:pt x="24730" y="21600"/>
                  </a:moveTo>
                  <a:arcTo wR="-12365" hR="-21486" stAng="-31694" swAng="12940886"/>
                  <a:lnTo>
                    <a:pt x="0" y="228"/>
                  </a:lnTo>
                  <a:close/>
                </a:path>
              </a:pathLst>
            </a:custGeom>
            <a:solidFill>
              <a:srgbClr val="FFCCFF"/>
            </a:solidFill>
            <a:ln w="9525" cap="flat" cmpd="sng">
              <a:solidFill>
                <a:srgbClr val="000000"/>
              </a:solidFill>
              <a:prstDash val="solid"/>
              <a:headEnd type="none" w="med" len="med"/>
              <a:tailEnd type="none" w="med" len="med"/>
            </a:ln>
          </p:spPr>
          <p:txBody>
            <a:bodyPr rot="10800000"/>
            <a:p>
              <a:pPr marL="914400" lvl="0" indent="-340995" algn="ctr" fontAlgn="base">
                <a:lnSpc>
                  <a:spcPct val="120000"/>
                </a:lnSpc>
                <a:buClr>
                  <a:schemeClr val="tx2"/>
                </a:buClr>
                <a:buSzPct val="95000"/>
                <a:buFont typeface="Wingdings" panose="05000000000000000000" pitchFamily="2" charset="2"/>
                <a:buBlip>
                  <a:blip r:embed="rId1"/>
                </a:buBlip>
              </a:pPr>
              <a:endParaRPr sz="32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47117" name="直接连接符 39949"/>
            <p:cNvSpPr/>
            <p:nvPr/>
          </p:nvSpPr>
          <p:spPr>
            <a:xfrm>
              <a:off x="1507" y="748"/>
              <a:ext cx="0" cy="227"/>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7118" name="直接连接符 39950"/>
            <p:cNvSpPr/>
            <p:nvPr/>
          </p:nvSpPr>
          <p:spPr>
            <a:xfrm>
              <a:off x="1516" y="1169"/>
              <a:ext cx="0" cy="228"/>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7119" name="文本框 39951"/>
            <p:cNvSpPr txBox="1"/>
            <p:nvPr/>
          </p:nvSpPr>
          <p:spPr>
            <a:xfrm>
              <a:off x="2629" y="1363"/>
              <a:ext cx="703" cy="363"/>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lnSpc>
                  <a:spcPct val="150000"/>
                </a:lnSpc>
                <a:spcBef>
                  <a:spcPct val="30000"/>
                </a:spcBef>
                <a:buClr>
                  <a:srgbClr val="000000"/>
                </a:buClr>
              </a:pPr>
              <a:r>
                <a:rPr lang="zh-CN" altLang="en-US" sz="1600" b="1">
                  <a:solidFill>
                    <a:schemeClr val="tx1"/>
                  </a:solidFill>
                  <a:latin typeface="Times New Roman" panose="02020603050405020304" charset="0"/>
                  <a:ea typeface="宋体" panose="02010600030101010101" pitchFamily="2" charset="-122"/>
                </a:rPr>
                <a:t>虚宽行</a:t>
              </a:r>
              <a:r>
                <a:rPr lang="en-US" altLang="zh-CN" sz="1600" b="1" baseline="-25000">
                  <a:solidFill>
                    <a:schemeClr val="tx1"/>
                  </a:solidFill>
                  <a:latin typeface="Times New Roman" panose="02020603050405020304" charset="0"/>
                  <a:ea typeface="宋体" panose="02010600030101010101" pitchFamily="2" charset="-122"/>
                </a:rPr>
                <a:t>1</a:t>
              </a:r>
              <a:endParaRPr lang="en-US" altLang="zh-CN" sz="1600" b="1" baseline="-25000">
                <a:solidFill>
                  <a:schemeClr val="tx1"/>
                </a:solidFill>
                <a:latin typeface="Times New Roman" panose="02020603050405020304" charset="0"/>
                <a:ea typeface="宋体" panose="02010600030101010101" pitchFamily="2" charset="-122"/>
              </a:endParaRPr>
            </a:p>
          </p:txBody>
        </p:sp>
        <p:sp>
          <p:nvSpPr>
            <p:cNvPr id="47120" name="文本框 39952"/>
            <p:cNvSpPr txBox="1"/>
            <p:nvPr/>
          </p:nvSpPr>
          <p:spPr>
            <a:xfrm>
              <a:off x="2629" y="1942"/>
              <a:ext cx="703" cy="363"/>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lnSpc>
                  <a:spcPct val="150000"/>
                </a:lnSpc>
                <a:spcBef>
                  <a:spcPct val="30000"/>
                </a:spcBef>
                <a:buClr>
                  <a:srgbClr val="000000"/>
                </a:buClr>
              </a:pPr>
              <a:r>
                <a:rPr lang="zh-CN" altLang="en-US" sz="1600" b="1">
                  <a:solidFill>
                    <a:schemeClr val="tx1"/>
                  </a:solidFill>
                  <a:latin typeface="Times New Roman" panose="02020603050405020304" charset="0"/>
                  <a:ea typeface="宋体" panose="02010600030101010101" pitchFamily="2" charset="-122"/>
                </a:rPr>
                <a:t>虚宽行</a:t>
              </a:r>
              <a:r>
                <a:rPr lang="en-US" altLang="zh-CN" sz="1600" b="1" baseline="-25000">
                  <a:solidFill>
                    <a:schemeClr val="tx1"/>
                  </a:solidFill>
                  <a:latin typeface="Times New Roman" panose="02020603050405020304" charset="0"/>
                  <a:ea typeface="宋体" panose="02010600030101010101" pitchFamily="2" charset="-122"/>
                </a:rPr>
                <a:t>2</a:t>
              </a:r>
              <a:endParaRPr lang="en-US" altLang="zh-CN" sz="1600" b="1" baseline="-25000">
                <a:solidFill>
                  <a:schemeClr val="tx1"/>
                </a:solidFill>
                <a:latin typeface="Times New Roman" panose="02020603050405020304" charset="0"/>
                <a:ea typeface="宋体" panose="02010600030101010101" pitchFamily="2" charset="-122"/>
              </a:endParaRPr>
            </a:p>
          </p:txBody>
        </p:sp>
        <p:sp>
          <p:nvSpPr>
            <p:cNvPr id="47121" name="文本框 39953"/>
            <p:cNvSpPr txBox="1"/>
            <p:nvPr/>
          </p:nvSpPr>
          <p:spPr>
            <a:xfrm>
              <a:off x="3765" y="55"/>
              <a:ext cx="637" cy="321"/>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lnSpc>
                  <a:spcPct val="130000"/>
                </a:lnSpc>
                <a:buClr>
                  <a:srgbClr val="000000"/>
                </a:buClr>
              </a:pPr>
              <a:r>
                <a:rPr lang="zh-CN" altLang="en-US" sz="1600" b="1">
                  <a:solidFill>
                    <a:schemeClr val="tx1"/>
                  </a:solidFill>
                  <a:latin typeface="Times New Roman" panose="02020603050405020304" charset="0"/>
                  <a:ea typeface="宋体" panose="02010600030101010101" pitchFamily="2" charset="-122"/>
                </a:rPr>
                <a:t>进程</a:t>
              </a:r>
              <a:r>
                <a:rPr lang="en-US" altLang="zh-CN" sz="1600" b="1">
                  <a:solidFill>
                    <a:schemeClr val="tx1"/>
                  </a:solidFill>
                  <a:latin typeface="Times New Roman" panose="02020603050405020304" charset="0"/>
                  <a:ea typeface="宋体" panose="02010600030101010101" pitchFamily="2" charset="-122"/>
                </a:rPr>
                <a:t>A</a:t>
              </a:r>
              <a:endParaRPr lang="en-US" altLang="zh-CN" sz="1600" b="1">
                <a:solidFill>
                  <a:schemeClr val="tx1"/>
                </a:solidFill>
                <a:latin typeface="Times New Roman" panose="02020603050405020304" charset="0"/>
                <a:ea typeface="宋体" panose="02010600030101010101" pitchFamily="2" charset="-122"/>
              </a:endParaRPr>
            </a:p>
          </p:txBody>
        </p:sp>
        <p:sp>
          <p:nvSpPr>
            <p:cNvPr id="47122" name="文本框 39954"/>
            <p:cNvSpPr txBox="1"/>
            <p:nvPr/>
          </p:nvSpPr>
          <p:spPr>
            <a:xfrm>
              <a:off x="3765" y="741"/>
              <a:ext cx="637" cy="320"/>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lnSpc>
                  <a:spcPct val="130000"/>
                </a:lnSpc>
                <a:buClr>
                  <a:srgbClr val="000000"/>
                </a:buClr>
              </a:pPr>
              <a:r>
                <a:rPr lang="zh-CN" altLang="en-US" sz="1600" b="1">
                  <a:solidFill>
                    <a:schemeClr val="tx1"/>
                  </a:solidFill>
                  <a:latin typeface="Times New Roman" panose="02020603050405020304" charset="0"/>
                  <a:ea typeface="宋体" panose="02010600030101010101" pitchFamily="2" charset="-122"/>
                </a:rPr>
                <a:t>进程</a:t>
              </a:r>
              <a:r>
                <a:rPr lang="en-US" altLang="zh-CN" sz="1600" b="1">
                  <a:solidFill>
                    <a:schemeClr val="tx1"/>
                  </a:solidFill>
                  <a:latin typeface="Times New Roman" panose="02020603050405020304" charset="0"/>
                  <a:ea typeface="宋体" panose="02010600030101010101" pitchFamily="2" charset="-122"/>
                </a:rPr>
                <a:t>B</a:t>
              </a:r>
              <a:endParaRPr lang="en-US" altLang="zh-CN" sz="1600" b="1">
                <a:solidFill>
                  <a:schemeClr val="tx1"/>
                </a:solidFill>
                <a:latin typeface="Times New Roman" panose="02020603050405020304" charset="0"/>
                <a:ea typeface="宋体" panose="02010600030101010101" pitchFamily="2" charset="-122"/>
              </a:endParaRPr>
            </a:p>
          </p:txBody>
        </p:sp>
        <p:sp>
          <p:nvSpPr>
            <p:cNvPr id="47123" name="文本框 39955"/>
            <p:cNvSpPr txBox="1"/>
            <p:nvPr/>
          </p:nvSpPr>
          <p:spPr>
            <a:xfrm>
              <a:off x="3765" y="1387"/>
              <a:ext cx="637" cy="321"/>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lnSpc>
                  <a:spcPct val="130000"/>
                </a:lnSpc>
                <a:buClr>
                  <a:srgbClr val="000000"/>
                </a:buClr>
              </a:pPr>
              <a:r>
                <a:rPr lang="zh-CN" altLang="en-US" sz="1600" b="1">
                  <a:solidFill>
                    <a:schemeClr val="tx1"/>
                  </a:solidFill>
                  <a:latin typeface="Times New Roman" panose="02020603050405020304" charset="0"/>
                  <a:ea typeface="宋体" panose="02010600030101010101" pitchFamily="2" charset="-122"/>
                </a:rPr>
                <a:t>进程</a:t>
              </a:r>
              <a:r>
                <a:rPr lang="en-US" altLang="zh-CN" sz="1600" b="1">
                  <a:solidFill>
                    <a:schemeClr val="tx1"/>
                  </a:solidFill>
                  <a:latin typeface="Times New Roman" panose="02020603050405020304" charset="0"/>
                  <a:ea typeface="宋体" panose="02010600030101010101" pitchFamily="2" charset="-122"/>
                </a:rPr>
                <a:t>C</a:t>
              </a:r>
              <a:endParaRPr lang="en-US" altLang="zh-CN" sz="1600" b="1">
                <a:solidFill>
                  <a:schemeClr val="tx1"/>
                </a:solidFill>
                <a:latin typeface="Times New Roman" panose="02020603050405020304" charset="0"/>
                <a:ea typeface="宋体" panose="02010600030101010101" pitchFamily="2" charset="-122"/>
              </a:endParaRPr>
            </a:p>
          </p:txBody>
        </p:sp>
        <p:sp>
          <p:nvSpPr>
            <p:cNvPr id="47124" name="文本框 39956"/>
            <p:cNvSpPr txBox="1"/>
            <p:nvPr/>
          </p:nvSpPr>
          <p:spPr>
            <a:xfrm>
              <a:off x="3765" y="1957"/>
              <a:ext cx="637" cy="321"/>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lnSpc>
                  <a:spcPct val="130000"/>
                </a:lnSpc>
                <a:buClr>
                  <a:srgbClr val="000000"/>
                </a:buClr>
              </a:pPr>
              <a:r>
                <a:rPr lang="zh-CN" altLang="en-US" sz="1600" b="1">
                  <a:solidFill>
                    <a:schemeClr val="tx1"/>
                  </a:solidFill>
                  <a:latin typeface="Times New Roman" panose="02020603050405020304" charset="0"/>
                  <a:ea typeface="宋体" panose="02010600030101010101" pitchFamily="2" charset="-122"/>
                </a:rPr>
                <a:t>进程</a:t>
              </a:r>
              <a:r>
                <a:rPr lang="en-US" altLang="zh-CN" sz="1600" b="1">
                  <a:solidFill>
                    <a:schemeClr val="tx1"/>
                  </a:solidFill>
                  <a:latin typeface="Times New Roman" panose="02020603050405020304" charset="0"/>
                  <a:ea typeface="宋体" panose="02010600030101010101" pitchFamily="2" charset="-122"/>
                </a:rPr>
                <a:t>D</a:t>
              </a:r>
              <a:endParaRPr lang="en-US" altLang="zh-CN" sz="1600" b="1">
                <a:solidFill>
                  <a:schemeClr val="tx1"/>
                </a:solidFill>
                <a:latin typeface="Times New Roman" panose="02020603050405020304" charset="0"/>
                <a:ea typeface="宋体" panose="02010600030101010101" pitchFamily="2" charset="-122"/>
              </a:endParaRPr>
            </a:p>
          </p:txBody>
        </p:sp>
        <p:sp>
          <p:nvSpPr>
            <p:cNvPr id="47125" name="文本框 39957"/>
            <p:cNvSpPr txBox="1"/>
            <p:nvPr/>
          </p:nvSpPr>
          <p:spPr>
            <a:xfrm>
              <a:off x="985" y="850"/>
              <a:ext cx="573" cy="267"/>
            </a:xfrm>
            <a:prstGeom prst="rect">
              <a:avLst/>
            </a:prstGeom>
            <a:noFill/>
            <a:ln w="9525">
              <a:noFill/>
              <a:miter/>
            </a:ln>
          </p:spPr>
          <p:txBody>
            <a:bodyPr anchor="t"/>
            <a:p>
              <a:pPr lvl="0" algn="just">
                <a:buClr>
                  <a:srgbClr val="000000"/>
                </a:buClr>
              </a:pPr>
              <a:r>
                <a:rPr lang="zh-CN" altLang="en-US" sz="1600" b="1">
                  <a:solidFill>
                    <a:schemeClr val="tx1"/>
                  </a:solidFill>
                  <a:latin typeface="Times New Roman" panose="02020603050405020304" charset="0"/>
                  <a:ea typeface="宋体" panose="02010600030101010101" pitchFamily="2" charset="-122"/>
                </a:rPr>
                <a:t>输入井</a:t>
              </a:r>
              <a:endParaRPr lang="zh-CN" altLang="en-US" sz="1600" b="1">
                <a:solidFill>
                  <a:schemeClr val="tx1"/>
                </a:solidFill>
                <a:latin typeface="Times New Roman" panose="02020603050405020304" charset="0"/>
                <a:ea typeface="宋体" panose="02010600030101010101" pitchFamily="2" charset="-122"/>
              </a:endParaRPr>
            </a:p>
          </p:txBody>
        </p:sp>
        <p:sp>
          <p:nvSpPr>
            <p:cNvPr id="47126" name="文本框 39958"/>
            <p:cNvSpPr txBox="1"/>
            <p:nvPr/>
          </p:nvSpPr>
          <p:spPr>
            <a:xfrm>
              <a:off x="968" y="1468"/>
              <a:ext cx="550" cy="320"/>
            </a:xfrm>
            <a:prstGeom prst="rect">
              <a:avLst/>
            </a:prstGeom>
            <a:noFill/>
            <a:ln w="9525">
              <a:noFill/>
              <a:miter/>
            </a:ln>
          </p:spPr>
          <p:txBody>
            <a:bodyPr anchor="t"/>
            <a:p>
              <a:pPr lvl="0" algn="just">
                <a:buClr>
                  <a:srgbClr val="000000"/>
                </a:buClr>
              </a:pPr>
              <a:r>
                <a:rPr lang="zh-CN" altLang="en-US" sz="1600" b="1">
                  <a:solidFill>
                    <a:schemeClr val="tx1"/>
                  </a:solidFill>
                  <a:latin typeface="Times New Roman" panose="02020603050405020304" charset="0"/>
                  <a:ea typeface="宋体" panose="02010600030101010101" pitchFamily="2" charset="-122"/>
                </a:rPr>
                <a:t>输出井</a:t>
              </a:r>
              <a:endParaRPr lang="zh-CN" altLang="en-US" sz="1600" b="1">
                <a:solidFill>
                  <a:schemeClr val="tx1"/>
                </a:solidFill>
                <a:latin typeface="Times New Roman" panose="02020603050405020304" charset="0"/>
                <a:ea typeface="宋体" panose="02010600030101010101" pitchFamily="2" charset="-122"/>
              </a:endParaRPr>
            </a:p>
          </p:txBody>
        </p:sp>
        <p:sp>
          <p:nvSpPr>
            <p:cNvPr id="47127" name="文本框 39959"/>
            <p:cNvSpPr txBox="1"/>
            <p:nvPr/>
          </p:nvSpPr>
          <p:spPr>
            <a:xfrm>
              <a:off x="0" y="566"/>
              <a:ext cx="589" cy="363"/>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lnSpc>
                  <a:spcPct val="130000"/>
                </a:lnSpc>
                <a:buClr>
                  <a:srgbClr val="000000"/>
                </a:buClr>
              </a:pPr>
              <a:r>
                <a:rPr lang="zh-CN" altLang="en-US" sz="1600" b="1">
                  <a:solidFill>
                    <a:schemeClr val="tx1"/>
                  </a:solidFill>
                  <a:latin typeface="Times New Roman" panose="02020603050405020304" charset="0"/>
                  <a:ea typeface="宋体" panose="02010600030101010101" pitchFamily="2" charset="-122"/>
                </a:rPr>
                <a:t>输入机</a:t>
              </a:r>
              <a:endParaRPr lang="zh-CN" altLang="en-US" sz="1600" b="1">
                <a:solidFill>
                  <a:schemeClr val="tx1"/>
                </a:solidFill>
                <a:latin typeface="Times New Roman" panose="02020603050405020304" charset="0"/>
                <a:ea typeface="宋体" panose="02010600030101010101" pitchFamily="2" charset="-122"/>
              </a:endParaRPr>
            </a:p>
          </p:txBody>
        </p:sp>
        <p:sp>
          <p:nvSpPr>
            <p:cNvPr id="47128" name="文本框 39960"/>
            <p:cNvSpPr txBox="1"/>
            <p:nvPr/>
          </p:nvSpPr>
          <p:spPr>
            <a:xfrm>
              <a:off x="20" y="1261"/>
              <a:ext cx="589" cy="363"/>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lnSpc>
                  <a:spcPct val="130000"/>
                </a:lnSpc>
                <a:buClr>
                  <a:srgbClr val="000000"/>
                </a:buClr>
              </a:pPr>
              <a:r>
                <a:rPr lang="zh-CN" altLang="en-US" sz="1600" b="1">
                  <a:solidFill>
                    <a:schemeClr val="tx1"/>
                  </a:solidFill>
                  <a:latin typeface="Times New Roman" panose="02020603050405020304" charset="0"/>
                  <a:ea typeface="宋体" panose="02010600030101010101" pitchFamily="2" charset="-122"/>
                </a:rPr>
                <a:t>打印机</a:t>
              </a:r>
              <a:endParaRPr lang="zh-CN" altLang="en-US" sz="1600" b="1">
                <a:solidFill>
                  <a:schemeClr val="tx1"/>
                </a:solidFill>
                <a:latin typeface="Times New Roman" panose="02020603050405020304" charset="0"/>
                <a:ea typeface="宋体" panose="02010600030101010101" pitchFamily="2" charset="-122"/>
              </a:endParaRPr>
            </a:p>
          </p:txBody>
        </p:sp>
        <p:sp>
          <p:nvSpPr>
            <p:cNvPr id="47129" name="直接连接符 39961"/>
            <p:cNvSpPr/>
            <p:nvPr/>
          </p:nvSpPr>
          <p:spPr>
            <a:xfrm>
              <a:off x="598" y="750"/>
              <a:ext cx="503" cy="0"/>
            </a:xfrm>
            <a:prstGeom prst="line">
              <a:avLst/>
            </a:prstGeom>
            <a:ln w="254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7130" name="直接连接符 39962"/>
            <p:cNvSpPr/>
            <p:nvPr/>
          </p:nvSpPr>
          <p:spPr>
            <a:xfrm flipH="1">
              <a:off x="616" y="1422"/>
              <a:ext cx="406" cy="0"/>
            </a:xfrm>
            <a:prstGeom prst="line">
              <a:avLst/>
            </a:prstGeom>
            <a:ln w="254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7131" name="直接连接符 39963"/>
            <p:cNvSpPr/>
            <p:nvPr/>
          </p:nvSpPr>
          <p:spPr>
            <a:xfrm flipV="1">
              <a:off x="1941" y="200"/>
              <a:ext cx="675" cy="489"/>
            </a:xfrm>
            <a:prstGeom prst="line">
              <a:avLst/>
            </a:prstGeom>
            <a:ln w="254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7132" name="直接连接符 39964"/>
            <p:cNvSpPr/>
            <p:nvPr/>
          </p:nvSpPr>
          <p:spPr>
            <a:xfrm flipV="1">
              <a:off x="1952" y="898"/>
              <a:ext cx="646" cy="210"/>
            </a:xfrm>
            <a:prstGeom prst="line">
              <a:avLst/>
            </a:prstGeom>
            <a:ln w="254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7133" name="直接连接符 39965"/>
            <p:cNvSpPr/>
            <p:nvPr/>
          </p:nvSpPr>
          <p:spPr>
            <a:xfrm flipH="1">
              <a:off x="1913" y="1486"/>
              <a:ext cx="705" cy="87"/>
            </a:xfrm>
            <a:prstGeom prst="line">
              <a:avLst/>
            </a:prstGeom>
            <a:ln w="254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7134" name="直接连接符 39966"/>
            <p:cNvSpPr/>
            <p:nvPr/>
          </p:nvSpPr>
          <p:spPr>
            <a:xfrm flipH="1" flipV="1">
              <a:off x="1878" y="1786"/>
              <a:ext cx="757" cy="320"/>
            </a:xfrm>
            <a:prstGeom prst="line">
              <a:avLst/>
            </a:prstGeom>
            <a:ln w="254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7135" name="直接连接符 39967"/>
            <p:cNvSpPr/>
            <p:nvPr/>
          </p:nvSpPr>
          <p:spPr>
            <a:xfrm>
              <a:off x="3224" y="221"/>
              <a:ext cx="541" cy="0"/>
            </a:xfrm>
            <a:prstGeom prst="line">
              <a:avLst/>
            </a:prstGeom>
            <a:ln w="2540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7136" name="文本框 39968"/>
            <p:cNvSpPr txBox="1"/>
            <p:nvPr/>
          </p:nvSpPr>
          <p:spPr>
            <a:xfrm>
              <a:off x="2607" y="0"/>
              <a:ext cx="703" cy="453"/>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lnSpc>
                  <a:spcPct val="170000"/>
                </a:lnSpc>
                <a:spcBef>
                  <a:spcPct val="30000"/>
                </a:spcBef>
                <a:buClr>
                  <a:srgbClr val="000000"/>
                </a:buClr>
              </a:pPr>
              <a:r>
                <a:rPr lang="zh-CN" altLang="en-US" sz="1600" b="1">
                  <a:solidFill>
                    <a:schemeClr val="tx1"/>
                  </a:solidFill>
                  <a:latin typeface="Times New Roman" panose="02020603050405020304" charset="0"/>
                  <a:ea typeface="宋体" panose="02010600030101010101" pitchFamily="2" charset="-122"/>
                </a:rPr>
                <a:t>虚输入机</a:t>
              </a:r>
              <a:r>
                <a:rPr lang="en-US" altLang="zh-CN" sz="1600" b="1" baseline="-25000">
                  <a:solidFill>
                    <a:schemeClr val="tx1"/>
                  </a:solidFill>
                  <a:latin typeface="Times New Roman" panose="02020603050405020304" charset="0"/>
                  <a:ea typeface="宋体" panose="02010600030101010101" pitchFamily="2" charset="-122"/>
                </a:rPr>
                <a:t>1</a:t>
              </a:r>
              <a:endParaRPr lang="en-US" altLang="zh-CN" sz="1600" b="1" baseline="-25000">
                <a:solidFill>
                  <a:schemeClr val="tx1"/>
                </a:solidFill>
                <a:latin typeface="Times New Roman" panose="02020603050405020304" charset="0"/>
                <a:ea typeface="宋体" panose="02010600030101010101" pitchFamily="2" charset="-122"/>
              </a:endParaRPr>
            </a:p>
          </p:txBody>
        </p:sp>
        <p:sp>
          <p:nvSpPr>
            <p:cNvPr id="47137" name="文本框 39969"/>
            <p:cNvSpPr txBox="1"/>
            <p:nvPr/>
          </p:nvSpPr>
          <p:spPr>
            <a:xfrm>
              <a:off x="2607" y="677"/>
              <a:ext cx="703" cy="453"/>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lnSpc>
                  <a:spcPct val="170000"/>
                </a:lnSpc>
                <a:spcBef>
                  <a:spcPct val="30000"/>
                </a:spcBef>
                <a:buClr>
                  <a:schemeClr val="tx2"/>
                </a:buClr>
                <a:buSzPct val="95000"/>
                <a:buFont typeface="Wingdings" panose="05000000000000000000" pitchFamily="2" charset="2"/>
                <a:buNone/>
              </a:pPr>
              <a:r>
                <a:rPr lang="zh-CN" altLang="en-US" sz="1600" b="1">
                  <a:solidFill>
                    <a:schemeClr val="tx1"/>
                  </a:solidFill>
                  <a:latin typeface="Times New Roman" panose="02020603050405020304" charset="0"/>
                  <a:ea typeface="宋体" panose="02010600030101010101" pitchFamily="2" charset="-122"/>
                </a:rPr>
                <a:t>虚输入机</a:t>
              </a:r>
              <a:r>
                <a:rPr lang="en-US" altLang="zh-CN" sz="1600" b="1" baseline="-25000">
                  <a:solidFill>
                    <a:schemeClr val="tx1"/>
                  </a:solidFill>
                  <a:latin typeface="Times New Roman" panose="02020603050405020304" charset="0"/>
                  <a:ea typeface="宋体" panose="02010600030101010101" pitchFamily="2" charset="-122"/>
                </a:rPr>
                <a:t>2</a:t>
              </a:r>
              <a:endParaRPr lang="en-US" altLang="zh-CN" sz="1600" b="1" baseline="-25000">
                <a:solidFill>
                  <a:schemeClr val="tx1"/>
                </a:solidFill>
                <a:latin typeface="Times New Roman" panose="02020603050405020304" charset="0"/>
                <a:ea typeface="宋体" panose="02010600030101010101" pitchFamily="2" charset="-122"/>
              </a:endParaRPr>
            </a:p>
          </p:txBody>
        </p:sp>
        <p:sp>
          <p:nvSpPr>
            <p:cNvPr id="47138" name="直接连接符 39970"/>
            <p:cNvSpPr/>
            <p:nvPr/>
          </p:nvSpPr>
          <p:spPr>
            <a:xfrm>
              <a:off x="1554" y="1602"/>
              <a:ext cx="0" cy="331"/>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grpSp>
      <p:sp>
        <p:nvSpPr>
          <p:cNvPr id="39972" name="文本框 39971"/>
          <p:cNvSpPr txBox="1"/>
          <p:nvPr/>
        </p:nvSpPr>
        <p:spPr>
          <a:xfrm>
            <a:off x="2911475" y="4953000"/>
            <a:ext cx="1809750" cy="337185"/>
          </a:xfrm>
          <a:prstGeom prst="rect">
            <a:avLst/>
          </a:prstGeom>
          <a:noFill/>
          <a:ln w="9525">
            <a:noFill/>
            <a:miter/>
          </a:ln>
        </p:spPr>
        <p:txBody>
          <a:bodyPr anchor="t">
            <a:spAutoFit/>
          </a:bodyPr>
          <a:p>
            <a:pPr lvl="0" algn="ctr">
              <a:spcBef>
                <a:spcPct val="30000"/>
              </a:spcBef>
              <a:buClr>
                <a:srgbClr val="000000"/>
              </a:buClr>
            </a:pPr>
            <a:r>
              <a:rPr lang="zh-CN" altLang="en-US" sz="1600">
                <a:solidFill>
                  <a:schemeClr val="tx1"/>
                </a:solidFill>
                <a:latin typeface="Times New Roman" panose="02020603050405020304" charset="0"/>
                <a:ea typeface="宋体" panose="02010600030101010101" pitchFamily="2" charset="-122"/>
              </a:rPr>
              <a:t>虚拟设备</a:t>
            </a:r>
            <a:endParaRPr lang="zh-CN" altLang="en-US" sz="1600">
              <a:solidFill>
                <a:schemeClr val="tx1"/>
              </a:solidFill>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3997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文本框 4300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34</a:t>
            </a:r>
            <a:endParaRPr lang="en-US" altLang="zh-CN" sz="1400">
              <a:solidFill>
                <a:schemeClr val="tx2"/>
              </a:solidFill>
              <a:latin typeface="Times New Roman" panose="02020603050405020304" charset="0"/>
              <a:ea typeface="宋体" panose="02010600030101010101" pitchFamily="2" charset="-122"/>
            </a:endParaRPr>
          </a:p>
        </p:txBody>
      </p:sp>
      <p:sp>
        <p:nvSpPr>
          <p:cNvPr id="43011" name="矩形 43010"/>
          <p:cNvSpPr/>
          <p:nvPr/>
        </p:nvSpPr>
        <p:spPr>
          <a:xfrm>
            <a:off x="257175" y="897255"/>
            <a:ext cx="8688388" cy="419481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(4) </a:t>
            </a:r>
            <a:r>
              <a:rPr lang="zh-CN" altLang="en-US" sz="2800" b="1" strike="noStrike" noProof="1">
                <a:solidFill>
                  <a:srgbClr val="A50021"/>
                </a:solidFill>
                <a:latin typeface="Times New Roman" panose="02020603050405020304" charset="0"/>
                <a:ea typeface="宋体" panose="02010600030101010101" pitchFamily="2" charset="-122"/>
                <a:cs typeface="+mn-ea"/>
              </a:rPr>
              <a:t>实现</a:t>
            </a:r>
            <a:r>
              <a:rPr lang="en-US" altLang="zh-CN" sz="2800" b="1" strike="noStrike" noProof="1">
                <a:solidFill>
                  <a:srgbClr val="A50021"/>
                </a:solidFill>
                <a:latin typeface="Times New Roman" panose="02020603050405020304" charset="0"/>
                <a:ea typeface="宋体" panose="02010600030101010101" pitchFamily="2" charset="-122"/>
                <a:cs typeface="+mn-ea"/>
              </a:rPr>
              <a:t>SPOOLING</a:t>
            </a:r>
            <a:r>
              <a:rPr lang="zh-CN" altLang="en-US" sz="2800" b="1" strike="noStrike" noProof="1">
                <a:solidFill>
                  <a:srgbClr val="A50021"/>
                </a:solidFill>
                <a:latin typeface="Times New Roman" panose="02020603050405020304" charset="0"/>
                <a:ea typeface="宋体" panose="02010600030101010101" pitchFamily="2" charset="-122"/>
                <a:cs typeface="+mn-ea"/>
              </a:rPr>
              <a:t>系统的基础</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en-US" altLang="zh-CN" sz="2400" b="1" strike="noStrike" noProof="1">
                <a:solidFill>
                  <a:srgbClr val="000099"/>
                </a:solidFill>
                <a:latin typeface="宋体" panose="02010600030101010101" pitchFamily="2" charset="-122"/>
                <a:ea typeface="宋体" panose="02010600030101010101" pitchFamily="2" charset="-122"/>
                <a:cs typeface="+mn-ea"/>
              </a:rPr>
              <a:t>① </a:t>
            </a:r>
            <a:r>
              <a:rPr lang="zh-CN" altLang="en-US" sz="2400" b="1" strike="noStrike" noProof="1">
                <a:solidFill>
                  <a:srgbClr val="000099"/>
                </a:solidFill>
                <a:latin typeface="Times New Roman" panose="02020603050405020304" charset="0"/>
                <a:ea typeface="宋体" panose="02010600030101010101" pitchFamily="2" charset="-122"/>
                <a:cs typeface="+mn-ea"/>
              </a:rPr>
              <a:t>大容量的辅存空间</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x-none" altLang="zh-CN" sz="24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在辅存上需开辟两个较大的输入井和输出井，用以存放大量应用程序的输入信息和输出信息。</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en-US" altLang="zh-CN" sz="2400" b="1" strike="noStrike" noProof="1">
                <a:solidFill>
                  <a:srgbClr val="000099"/>
                </a:solidFill>
                <a:latin typeface="宋体" panose="02010600030101010101" pitchFamily="2" charset="-122"/>
                <a:ea typeface="宋体" panose="02010600030101010101" pitchFamily="2" charset="-122"/>
                <a:cs typeface="+mn-ea"/>
              </a:rPr>
              <a:t>② </a:t>
            </a:r>
            <a:r>
              <a:rPr lang="zh-CN" altLang="en-US" sz="2400" b="1" strike="noStrike" noProof="1">
                <a:solidFill>
                  <a:srgbClr val="000099"/>
                </a:solidFill>
                <a:latin typeface="Times New Roman" panose="02020603050405020304" charset="0"/>
                <a:ea typeface="宋体" panose="02010600030101010101" pitchFamily="2" charset="-122"/>
                <a:cs typeface="+mn-ea"/>
              </a:rPr>
              <a:t>硬件基础</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通道装置、中断系统</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en-US" altLang="zh-CN" sz="2400" b="1" strike="noStrike" noProof="1">
                <a:solidFill>
                  <a:srgbClr val="000099"/>
                </a:solidFill>
                <a:latin typeface="宋体" panose="02010600030101010101" pitchFamily="2" charset="-122"/>
                <a:ea typeface="宋体" panose="02010600030101010101" pitchFamily="2" charset="-122"/>
                <a:cs typeface="+mn-ea"/>
              </a:rPr>
              <a:t>③ </a:t>
            </a:r>
            <a:r>
              <a:rPr lang="zh-CN" altLang="en-US" sz="2400" b="1" strike="noStrike" noProof="1">
                <a:solidFill>
                  <a:srgbClr val="000099"/>
                </a:solidFill>
                <a:latin typeface="Times New Roman" panose="02020603050405020304" charset="0"/>
                <a:ea typeface="宋体" panose="02010600030101010101" pitchFamily="2" charset="-122"/>
                <a:cs typeface="+mn-ea"/>
              </a:rPr>
              <a:t>数据结构</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x-none" altLang="zh-CN" sz="24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预输入表、缓输出表</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43012" name="矩形 43011"/>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设备分配</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43011"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文本框 4403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35</a:t>
            </a:r>
            <a:endParaRPr lang="en-US" altLang="zh-CN" sz="1400">
              <a:solidFill>
                <a:schemeClr val="tx2"/>
              </a:solidFill>
              <a:latin typeface="Times New Roman" panose="02020603050405020304" charset="0"/>
              <a:ea typeface="宋体" panose="02010600030101010101" pitchFamily="2" charset="-122"/>
            </a:endParaRPr>
          </a:p>
        </p:txBody>
      </p:sp>
      <p:sp>
        <p:nvSpPr>
          <p:cNvPr id="44035" name="矩形 44034"/>
          <p:cNvSpPr/>
          <p:nvPr/>
        </p:nvSpPr>
        <p:spPr>
          <a:xfrm>
            <a:off x="128588" y="830263"/>
            <a:ext cx="9015413" cy="208470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cs"/>
              </a:rPr>
              <a:t>④</a:t>
            </a:r>
            <a:r>
              <a:rPr lang="en-US" altLang="zh-CN" sz="2400" b="1" strike="noStrike" noProof="1">
                <a:solidFill>
                  <a:srgbClr val="000099"/>
                </a:solidFill>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latin typeface="Times New Roman" panose="02020603050405020304" charset="0"/>
                <a:ea typeface="宋体" panose="02010600030101010101" pitchFamily="2" charset="-122"/>
                <a:cs typeface="+mn-cs"/>
              </a:rPr>
              <a:t>所需的软件程序</a:t>
            </a:r>
            <a:r>
              <a:rPr lang="zh-CN" altLang="en-US" sz="1800" strike="noStrike" noProof="1">
                <a:solidFill>
                  <a:schemeClr val="tx1"/>
                </a:solidFill>
                <a:latin typeface="Times New Roman" panose="02020603050405020304" charset="0"/>
                <a:ea typeface="宋体" panose="02010600030101010101" pitchFamily="2" charset="-122"/>
                <a:cs typeface="+mn-cs"/>
              </a:rPr>
              <a:t>              </a:t>
            </a:r>
            <a:endParaRPr lang="zh-CN" altLang="en-US" sz="1800"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20000"/>
              </a:lnSpc>
              <a:spcBef>
                <a:spcPct val="20000"/>
              </a:spcBef>
              <a:buNone/>
            </a:pPr>
            <a:r>
              <a:rPr lang="en-US" altLang="zh-CN" b="1" strike="noStrike" noProof="1">
                <a:solidFill>
                  <a:schemeClr val="tx1"/>
                </a:solidFill>
                <a:effectLst/>
                <a:latin typeface="宋体" panose="02010600030101010101" pitchFamily="2" charset="-122"/>
                <a:ea typeface="宋体" panose="02010600030101010101" pitchFamily="2" charset="-122"/>
                <a:cs typeface="+mn-cs"/>
              </a:rPr>
              <a:t>ⅰ</a:t>
            </a:r>
            <a:r>
              <a:rPr lang="zh-CN" altLang="en-US" b="1" strike="noStrike" noProof="1">
                <a:solidFill>
                  <a:schemeClr val="tx1"/>
                </a:solidFill>
                <a:effectLst/>
                <a:latin typeface="Times New Roman" panose="02020603050405020304" charset="0"/>
                <a:ea typeface="宋体" panose="02010600030101010101" pitchFamily="2" charset="-122"/>
                <a:cs typeface="+mn-cs"/>
              </a:rPr>
              <a:t> </a:t>
            </a:r>
            <a:r>
              <a:rPr lang="zh-CN" altLang="en-US" b="1">
                <a:solidFill>
                  <a:schemeClr val="tx1"/>
                </a:solidFill>
                <a:effectLst/>
                <a:latin typeface="Times New Roman" panose="02020603050405020304" charset="0"/>
                <a:ea typeface="宋体" panose="02010600030101010101" pitchFamily="2" charset="-122"/>
                <a:sym typeface="+mn-ea"/>
              </a:rPr>
              <a:t>预</a:t>
            </a:r>
            <a:r>
              <a:rPr lang="zh-CN" altLang="en-US" b="1" strike="noStrike" noProof="1">
                <a:solidFill>
                  <a:schemeClr val="tx1"/>
                </a:solidFill>
                <a:effectLst/>
                <a:latin typeface="Times New Roman" panose="02020603050405020304" charset="0"/>
                <a:ea typeface="宋体" panose="02010600030101010101" pitchFamily="2" charset="-122"/>
                <a:cs typeface="+mn-cs"/>
              </a:rPr>
              <a:t>输入程序</a:t>
            </a:r>
            <a:r>
              <a:rPr lang="zh-CN" altLang="en-US" strike="noStrike" noProof="1">
                <a:solidFill>
                  <a:schemeClr val="tx1"/>
                </a:solidFill>
                <a:effectLst/>
                <a:latin typeface="Times New Roman" panose="02020603050405020304" charset="0"/>
                <a:ea typeface="宋体" panose="02010600030101010101" pitchFamily="2" charset="-122"/>
                <a:cs typeface="+mn-cs"/>
              </a:rPr>
              <a:t>     控制信息从独占设备输入到辅存</a:t>
            </a:r>
            <a:endParaRPr lang="zh-CN" altLang="en-US" strike="noStrike" noProof="1">
              <a:solidFill>
                <a:schemeClr val="tx1"/>
              </a:solidFill>
              <a:effectLst/>
              <a:latin typeface="Times New Roman" panose="02020603050405020304" charset="0"/>
              <a:ea typeface="宋体" panose="02010600030101010101" pitchFamily="2" charset="-122"/>
            </a:endParaRPr>
          </a:p>
          <a:p>
            <a:pPr marL="1295400" lvl="2" indent="-381000" fontAlgn="base">
              <a:lnSpc>
                <a:spcPct val="120000"/>
              </a:lnSpc>
              <a:spcBef>
                <a:spcPct val="20000"/>
              </a:spcBef>
              <a:buNone/>
            </a:pPr>
            <a:r>
              <a:rPr lang="en-US" altLang="zh-CN" b="1" strike="noStrike" noProof="1">
                <a:solidFill>
                  <a:schemeClr val="tx1"/>
                </a:solidFill>
                <a:effectLst/>
                <a:latin typeface="宋体" panose="02010600030101010101" pitchFamily="2" charset="-122"/>
                <a:ea typeface="宋体" panose="02010600030101010101" pitchFamily="2" charset="-122"/>
                <a:cs typeface="+mn-cs"/>
              </a:rPr>
              <a:t>ⅱ </a:t>
            </a:r>
            <a:r>
              <a:rPr lang="zh-CN" altLang="en-US" b="1" strike="noStrike" noProof="1">
                <a:solidFill>
                  <a:schemeClr val="tx1"/>
                </a:solidFill>
                <a:effectLst/>
                <a:latin typeface="Times New Roman" panose="02020603050405020304" charset="0"/>
                <a:ea typeface="宋体" panose="02010600030101010101" pitchFamily="2" charset="-122"/>
                <a:cs typeface="+mn-cs"/>
              </a:rPr>
              <a:t>缓输出程序 </a:t>
            </a:r>
            <a:r>
              <a:rPr lang="zh-CN" altLang="en-US" strike="noStrike" noProof="1">
                <a:solidFill>
                  <a:schemeClr val="tx1"/>
                </a:solidFill>
                <a:effectLst/>
                <a:latin typeface="Times New Roman" panose="02020603050405020304" charset="0"/>
                <a:ea typeface="宋体" panose="02010600030101010101" pitchFamily="2" charset="-122"/>
                <a:cs typeface="+mn-cs"/>
              </a:rPr>
              <a:t>    控制信息从辅存输出到独占设备</a:t>
            </a:r>
            <a:endParaRPr lang="zh-CN" altLang="en-US" strike="noStrike" noProof="1">
              <a:solidFill>
                <a:schemeClr val="tx1"/>
              </a:solidFill>
              <a:effectLst/>
              <a:latin typeface="Times New Roman" panose="02020603050405020304" charset="0"/>
              <a:ea typeface="宋体" panose="02010600030101010101" pitchFamily="2" charset="-122"/>
            </a:endParaRPr>
          </a:p>
          <a:p>
            <a:pPr marL="1295400" lvl="2" indent="-381000" fontAlgn="base">
              <a:lnSpc>
                <a:spcPct val="120000"/>
              </a:lnSpc>
              <a:spcBef>
                <a:spcPct val="20000"/>
              </a:spcBef>
              <a:buNone/>
            </a:pPr>
            <a:r>
              <a:rPr lang="en-US" altLang="zh-CN" b="1" strike="noStrike" noProof="1">
                <a:solidFill>
                  <a:schemeClr val="tx1"/>
                </a:solidFill>
                <a:effectLst/>
                <a:latin typeface="宋体" panose="02010600030101010101" pitchFamily="2" charset="-122"/>
                <a:ea typeface="宋体" panose="02010600030101010101" pitchFamily="2" charset="-122"/>
                <a:cs typeface="+mn-cs"/>
              </a:rPr>
              <a:t>ⅲ </a:t>
            </a:r>
            <a:r>
              <a:rPr lang="zh-CN" altLang="en-US" b="1" strike="noStrike" noProof="1">
                <a:solidFill>
                  <a:schemeClr val="tx1"/>
                </a:solidFill>
                <a:effectLst/>
                <a:latin typeface="Times New Roman" panose="02020603050405020304" charset="0"/>
                <a:ea typeface="宋体" panose="02010600030101010101" pitchFamily="2" charset="-122"/>
                <a:cs typeface="+mn-cs"/>
              </a:rPr>
              <a:t>井管理程序    </a:t>
            </a:r>
            <a:r>
              <a:rPr lang="zh-CN" altLang="en-US" strike="noStrike" noProof="1">
                <a:solidFill>
                  <a:schemeClr val="tx1"/>
                </a:solidFill>
                <a:effectLst/>
                <a:latin typeface="Times New Roman" panose="02020603050405020304" charset="0"/>
                <a:ea typeface="宋体" panose="02010600030101010101" pitchFamily="2" charset="-122"/>
                <a:cs typeface="+mn-cs"/>
              </a:rPr>
              <a:t>控制用户程序和辅存之间的信息交换</a:t>
            </a:r>
            <a:endParaRPr lang="zh-CN" altLang="en-US" strike="noStrike" noProof="1">
              <a:solidFill>
                <a:schemeClr val="tx1"/>
              </a:solidFill>
              <a:effectLst/>
              <a:latin typeface="Times New Roman" panose="02020603050405020304" charset="0"/>
              <a:ea typeface="宋体" panose="02010600030101010101" pitchFamily="2" charset="-122"/>
            </a:endParaRPr>
          </a:p>
        </p:txBody>
      </p:sp>
      <p:grpSp>
        <p:nvGrpSpPr>
          <p:cNvPr id="44036" name="组合 44035"/>
          <p:cNvGrpSpPr/>
          <p:nvPr/>
        </p:nvGrpSpPr>
        <p:grpSpPr>
          <a:xfrm>
            <a:off x="1320800" y="3262313"/>
            <a:ext cx="7064375" cy="2030412"/>
            <a:chOff x="0" y="0"/>
            <a:chExt cx="4450" cy="1279"/>
          </a:xfrm>
        </p:grpSpPr>
        <p:sp>
          <p:nvSpPr>
            <p:cNvPr id="51204" name="直接连接符 44036"/>
            <p:cNvSpPr/>
            <p:nvPr/>
          </p:nvSpPr>
          <p:spPr>
            <a:xfrm>
              <a:off x="1431" y="150"/>
              <a:ext cx="386" cy="612"/>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44038" name="矩形 44037"/>
            <p:cNvSpPr/>
            <p:nvPr/>
          </p:nvSpPr>
          <p:spPr>
            <a:xfrm>
              <a:off x="936" y="564"/>
              <a:ext cx="227" cy="317"/>
            </a:xfrm>
            <a:prstGeom prst="rect">
              <a:avLst/>
            </a:prstGeom>
            <a:solidFill>
              <a:srgbClr val="FFCCFF"/>
            </a:solidFill>
            <a:ln w="9525" cap="flat" cmpd="sng">
              <a:solidFill>
                <a:schemeClr val="tx1"/>
              </a:solidFill>
              <a:prstDash val="solid"/>
              <a:miter/>
              <a:headEnd type="none" w="med" len="med"/>
              <a:tailEnd type="none" w="med" len="med"/>
            </a:ln>
          </p:spPr>
          <p:txBody>
            <a:bodyPr anchor="ctr"/>
            <a:p>
              <a:pPr marL="914400" lvl="0" indent="-340995" algn="ctr" fontAlgn="base">
                <a:lnSpc>
                  <a:spcPct val="120000"/>
                </a:lnSpc>
                <a:buClr>
                  <a:schemeClr val="tx2"/>
                </a:buClr>
                <a:buSzPct val="95000"/>
                <a:buFont typeface="Wingdings" panose="05000000000000000000" pitchFamily="2" charset="2"/>
                <a:buNone/>
              </a:pPr>
              <a:endParaRPr sz="32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1206" name="文本框 44038"/>
            <p:cNvSpPr txBox="1"/>
            <p:nvPr/>
          </p:nvSpPr>
          <p:spPr>
            <a:xfrm>
              <a:off x="0" y="110"/>
              <a:ext cx="653" cy="218"/>
            </a:xfrm>
            <a:prstGeom prst="rect">
              <a:avLst/>
            </a:prstGeom>
            <a:noFill/>
            <a:ln w="9525" cap="flat" cmpd="sng">
              <a:solidFill>
                <a:schemeClr val="tx1"/>
              </a:solidFill>
              <a:prstDash val="solid"/>
              <a:miter/>
              <a:headEnd type="none" w="med" len="med"/>
              <a:tailEnd type="none" w="med" len="med"/>
            </a:ln>
          </p:spPr>
          <p:txBody>
            <a:bodyPr anchor="t">
              <a:spAutoFit/>
            </a:bodyPr>
            <a:p>
              <a:pPr lvl="0" algn="ctr">
                <a:spcBef>
                  <a:spcPct val="30000"/>
                </a:spcBef>
                <a:buClr>
                  <a:srgbClr val="000000"/>
                </a:buClr>
              </a:pPr>
              <a:r>
                <a:rPr lang="zh-CN" altLang="en-US" sz="1600" b="1">
                  <a:solidFill>
                    <a:schemeClr val="tx1"/>
                  </a:solidFill>
                  <a:latin typeface="Times New Roman" panose="02020603050405020304" charset="0"/>
                  <a:ea typeface="宋体" panose="02010600030101010101" pitchFamily="2" charset="-122"/>
                </a:rPr>
                <a:t>输入机</a:t>
              </a:r>
              <a:r>
                <a:rPr lang="en-US" altLang="zh-CN" sz="1600" b="1" baseline="-25000">
                  <a:solidFill>
                    <a:schemeClr val="tx1"/>
                  </a:solidFill>
                  <a:latin typeface="Times New Roman" panose="02020603050405020304" charset="0"/>
                  <a:ea typeface="宋体" panose="02010600030101010101" pitchFamily="2" charset="-122"/>
                </a:rPr>
                <a:t>1</a:t>
              </a:r>
              <a:endParaRPr lang="en-US" altLang="zh-CN" sz="1600" b="1" baseline="-25000">
                <a:solidFill>
                  <a:schemeClr val="tx1"/>
                </a:solidFill>
                <a:latin typeface="Times New Roman" panose="02020603050405020304" charset="0"/>
                <a:ea typeface="宋体" panose="02010600030101010101" pitchFamily="2" charset="-122"/>
              </a:endParaRPr>
            </a:p>
          </p:txBody>
        </p:sp>
        <p:sp>
          <p:nvSpPr>
            <p:cNvPr id="51207" name="文本框 44039"/>
            <p:cNvSpPr txBox="1"/>
            <p:nvPr/>
          </p:nvSpPr>
          <p:spPr>
            <a:xfrm>
              <a:off x="4" y="613"/>
              <a:ext cx="644" cy="218"/>
            </a:xfrm>
            <a:prstGeom prst="rect">
              <a:avLst/>
            </a:prstGeom>
            <a:noFill/>
            <a:ln w="9525" cap="flat" cmpd="sng">
              <a:solidFill>
                <a:schemeClr val="tx1"/>
              </a:solidFill>
              <a:prstDash val="solid"/>
              <a:miter/>
              <a:headEnd type="none" w="med" len="med"/>
              <a:tailEnd type="none" w="med" len="med"/>
            </a:ln>
          </p:spPr>
          <p:txBody>
            <a:bodyPr anchor="t">
              <a:spAutoFit/>
            </a:bodyPr>
            <a:p>
              <a:pPr lvl="0" algn="ctr">
                <a:spcBef>
                  <a:spcPct val="30000"/>
                </a:spcBef>
                <a:buClr>
                  <a:srgbClr val="000000"/>
                </a:buClr>
              </a:pPr>
              <a:r>
                <a:rPr lang="zh-CN" altLang="en-US" sz="1600" b="1">
                  <a:solidFill>
                    <a:schemeClr val="tx1"/>
                  </a:solidFill>
                  <a:latin typeface="Times New Roman" panose="02020603050405020304" charset="0"/>
                  <a:ea typeface="宋体" panose="02010600030101010101" pitchFamily="2" charset="-122"/>
                </a:rPr>
                <a:t>输入机</a:t>
              </a:r>
              <a:r>
                <a:rPr lang="en-US" altLang="zh-CN" sz="1600" b="1" baseline="-25000">
                  <a:solidFill>
                    <a:schemeClr val="tx1"/>
                  </a:solidFill>
                  <a:latin typeface="Times New Roman" panose="02020603050405020304" charset="0"/>
                  <a:ea typeface="宋体" panose="02010600030101010101" pitchFamily="2" charset="-122"/>
                </a:rPr>
                <a:t>2</a:t>
              </a:r>
              <a:endParaRPr lang="en-US" altLang="zh-CN" sz="1600" b="1" baseline="-25000">
                <a:solidFill>
                  <a:schemeClr val="tx1"/>
                </a:solidFill>
                <a:latin typeface="Times New Roman" panose="02020603050405020304" charset="0"/>
                <a:ea typeface="宋体" panose="02010600030101010101" pitchFamily="2" charset="-122"/>
              </a:endParaRPr>
            </a:p>
          </p:txBody>
        </p:sp>
        <p:sp>
          <p:nvSpPr>
            <p:cNvPr id="44041" name="矩形 44040"/>
            <p:cNvSpPr/>
            <p:nvPr/>
          </p:nvSpPr>
          <p:spPr>
            <a:xfrm>
              <a:off x="937" y="60"/>
              <a:ext cx="227" cy="317"/>
            </a:xfrm>
            <a:prstGeom prst="rect">
              <a:avLst/>
            </a:prstGeom>
            <a:solidFill>
              <a:srgbClr val="FFCCFF"/>
            </a:solidFill>
            <a:ln w="9525" cap="flat" cmpd="sng">
              <a:solidFill>
                <a:schemeClr val="tx1"/>
              </a:solidFill>
              <a:prstDash val="solid"/>
              <a:miter/>
              <a:headEnd type="none" w="med" len="med"/>
              <a:tailEnd type="none" w="med" len="med"/>
            </a:ln>
          </p:spPr>
          <p:txBody>
            <a:bodyPr anchor="ctr"/>
            <a:p>
              <a:pPr marL="914400" lvl="0" indent="-340995" algn="ctr" fontAlgn="base">
                <a:lnSpc>
                  <a:spcPct val="120000"/>
                </a:lnSpc>
                <a:buClr>
                  <a:schemeClr val="tx2"/>
                </a:buClr>
                <a:buSzPct val="95000"/>
                <a:buFont typeface="Wingdings" panose="05000000000000000000" pitchFamily="2" charset="2"/>
                <a:buNone/>
              </a:pPr>
              <a:endParaRPr sz="32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44042" name="矩形 44041"/>
            <p:cNvSpPr/>
            <p:nvPr/>
          </p:nvSpPr>
          <p:spPr>
            <a:xfrm>
              <a:off x="1254" y="60"/>
              <a:ext cx="202" cy="317"/>
            </a:xfrm>
            <a:prstGeom prst="rect">
              <a:avLst/>
            </a:prstGeom>
            <a:solidFill>
              <a:schemeClr val="bg2"/>
            </a:solidFill>
            <a:ln w="9525" cap="flat" cmpd="sng">
              <a:solidFill>
                <a:schemeClr val="tx1"/>
              </a:solidFill>
              <a:prstDash val="solid"/>
              <a:miter/>
              <a:headEnd type="none" w="med" len="med"/>
              <a:tailEnd type="none" w="med" len="med"/>
            </a:ln>
          </p:spPr>
          <p:txBody>
            <a:bodyPr anchor="ctr"/>
            <a:p>
              <a:pPr marL="914400" lvl="0" indent="-340995" algn="ctr" fontAlgn="base">
                <a:lnSpc>
                  <a:spcPct val="120000"/>
                </a:lnSpc>
                <a:buClr>
                  <a:schemeClr val="tx2"/>
                </a:buClr>
                <a:buSzPct val="95000"/>
                <a:buFont typeface="Wingdings" panose="05000000000000000000" pitchFamily="2" charset="2"/>
                <a:buBlip>
                  <a:blip r:embed="rId1"/>
                </a:buBlip>
              </a:pPr>
              <a:endParaRPr sz="32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1210" name="文本框 44042"/>
            <p:cNvSpPr txBox="1"/>
            <p:nvPr/>
          </p:nvSpPr>
          <p:spPr>
            <a:xfrm>
              <a:off x="2774" y="13"/>
              <a:ext cx="736" cy="911"/>
            </a:xfrm>
            <a:prstGeom prst="rect">
              <a:avLst/>
            </a:prstGeom>
            <a:noFill/>
            <a:ln w="9525" cap="flat" cmpd="sng">
              <a:solidFill>
                <a:schemeClr val="tx1"/>
              </a:solidFill>
              <a:prstDash val="solid"/>
              <a:miter/>
              <a:headEnd type="none" w="med" len="med"/>
              <a:tailEnd type="none" w="med" len="med"/>
            </a:ln>
          </p:spPr>
          <p:txBody>
            <a:bodyPr anchor="t">
              <a:spAutoFit/>
            </a:bodyPr>
            <a:p>
              <a:pPr lvl="0">
                <a:spcBef>
                  <a:spcPct val="50000"/>
                </a:spcBef>
                <a:buClr>
                  <a:srgbClr val="000000"/>
                </a:buClr>
              </a:pPr>
              <a:endParaRPr lang="en-US" altLang="zh-CN" sz="1600" b="1">
                <a:solidFill>
                  <a:schemeClr val="tx1"/>
                </a:solidFill>
                <a:latin typeface="Times New Roman" panose="02020603050405020304" charset="0"/>
                <a:ea typeface="宋体" panose="02010600030101010101" pitchFamily="2" charset="-122"/>
              </a:endParaRPr>
            </a:p>
            <a:p>
              <a:pPr lvl="0">
                <a:spcBef>
                  <a:spcPct val="50000"/>
                </a:spcBef>
                <a:buClr>
                  <a:srgbClr val="000000"/>
                </a:buClr>
              </a:pPr>
              <a:endParaRPr lang="en-US" altLang="zh-CN" sz="1600" b="1">
                <a:solidFill>
                  <a:schemeClr val="tx1"/>
                </a:solidFill>
                <a:latin typeface="Times New Roman" panose="02020603050405020304" charset="0"/>
                <a:ea typeface="宋体" panose="02010600030101010101" pitchFamily="2" charset="-122"/>
              </a:endParaRPr>
            </a:p>
            <a:p>
              <a:pPr lvl="0">
                <a:spcBef>
                  <a:spcPct val="50000"/>
                </a:spcBef>
                <a:buClr>
                  <a:srgbClr val="000000"/>
                </a:buClr>
              </a:pPr>
              <a:endParaRPr lang="en-US" altLang="zh-CN" sz="1600" b="1">
                <a:solidFill>
                  <a:schemeClr val="tx1"/>
                </a:solidFill>
                <a:latin typeface="Times New Roman" panose="02020603050405020304" charset="0"/>
                <a:ea typeface="宋体" panose="02010600030101010101" pitchFamily="2" charset="-122"/>
              </a:endParaRPr>
            </a:p>
            <a:p>
              <a:pPr lvl="0">
                <a:spcBef>
                  <a:spcPct val="50000"/>
                </a:spcBef>
                <a:buClr>
                  <a:srgbClr val="000000"/>
                </a:buClr>
              </a:pPr>
              <a:endParaRPr lang="en-US" altLang="zh-CN" sz="1600" b="1">
                <a:solidFill>
                  <a:schemeClr val="tx1"/>
                </a:solidFill>
                <a:latin typeface="Times New Roman" panose="02020603050405020304" charset="0"/>
                <a:ea typeface="宋体" panose="02010600030101010101" pitchFamily="2" charset="-122"/>
              </a:endParaRPr>
            </a:p>
          </p:txBody>
        </p:sp>
        <p:sp>
          <p:nvSpPr>
            <p:cNvPr id="44044" name="矩形 44043"/>
            <p:cNvSpPr/>
            <p:nvPr/>
          </p:nvSpPr>
          <p:spPr>
            <a:xfrm>
              <a:off x="2856" y="125"/>
              <a:ext cx="204" cy="432"/>
            </a:xfrm>
            <a:prstGeom prst="rect">
              <a:avLst/>
            </a:prstGeom>
            <a:solidFill>
              <a:srgbClr val="33CCCC"/>
            </a:solidFill>
            <a:ln w="9525" cap="flat" cmpd="sng">
              <a:solidFill>
                <a:schemeClr val="tx1"/>
              </a:solidFill>
              <a:prstDash val="solid"/>
              <a:miter/>
              <a:headEnd type="none" w="med" len="med"/>
              <a:tailEnd type="none" w="med" len="med"/>
            </a:ln>
          </p:spPr>
          <p:txBody>
            <a:bodyPr anchor="ctr">
              <a:spAutoFit/>
            </a:bodyPr>
            <a:p>
              <a:pPr marL="914400" lvl="0" indent="-340995" algn="ctr" fontAlgn="base">
                <a:lnSpc>
                  <a:spcPct val="120000"/>
                </a:lnSpc>
                <a:buClr>
                  <a:schemeClr val="tx2"/>
                </a:buClr>
                <a:buSzPct val="95000"/>
                <a:buFont typeface="Wingdings" panose="05000000000000000000" pitchFamily="2" charset="2"/>
                <a:buBlip>
                  <a:blip r:embed="rId1"/>
                </a:buBlip>
              </a:pPr>
              <a:endParaRPr sz="32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44045" name="矩形 44044"/>
            <p:cNvSpPr/>
            <p:nvPr/>
          </p:nvSpPr>
          <p:spPr>
            <a:xfrm>
              <a:off x="3182" y="434"/>
              <a:ext cx="246" cy="432"/>
            </a:xfrm>
            <a:prstGeom prst="rect">
              <a:avLst/>
            </a:prstGeom>
            <a:solidFill>
              <a:srgbClr val="FFCC00"/>
            </a:solidFill>
            <a:ln w="9525" cap="flat" cmpd="sng">
              <a:solidFill>
                <a:schemeClr val="tx1"/>
              </a:solidFill>
              <a:prstDash val="solid"/>
              <a:miter/>
              <a:headEnd type="none" w="med" len="med"/>
              <a:tailEnd type="none" w="med" len="med"/>
            </a:ln>
          </p:spPr>
          <p:txBody>
            <a:bodyPr anchor="ctr">
              <a:spAutoFit/>
            </a:bodyPr>
            <a:p>
              <a:pPr marL="914400" lvl="0" indent="-340995" algn="ctr" fontAlgn="base">
                <a:lnSpc>
                  <a:spcPct val="120000"/>
                </a:lnSpc>
                <a:buClr>
                  <a:schemeClr val="tx2"/>
                </a:buClr>
                <a:buSzPct val="95000"/>
                <a:buFont typeface="Wingdings" panose="05000000000000000000" pitchFamily="2" charset="2"/>
                <a:buBlip>
                  <a:blip r:embed="rId1"/>
                </a:buBlip>
              </a:pPr>
              <a:endParaRPr sz="32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51213" name="文本框 44045"/>
            <p:cNvSpPr txBox="1"/>
            <p:nvPr/>
          </p:nvSpPr>
          <p:spPr>
            <a:xfrm>
              <a:off x="1822" y="0"/>
              <a:ext cx="779" cy="1024"/>
            </a:xfrm>
            <a:prstGeom prst="rect">
              <a:avLst/>
            </a:prstGeom>
            <a:noFill/>
            <a:ln w="9525" cap="flat" cmpd="sng">
              <a:solidFill>
                <a:schemeClr val="tx1"/>
              </a:solidFill>
              <a:prstDash val="solid"/>
              <a:miter/>
              <a:headEnd type="none" w="med" len="med"/>
              <a:tailEnd type="none" w="med" len="med"/>
            </a:ln>
          </p:spPr>
          <p:txBody>
            <a:bodyPr anchor="t"/>
            <a:p>
              <a:pPr lvl="0">
                <a:spcBef>
                  <a:spcPct val="50000"/>
                </a:spcBef>
                <a:buClr>
                  <a:srgbClr val="000000"/>
                </a:buClr>
              </a:pPr>
              <a:endParaRPr lang="en-US" altLang="zh-CN" sz="1600" b="1">
                <a:solidFill>
                  <a:schemeClr val="tx1"/>
                </a:solidFill>
                <a:latin typeface="Times New Roman" panose="02020603050405020304" charset="0"/>
                <a:ea typeface="宋体" panose="02010600030101010101" pitchFamily="2" charset="-122"/>
              </a:endParaRPr>
            </a:p>
            <a:p>
              <a:pPr lvl="0">
                <a:spcBef>
                  <a:spcPct val="50000"/>
                </a:spcBef>
                <a:buClr>
                  <a:srgbClr val="000000"/>
                </a:buClr>
              </a:pPr>
              <a:endParaRPr lang="en-US" altLang="zh-CN" sz="1600" b="1">
                <a:solidFill>
                  <a:schemeClr val="tx1"/>
                </a:solidFill>
                <a:latin typeface="Times New Roman" panose="02020603050405020304" charset="0"/>
                <a:ea typeface="宋体" panose="02010600030101010101" pitchFamily="2" charset="-122"/>
              </a:endParaRPr>
            </a:p>
            <a:p>
              <a:pPr lvl="0">
                <a:spcBef>
                  <a:spcPct val="50000"/>
                </a:spcBef>
                <a:buClr>
                  <a:srgbClr val="000000"/>
                </a:buClr>
              </a:pPr>
              <a:endParaRPr lang="en-US" altLang="zh-CN" sz="1600" b="1">
                <a:solidFill>
                  <a:schemeClr val="tx1"/>
                </a:solidFill>
                <a:latin typeface="Times New Roman" panose="02020603050405020304" charset="0"/>
                <a:ea typeface="宋体" panose="02010600030101010101" pitchFamily="2" charset="-122"/>
              </a:endParaRPr>
            </a:p>
          </p:txBody>
        </p:sp>
        <p:sp>
          <p:nvSpPr>
            <p:cNvPr id="51214" name="直接连接符 44046"/>
            <p:cNvSpPr/>
            <p:nvPr/>
          </p:nvSpPr>
          <p:spPr>
            <a:xfrm>
              <a:off x="1814" y="379"/>
              <a:ext cx="776"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1215" name="直接连接符 44047"/>
            <p:cNvSpPr/>
            <p:nvPr/>
          </p:nvSpPr>
          <p:spPr>
            <a:xfrm>
              <a:off x="1817" y="629"/>
              <a:ext cx="777"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1216" name="直接连接符 44048"/>
            <p:cNvSpPr/>
            <p:nvPr/>
          </p:nvSpPr>
          <p:spPr>
            <a:xfrm>
              <a:off x="1819" y="839"/>
              <a:ext cx="776" cy="0"/>
            </a:xfrm>
            <a:prstGeom prst="line">
              <a:avLst/>
            </a:prstGeom>
            <a:ln w="9525" cap="flat" cmpd="sng">
              <a:solidFill>
                <a:schemeClr val="tx1"/>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1217" name="文本框 44049"/>
            <p:cNvSpPr txBox="1"/>
            <p:nvPr/>
          </p:nvSpPr>
          <p:spPr>
            <a:xfrm>
              <a:off x="1958" y="372"/>
              <a:ext cx="489" cy="212"/>
            </a:xfrm>
            <a:prstGeom prst="rect">
              <a:avLst/>
            </a:prstGeom>
            <a:noFill/>
            <a:ln w="9525">
              <a:noFill/>
              <a:miter/>
            </a:ln>
          </p:spPr>
          <p:txBody>
            <a:bodyPr anchor="t">
              <a:spAutoFit/>
            </a:bodyPr>
            <a:p>
              <a:pPr lvl="0">
                <a:spcBef>
                  <a:spcPct val="50000"/>
                </a:spcBef>
                <a:buClr>
                  <a:srgbClr val="000000"/>
                </a:buClr>
              </a:pPr>
              <a:r>
                <a:rPr lang="zh-CN" altLang="en-US" sz="1600" b="1">
                  <a:solidFill>
                    <a:schemeClr val="tx1"/>
                  </a:solidFill>
                  <a:latin typeface="Times New Roman" panose="02020603050405020304" charset="0"/>
                  <a:ea typeface="宋体" panose="02010600030101010101" pitchFamily="2" charset="-122"/>
                </a:rPr>
                <a:t>程序</a:t>
              </a:r>
              <a:r>
                <a:rPr lang="en-US" altLang="zh-CN" sz="1600" b="1" baseline="-25000">
                  <a:solidFill>
                    <a:schemeClr val="tx1"/>
                  </a:solidFill>
                  <a:latin typeface="Times New Roman" panose="02020603050405020304" charset="0"/>
                  <a:ea typeface="宋体" panose="02010600030101010101" pitchFamily="2" charset="-122"/>
                </a:rPr>
                <a:t>1</a:t>
              </a:r>
              <a:endParaRPr lang="en-US" altLang="zh-CN" sz="1600" b="1" baseline="-25000">
                <a:solidFill>
                  <a:schemeClr val="tx1"/>
                </a:solidFill>
                <a:latin typeface="Times New Roman" panose="02020603050405020304" charset="0"/>
                <a:ea typeface="宋体" panose="02010600030101010101" pitchFamily="2" charset="-122"/>
              </a:endParaRPr>
            </a:p>
          </p:txBody>
        </p:sp>
        <p:sp>
          <p:nvSpPr>
            <p:cNvPr id="51218" name="文本框 44050"/>
            <p:cNvSpPr txBox="1"/>
            <p:nvPr/>
          </p:nvSpPr>
          <p:spPr>
            <a:xfrm>
              <a:off x="1955" y="625"/>
              <a:ext cx="490" cy="212"/>
            </a:xfrm>
            <a:prstGeom prst="rect">
              <a:avLst/>
            </a:prstGeom>
            <a:noFill/>
            <a:ln w="9525">
              <a:noFill/>
              <a:miter/>
            </a:ln>
          </p:spPr>
          <p:txBody>
            <a:bodyPr anchor="t">
              <a:spAutoFit/>
            </a:bodyPr>
            <a:p>
              <a:pPr lvl="0">
                <a:spcBef>
                  <a:spcPct val="50000"/>
                </a:spcBef>
                <a:buClr>
                  <a:srgbClr val="000000"/>
                </a:buClr>
              </a:pPr>
              <a:r>
                <a:rPr lang="zh-CN" altLang="en-US" sz="1600" b="1">
                  <a:solidFill>
                    <a:schemeClr val="tx1"/>
                  </a:solidFill>
                  <a:latin typeface="Times New Roman" panose="02020603050405020304" charset="0"/>
                  <a:ea typeface="宋体" panose="02010600030101010101" pitchFamily="2" charset="-122"/>
                </a:rPr>
                <a:t>程序</a:t>
              </a:r>
              <a:r>
                <a:rPr lang="en-US" altLang="zh-CN" sz="1600" b="1" baseline="-25000">
                  <a:solidFill>
                    <a:schemeClr val="tx1"/>
                  </a:solidFill>
                  <a:latin typeface="Times New Roman" panose="02020603050405020304" charset="0"/>
                  <a:ea typeface="宋体" panose="02010600030101010101" pitchFamily="2" charset="-122"/>
                </a:rPr>
                <a:t>2</a:t>
              </a:r>
              <a:endParaRPr lang="en-US" altLang="zh-CN" sz="1600" b="1" baseline="-25000">
                <a:solidFill>
                  <a:schemeClr val="tx1"/>
                </a:solidFill>
                <a:latin typeface="Times New Roman" panose="02020603050405020304" charset="0"/>
                <a:ea typeface="宋体" panose="02010600030101010101" pitchFamily="2" charset="-122"/>
              </a:endParaRPr>
            </a:p>
          </p:txBody>
        </p:sp>
        <p:sp>
          <p:nvSpPr>
            <p:cNvPr id="51219" name="直接连接符 44051"/>
            <p:cNvSpPr/>
            <p:nvPr/>
          </p:nvSpPr>
          <p:spPr>
            <a:xfrm>
              <a:off x="653" y="219"/>
              <a:ext cx="295" cy="0"/>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1220" name="直接连接符 44052"/>
            <p:cNvSpPr/>
            <p:nvPr/>
          </p:nvSpPr>
          <p:spPr>
            <a:xfrm>
              <a:off x="644" y="722"/>
              <a:ext cx="295" cy="0"/>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1221" name="直接连接符 44053"/>
            <p:cNvSpPr/>
            <p:nvPr/>
          </p:nvSpPr>
          <p:spPr>
            <a:xfrm flipV="1">
              <a:off x="2570" y="266"/>
              <a:ext cx="286" cy="205"/>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1222" name="文本框 44054"/>
            <p:cNvSpPr txBox="1"/>
            <p:nvPr/>
          </p:nvSpPr>
          <p:spPr>
            <a:xfrm>
              <a:off x="3756" y="109"/>
              <a:ext cx="652" cy="403"/>
            </a:xfrm>
            <a:prstGeom prst="rect">
              <a:avLst/>
            </a:prstGeom>
            <a:noFill/>
            <a:ln w="9525" cap="flat" cmpd="sng">
              <a:solidFill>
                <a:schemeClr val="tx1"/>
              </a:solidFill>
              <a:prstDash val="solid"/>
              <a:miter/>
              <a:headEnd type="none" w="med" len="med"/>
              <a:tailEnd type="none" w="med" len="med"/>
            </a:ln>
          </p:spPr>
          <p:txBody>
            <a:bodyPr anchor="t">
              <a:spAutoFit/>
            </a:bodyPr>
            <a:p>
              <a:pPr lvl="0" algn="ctr">
                <a:lnSpc>
                  <a:spcPct val="120000"/>
                </a:lnSpc>
                <a:buClr>
                  <a:srgbClr val="000000"/>
                </a:buClr>
              </a:pPr>
              <a:endParaRPr lang="en-US" altLang="zh-CN" sz="1600" b="1">
                <a:solidFill>
                  <a:schemeClr val="tx1"/>
                </a:solidFill>
                <a:latin typeface="Times New Roman" panose="02020603050405020304" charset="0"/>
                <a:ea typeface="宋体" panose="02010600030101010101" pitchFamily="2" charset="-122"/>
              </a:endParaRPr>
            </a:p>
            <a:p>
              <a:pPr lvl="0" algn="ctr">
                <a:buClr>
                  <a:srgbClr val="000000"/>
                </a:buClr>
              </a:pPr>
              <a:endParaRPr lang="en-US" altLang="zh-CN" sz="1600" b="1">
                <a:solidFill>
                  <a:schemeClr val="tx1"/>
                </a:solidFill>
                <a:latin typeface="Times New Roman" panose="02020603050405020304" charset="0"/>
                <a:ea typeface="宋体" panose="02010600030101010101" pitchFamily="2" charset="-122"/>
              </a:endParaRPr>
            </a:p>
          </p:txBody>
        </p:sp>
        <p:sp>
          <p:nvSpPr>
            <p:cNvPr id="51223" name="文本框 44055"/>
            <p:cNvSpPr txBox="1"/>
            <p:nvPr/>
          </p:nvSpPr>
          <p:spPr>
            <a:xfrm>
              <a:off x="3837" y="213"/>
              <a:ext cx="613" cy="212"/>
            </a:xfrm>
            <a:prstGeom prst="rect">
              <a:avLst/>
            </a:prstGeom>
            <a:noFill/>
            <a:ln w="9525">
              <a:noFill/>
              <a:miter/>
            </a:ln>
          </p:spPr>
          <p:txBody>
            <a:bodyPr anchor="t">
              <a:spAutoFit/>
            </a:bodyPr>
            <a:p>
              <a:pPr lvl="0">
                <a:spcBef>
                  <a:spcPct val="50000"/>
                </a:spcBef>
                <a:buClr>
                  <a:srgbClr val="000000"/>
                </a:buClr>
              </a:pPr>
              <a:r>
                <a:rPr lang="zh-CN" altLang="en-US" sz="1600" b="1">
                  <a:solidFill>
                    <a:schemeClr val="tx1"/>
                  </a:solidFill>
                  <a:latin typeface="Times New Roman" panose="02020603050405020304" charset="0"/>
                  <a:ea typeface="宋体" panose="02010600030101010101" pitchFamily="2" charset="-122"/>
                </a:rPr>
                <a:t>打印机</a:t>
              </a:r>
              <a:endParaRPr lang="zh-CN" altLang="en-US" sz="1600" b="1">
                <a:solidFill>
                  <a:schemeClr val="tx1"/>
                </a:solidFill>
                <a:latin typeface="Times New Roman" panose="02020603050405020304" charset="0"/>
                <a:ea typeface="宋体" panose="02010600030101010101" pitchFamily="2" charset="-122"/>
              </a:endParaRPr>
            </a:p>
          </p:txBody>
        </p:sp>
        <p:sp>
          <p:nvSpPr>
            <p:cNvPr id="51224" name="直接连接符 44056"/>
            <p:cNvSpPr/>
            <p:nvPr/>
          </p:nvSpPr>
          <p:spPr>
            <a:xfrm flipV="1">
              <a:off x="3429" y="266"/>
              <a:ext cx="318" cy="413"/>
            </a:xfrm>
            <a:prstGeom prst="line">
              <a:avLst/>
            </a:prstGeom>
            <a:ln w="19050" cap="flat" cmpd="sng">
              <a:solidFill>
                <a:schemeClr val="tx1"/>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51225" name="文本框 44057"/>
            <p:cNvSpPr txBox="1"/>
            <p:nvPr/>
          </p:nvSpPr>
          <p:spPr>
            <a:xfrm>
              <a:off x="834" y="1066"/>
              <a:ext cx="815" cy="212"/>
            </a:xfrm>
            <a:prstGeom prst="rect">
              <a:avLst/>
            </a:prstGeom>
            <a:noFill/>
            <a:ln w="9525">
              <a:noFill/>
              <a:miter/>
            </a:ln>
          </p:spPr>
          <p:txBody>
            <a:bodyPr anchor="t">
              <a:spAutoFit/>
            </a:bodyPr>
            <a:p>
              <a:pPr lvl="0">
                <a:spcBef>
                  <a:spcPct val="50000"/>
                </a:spcBef>
                <a:buClr>
                  <a:srgbClr val="000000"/>
                </a:buClr>
              </a:pPr>
              <a:r>
                <a:rPr lang="zh-CN" altLang="en-US" sz="1600" b="1">
                  <a:solidFill>
                    <a:schemeClr val="tx1"/>
                  </a:solidFill>
                  <a:latin typeface="Times New Roman" panose="02020603050405020304" charset="0"/>
                  <a:ea typeface="宋体" panose="02010600030101010101" pitchFamily="2" charset="-122"/>
                </a:rPr>
                <a:t>磁盘输入井</a:t>
              </a:r>
              <a:endParaRPr lang="zh-CN" altLang="en-US" sz="1600" b="1">
                <a:solidFill>
                  <a:schemeClr val="tx1"/>
                </a:solidFill>
                <a:latin typeface="Times New Roman" panose="02020603050405020304" charset="0"/>
                <a:ea typeface="宋体" panose="02010600030101010101" pitchFamily="2" charset="-122"/>
              </a:endParaRPr>
            </a:p>
          </p:txBody>
        </p:sp>
        <p:sp>
          <p:nvSpPr>
            <p:cNvPr id="51226" name="文本框 44058"/>
            <p:cNvSpPr txBox="1"/>
            <p:nvPr/>
          </p:nvSpPr>
          <p:spPr>
            <a:xfrm>
              <a:off x="2751" y="1066"/>
              <a:ext cx="834" cy="212"/>
            </a:xfrm>
            <a:prstGeom prst="rect">
              <a:avLst/>
            </a:prstGeom>
            <a:noFill/>
            <a:ln w="9525">
              <a:noFill/>
              <a:miter/>
            </a:ln>
          </p:spPr>
          <p:txBody>
            <a:bodyPr anchor="t">
              <a:spAutoFit/>
            </a:bodyPr>
            <a:p>
              <a:pPr lvl="0">
                <a:spcBef>
                  <a:spcPct val="50000"/>
                </a:spcBef>
                <a:buClr>
                  <a:srgbClr val="000000"/>
                </a:buClr>
              </a:pPr>
              <a:r>
                <a:rPr lang="zh-CN" altLang="en-US" sz="1600" b="1">
                  <a:solidFill>
                    <a:schemeClr val="tx1"/>
                  </a:solidFill>
                  <a:latin typeface="Times New Roman" panose="02020603050405020304" charset="0"/>
                  <a:ea typeface="宋体" panose="02010600030101010101" pitchFamily="2" charset="-122"/>
                </a:rPr>
                <a:t>磁盘输出井</a:t>
              </a:r>
              <a:endParaRPr lang="zh-CN" altLang="en-US" sz="1600" b="1">
                <a:solidFill>
                  <a:schemeClr val="tx1"/>
                </a:solidFill>
                <a:latin typeface="Times New Roman" panose="02020603050405020304" charset="0"/>
                <a:ea typeface="宋体" panose="02010600030101010101" pitchFamily="2" charset="-122"/>
              </a:endParaRPr>
            </a:p>
          </p:txBody>
        </p:sp>
        <p:sp>
          <p:nvSpPr>
            <p:cNvPr id="51227" name="文本框 44059"/>
            <p:cNvSpPr txBox="1"/>
            <p:nvPr/>
          </p:nvSpPr>
          <p:spPr>
            <a:xfrm>
              <a:off x="2021" y="1066"/>
              <a:ext cx="449" cy="213"/>
            </a:xfrm>
            <a:prstGeom prst="rect">
              <a:avLst/>
            </a:prstGeom>
            <a:noFill/>
            <a:ln w="9525">
              <a:noFill/>
              <a:miter/>
            </a:ln>
          </p:spPr>
          <p:txBody>
            <a:bodyPr anchor="t">
              <a:spAutoFit/>
            </a:bodyPr>
            <a:p>
              <a:pPr lvl="0">
                <a:spcBef>
                  <a:spcPct val="50000"/>
                </a:spcBef>
                <a:buClr>
                  <a:srgbClr val="000000"/>
                </a:buClr>
              </a:pPr>
              <a:r>
                <a:rPr lang="zh-CN" altLang="en-US" sz="1600" b="1">
                  <a:solidFill>
                    <a:schemeClr val="tx1"/>
                  </a:solidFill>
                  <a:latin typeface="Times New Roman" panose="02020603050405020304" charset="0"/>
                  <a:ea typeface="宋体" panose="02010600030101010101" pitchFamily="2" charset="-122"/>
                </a:rPr>
                <a:t>主存</a:t>
              </a:r>
              <a:endParaRPr lang="zh-CN" altLang="en-US" sz="1600" b="1">
                <a:solidFill>
                  <a:schemeClr val="tx1"/>
                </a:solidFill>
                <a:latin typeface="Times New Roman" panose="02020603050405020304" charset="0"/>
                <a:ea typeface="宋体" panose="02010600030101010101" pitchFamily="2" charset="-122"/>
              </a:endParaRPr>
            </a:p>
          </p:txBody>
        </p:sp>
        <p:sp>
          <p:nvSpPr>
            <p:cNvPr id="51228" name="文本框 44060"/>
            <p:cNvSpPr txBox="1"/>
            <p:nvPr/>
          </p:nvSpPr>
          <p:spPr>
            <a:xfrm>
              <a:off x="826" y="13"/>
              <a:ext cx="736" cy="911"/>
            </a:xfrm>
            <a:prstGeom prst="rect">
              <a:avLst/>
            </a:prstGeom>
            <a:noFill/>
            <a:ln w="9525" cap="flat" cmpd="sng">
              <a:solidFill>
                <a:schemeClr val="tx1"/>
              </a:solidFill>
              <a:prstDash val="solid"/>
              <a:miter/>
              <a:headEnd type="none" w="med" len="med"/>
              <a:tailEnd type="none" w="med" len="med"/>
            </a:ln>
          </p:spPr>
          <p:txBody>
            <a:bodyPr anchor="t">
              <a:spAutoFit/>
            </a:bodyPr>
            <a:p>
              <a:pPr lvl="0">
                <a:spcBef>
                  <a:spcPct val="50000"/>
                </a:spcBef>
                <a:buClr>
                  <a:srgbClr val="000000"/>
                </a:buClr>
              </a:pPr>
              <a:endParaRPr lang="en-US" altLang="zh-CN" sz="1600" b="1">
                <a:solidFill>
                  <a:schemeClr val="tx1"/>
                </a:solidFill>
                <a:latin typeface="Times New Roman" panose="02020603050405020304" charset="0"/>
                <a:ea typeface="宋体" panose="02010600030101010101" pitchFamily="2" charset="-122"/>
              </a:endParaRPr>
            </a:p>
            <a:p>
              <a:pPr lvl="0">
                <a:spcBef>
                  <a:spcPct val="50000"/>
                </a:spcBef>
                <a:buClr>
                  <a:srgbClr val="000000"/>
                </a:buClr>
              </a:pPr>
              <a:endParaRPr lang="en-US" altLang="zh-CN" sz="1600" b="1">
                <a:solidFill>
                  <a:schemeClr val="tx1"/>
                </a:solidFill>
                <a:latin typeface="Times New Roman" panose="02020603050405020304" charset="0"/>
                <a:ea typeface="宋体" panose="02010600030101010101" pitchFamily="2" charset="-122"/>
              </a:endParaRPr>
            </a:p>
            <a:p>
              <a:pPr lvl="0">
                <a:spcBef>
                  <a:spcPct val="50000"/>
                </a:spcBef>
                <a:buClr>
                  <a:srgbClr val="000000"/>
                </a:buClr>
              </a:pPr>
              <a:endParaRPr lang="en-US" altLang="zh-CN" sz="1600" b="1">
                <a:solidFill>
                  <a:schemeClr val="tx1"/>
                </a:solidFill>
                <a:latin typeface="Times New Roman" panose="02020603050405020304" charset="0"/>
                <a:ea typeface="宋体" panose="02010600030101010101" pitchFamily="2" charset="-122"/>
              </a:endParaRPr>
            </a:p>
            <a:p>
              <a:pPr lvl="0">
                <a:spcBef>
                  <a:spcPct val="50000"/>
                </a:spcBef>
                <a:buClr>
                  <a:srgbClr val="000000"/>
                </a:buClr>
              </a:pPr>
              <a:endParaRPr lang="en-US" altLang="zh-CN" sz="1600" b="1">
                <a:solidFill>
                  <a:schemeClr val="tx1"/>
                </a:solidFill>
                <a:latin typeface="Times New Roman" panose="02020603050405020304" charset="0"/>
                <a:ea typeface="宋体" panose="02010600030101010101" pitchFamily="2" charset="-122"/>
              </a:endParaRPr>
            </a:p>
          </p:txBody>
        </p:sp>
        <p:sp>
          <p:nvSpPr>
            <p:cNvPr id="44062" name="矩形 44061"/>
            <p:cNvSpPr/>
            <p:nvPr/>
          </p:nvSpPr>
          <p:spPr>
            <a:xfrm>
              <a:off x="1254" y="563"/>
              <a:ext cx="202" cy="317"/>
            </a:xfrm>
            <a:prstGeom prst="rect">
              <a:avLst/>
            </a:prstGeom>
            <a:solidFill>
              <a:schemeClr val="bg2"/>
            </a:solidFill>
            <a:ln w="9525" cap="flat" cmpd="sng">
              <a:solidFill>
                <a:schemeClr val="tx1"/>
              </a:solidFill>
              <a:prstDash val="solid"/>
              <a:miter/>
              <a:headEnd type="none" w="med" len="med"/>
              <a:tailEnd type="none" w="med" len="med"/>
            </a:ln>
          </p:spPr>
          <p:txBody>
            <a:bodyPr anchor="ctr"/>
            <a:p>
              <a:pPr marL="914400" lvl="0" indent="-340995" algn="ctr" fontAlgn="base">
                <a:lnSpc>
                  <a:spcPct val="120000"/>
                </a:lnSpc>
                <a:buClr>
                  <a:schemeClr val="tx2"/>
                </a:buClr>
                <a:buSzPct val="95000"/>
                <a:buFont typeface="Wingdings" panose="05000000000000000000" pitchFamily="2" charset="2"/>
                <a:buBlip>
                  <a:blip r:embed="rId1"/>
                </a:buBlip>
              </a:pPr>
              <a:endParaRPr sz="3200" b="1" strike="noStrike" noProof="1">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grpSp>
      <p:sp>
        <p:nvSpPr>
          <p:cNvPr id="44063" name="文本框 44062"/>
          <p:cNvSpPr txBox="1"/>
          <p:nvPr/>
        </p:nvSpPr>
        <p:spPr>
          <a:xfrm>
            <a:off x="2997200" y="5672138"/>
            <a:ext cx="3000375" cy="336550"/>
          </a:xfrm>
          <a:prstGeom prst="rect">
            <a:avLst/>
          </a:prstGeom>
          <a:noFill/>
          <a:ln w="9525">
            <a:noFill/>
            <a:miter/>
          </a:ln>
        </p:spPr>
        <p:txBody>
          <a:bodyPr anchor="t">
            <a:spAutoFit/>
          </a:bodyPr>
          <a:p>
            <a:pPr lvl="0">
              <a:spcBef>
                <a:spcPct val="30000"/>
              </a:spcBef>
              <a:buClr>
                <a:srgbClr val="000000"/>
              </a:buClr>
            </a:pPr>
            <a:r>
              <a:rPr lang="en-US" altLang="zh-CN" sz="1600">
                <a:solidFill>
                  <a:schemeClr val="tx1"/>
                </a:solidFill>
                <a:latin typeface="Times New Roman" panose="02020603050405020304" charset="0"/>
                <a:ea typeface="宋体" panose="02010600030101010101" pitchFamily="2" charset="-122"/>
              </a:rPr>
              <a:t>SPOOLING</a:t>
            </a:r>
            <a:r>
              <a:rPr lang="zh-CN" altLang="en-US" sz="1600">
                <a:solidFill>
                  <a:schemeClr val="tx1"/>
                </a:solidFill>
                <a:latin typeface="Times New Roman" panose="02020603050405020304" charset="0"/>
                <a:ea typeface="宋体" panose="02010600030101010101" pitchFamily="2" charset="-122"/>
              </a:rPr>
              <a:t>系统工作示意图</a:t>
            </a:r>
            <a:endParaRPr lang="zh-CN" altLang="en-US" sz="1600">
              <a:solidFill>
                <a:schemeClr val="tx1"/>
              </a:solidFill>
              <a:latin typeface="Times New Roman" panose="02020603050405020304" charset="0"/>
              <a:ea typeface="宋体" panose="02010600030101010101" pitchFamily="2" charset="-122"/>
            </a:endParaRPr>
          </a:p>
        </p:txBody>
      </p:sp>
      <p:sp>
        <p:nvSpPr>
          <p:cNvPr id="44064" name="矩形 4406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设备分配</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44035" grpId="0" uiExpand="1" build="p"/>
      <p:bldP spid="4406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矩形 53249"/>
          <p:cNvSpPr/>
          <p:nvPr/>
        </p:nvSpPr>
        <p:spPr>
          <a:xfrm>
            <a:off x="1006475" y="1562100"/>
            <a:ext cx="7129463" cy="206629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en-US" altLang="zh-CN"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b="1">
                <a:solidFill>
                  <a:srgbClr val="663300"/>
                </a:solidFill>
                <a:cs typeface="+mn-ea"/>
                <a:sym typeface="+mn-ea"/>
              </a:rPr>
              <a:t>输入/输出</a:t>
            </a:r>
            <a:r>
              <a:rPr lang="zh-CN" altLang="en-US" sz="4000" b="1" strike="noStrike" noProof="1">
                <a:solidFill>
                  <a:srgbClr val="663300"/>
                </a:solidFill>
                <a:latin typeface="Arial" panose="02080604020202020204" pitchFamily="34" charset="0"/>
                <a:ea typeface="宋体" panose="02010600030101010101" pitchFamily="2" charset="-122"/>
                <a:cs typeface="+mn-ea"/>
              </a:rPr>
              <a:t>控制</a:t>
            </a:r>
            <a:endParaRPr lang="zh-CN" altLang="en-US" sz="4000" b="1" strike="noStrike" noProof="1">
              <a:solidFill>
                <a:srgbClr val="6633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000" b="1" strike="noStrike" noProof="1">
              <a:solidFill>
                <a:srgbClr val="663300"/>
              </a:solidFill>
              <a:ea typeface="宋体" panose="02010600030101010101" pitchFamily="2" charset="-122"/>
            </a:endParaRPr>
          </a:p>
        </p:txBody>
      </p:sp>
      <p:graphicFrame>
        <p:nvGraphicFramePr>
          <p:cNvPr id="59394" name="内容占位符 53250"/>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9" name="" r:id="rId2" imgW="838200" imgH="647700" progId="Paint.Picture">
                  <p:embed/>
                </p:oleObj>
              </mc:Choice>
              <mc:Fallback>
                <p:oleObj name="" r:id="rId2" imgW="838200" imgH="647700" progId="Paint.Picture">
                  <p:embed/>
                  <p:pic>
                    <p:nvPicPr>
                      <p:cNvPr id="0" name="图片 3078"/>
                      <p:cNvPicPr/>
                      <p:nvPr/>
                    </p:nvPicPr>
                    <p:blipFill>
                      <a:blip r:embed="rId3"/>
                      <a:stretch>
                        <a:fillRect/>
                      </a:stretch>
                    </p:blipFill>
                    <p:spPr>
                      <a:xfrm>
                        <a:off x="0" y="0"/>
                        <a:ext cx="838200" cy="517525"/>
                      </a:xfrm>
                      <a:prstGeom prst="rect">
                        <a:avLst/>
                      </a:prstGeom>
                      <a:noFill/>
                      <a:ln w="38100"/>
                    </p:spPr>
                  </p:pic>
                </p:oleObj>
              </mc:Fallback>
            </mc:AlternateContent>
          </a:graphicData>
        </a:graphic>
      </p:graphicFrame>
      <p:sp>
        <p:nvSpPr>
          <p:cNvPr id="53252" name="矩形 53251"/>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设备控制</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53250"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标题 29697"/>
          <p:cNvSpPr>
            <a:spLocks noGrp="1"/>
          </p:cNvSpPr>
          <p:nvPr>
            <p:ph type="title"/>
          </p:nvPr>
        </p:nvSpPr>
        <p:spPr>
          <a:xfrm>
            <a:off x="363538" y="771525"/>
            <a:ext cx="8393113" cy="573088"/>
          </a:xfrm>
        </p:spPr>
        <p:txBody>
          <a:bodyPr anchor="b">
            <a:spAutoFit/>
          </a:bodyPr>
          <a:p>
            <a:pPr lvl="0"/>
            <a:r>
              <a:rPr lang="en-US" altLang="zh-CN" sz="3200">
                <a:solidFill>
                  <a:srgbClr val="990000"/>
                </a:solidFill>
                <a:latin typeface="Times New Roman" panose="02020603050405020304" charset="0"/>
                <a:ea typeface="宋体" panose="02010600030101010101" pitchFamily="2" charset="-122"/>
              </a:rPr>
              <a:t>(四) 设备输入/输出控制</a:t>
            </a:r>
            <a:endParaRPr lang="en-US" altLang="zh-CN" sz="3200">
              <a:solidFill>
                <a:srgbClr val="990000"/>
              </a:solidFill>
              <a:latin typeface="Times New Roman" panose="02020603050405020304" charset="0"/>
              <a:ea typeface="宋体" panose="02010600030101010101" pitchFamily="2" charset="-122"/>
            </a:endParaRPr>
          </a:p>
        </p:txBody>
      </p:sp>
      <p:sp>
        <p:nvSpPr>
          <p:cNvPr id="29699" name="内容占位符 29698"/>
          <p:cNvSpPr>
            <a:spLocks noGrp="1"/>
          </p:cNvSpPr>
          <p:nvPr>
            <p:ph idx="1"/>
          </p:nvPr>
        </p:nvSpPr>
        <p:spPr>
          <a:xfrm>
            <a:off x="755650" y="1844675"/>
            <a:ext cx="7851775" cy="3600450"/>
          </a:xfrm>
        </p:spPr>
        <p:txBody>
          <a:bodyPr anchor="t">
            <a:spAutoFit/>
          </a:bodyPr>
          <a:p>
            <a:pPr fontAlgn="base">
              <a:buNone/>
            </a:pPr>
            <a:r>
              <a:rPr lang="en-US" altLang="zh-CN" sz="3600" strike="noStrike" noProof="1">
                <a:solidFill>
                  <a:schemeClr val="tx1"/>
                </a:solidFill>
                <a:latin typeface="Times New Roman" panose="02020603050405020304" charset="0"/>
                <a:sym typeface="Arial" panose="02080604020202020204" pitchFamily="34" charset="0"/>
              </a:rPr>
              <a:t>1</a:t>
            </a:r>
            <a:r>
              <a:rPr lang="zh-CN" altLang="en-US" sz="3600" strike="noStrike" noProof="1">
                <a:solidFill>
                  <a:schemeClr val="tx1"/>
                </a:solidFill>
                <a:latin typeface="Times New Roman" panose="02020603050405020304" charset="0"/>
                <a:sym typeface="Arial" panose="02080604020202020204" pitchFamily="34" charset="0"/>
              </a:rPr>
              <a:t>、</a:t>
            </a:r>
            <a:r>
              <a:rPr lang="en-US" altLang="zh-CN" sz="3600" strike="noStrike" noProof="1">
                <a:solidFill>
                  <a:schemeClr val="tx1"/>
                </a:solidFill>
                <a:latin typeface="Times New Roman" panose="02020603050405020304" charset="0"/>
                <a:sym typeface="Arial" panose="02080604020202020204" pitchFamily="34" charset="0"/>
              </a:rPr>
              <a:t>CPU</a:t>
            </a:r>
            <a:r>
              <a:rPr lang="zh-CN" altLang="en-US" sz="3600" strike="noStrike" noProof="1">
                <a:solidFill>
                  <a:schemeClr val="tx1"/>
                </a:solidFill>
                <a:latin typeface="Times New Roman" panose="02020603050405020304" charset="0"/>
                <a:sym typeface="Arial" panose="02080604020202020204" pitchFamily="34" charset="0"/>
              </a:rPr>
              <a:t>和设备通信的几个概念</a:t>
            </a:r>
            <a:endParaRPr lang="zh-CN" altLang="en-US" sz="3600" strike="noStrike" noProof="1">
              <a:solidFill>
                <a:schemeClr val="tx1"/>
              </a:solidFill>
              <a:latin typeface="Times New Roman" panose="02020603050405020304" charset="0"/>
              <a:sym typeface="Arial" panose="02080604020202020204" pitchFamily="34" charset="0"/>
            </a:endParaRPr>
          </a:p>
          <a:p>
            <a:pPr fontAlgn="base">
              <a:buNone/>
            </a:pPr>
            <a:r>
              <a:rPr lang="en-US" altLang="zh-CN" sz="3600" strike="noStrike" noProof="1">
                <a:solidFill>
                  <a:schemeClr val="tx1"/>
                </a:solidFill>
                <a:latin typeface="Times New Roman" panose="02020603050405020304" charset="0"/>
                <a:sym typeface="Arial" panose="02080604020202020204" pitchFamily="34" charset="0"/>
              </a:rPr>
              <a:t>2</a:t>
            </a:r>
            <a:r>
              <a:rPr lang="zh-CN" altLang="en-US" sz="3600" strike="noStrike" noProof="1">
                <a:solidFill>
                  <a:schemeClr val="tx1"/>
                </a:solidFill>
                <a:latin typeface="Times New Roman" panose="02020603050405020304" charset="0"/>
                <a:sym typeface="Arial" panose="02080604020202020204" pitchFamily="34" charset="0"/>
              </a:rPr>
              <a:t>、</a:t>
            </a:r>
            <a:r>
              <a:rPr lang="en-US" altLang="zh-CN" sz="3600" strike="noStrike" noProof="1">
                <a:solidFill>
                  <a:schemeClr val="tx1"/>
                </a:solidFill>
                <a:latin typeface="Times New Roman" panose="02020603050405020304" charset="0"/>
                <a:sym typeface="Arial" panose="02080604020202020204" pitchFamily="34" charset="0"/>
              </a:rPr>
              <a:t>CPU</a:t>
            </a:r>
            <a:r>
              <a:rPr lang="zh-CN" altLang="en-US" sz="3600" strike="noStrike" noProof="1">
                <a:solidFill>
                  <a:schemeClr val="tx1"/>
                </a:solidFill>
                <a:latin typeface="Times New Roman" panose="02020603050405020304" charset="0"/>
                <a:sym typeface="Arial" panose="02080604020202020204" pitchFamily="34" charset="0"/>
              </a:rPr>
              <a:t>访问设备的方式和发展</a:t>
            </a:r>
            <a:endParaRPr lang="zh-CN" altLang="en-US" sz="3600" strike="noStrike" noProof="1">
              <a:solidFill>
                <a:schemeClr val="tx1"/>
              </a:solidFill>
              <a:latin typeface="Times New Roman" panose="02020603050405020304" charset="0"/>
              <a:sym typeface="Arial" panose="02080604020202020204" pitchFamily="34" charset="0"/>
            </a:endParaRPr>
          </a:p>
          <a:p>
            <a:pPr fontAlgn="base">
              <a:buNone/>
            </a:pPr>
            <a:r>
              <a:rPr lang="en-US" altLang="zh-CN" sz="3600" strike="noStrike" noProof="1">
                <a:solidFill>
                  <a:schemeClr val="tx1"/>
                </a:solidFill>
                <a:latin typeface="Times New Roman" panose="02020603050405020304" charset="0"/>
                <a:sym typeface="Arial" panose="02080604020202020204" pitchFamily="34" charset="0"/>
              </a:rPr>
              <a:t>3</a:t>
            </a:r>
            <a:r>
              <a:rPr lang="zh-CN" altLang="en-US" sz="3600" strike="noStrike" noProof="1">
                <a:solidFill>
                  <a:schemeClr val="tx1"/>
                </a:solidFill>
                <a:latin typeface="Times New Roman" panose="02020603050405020304" charset="0"/>
                <a:sym typeface="Arial" panose="02080604020202020204" pitchFamily="34" charset="0"/>
              </a:rPr>
              <a:t>、输入</a:t>
            </a:r>
            <a:r>
              <a:rPr lang="en-US" altLang="zh-CN" sz="3600" strike="noStrike" noProof="1">
                <a:solidFill>
                  <a:schemeClr val="tx1"/>
                </a:solidFill>
                <a:latin typeface="Times New Roman" panose="02020603050405020304" charset="0"/>
                <a:sym typeface="Arial" panose="02080604020202020204" pitchFamily="34" charset="0"/>
              </a:rPr>
              <a:t>/</a:t>
            </a:r>
            <a:r>
              <a:rPr lang="zh-CN" altLang="en-US" sz="3600" strike="noStrike" noProof="1">
                <a:solidFill>
                  <a:schemeClr val="tx1"/>
                </a:solidFill>
                <a:latin typeface="Times New Roman" panose="02020603050405020304" charset="0"/>
                <a:sym typeface="Arial" panose="02080604020202020204" pitchFamily="34" charset="0"/>
              </a:rPr>
              <a:t>输出控制方式</a:t>
            </a:r>
            <a:endParaRPr lang="zh-CN" altLang="en-US" sz="3600" strike="noStrike" noProof="1">
              <a:solidFill>
                <a:schemeClr val="tx1"/>
              </a:solidFill>
              <a:latin typeface="Times New Roman" panose="02020603050405020304" charset="0"/>
              <a:sym typeface="Arial" panose="02080604020202020204" pitchFamily="34" charset="0"/>
            </a:endParaRPr>
          </a:p>
        </p:txBody>
      </p:sp>
    </p:spTree>
  </p:cSld>
  <p:clrMapOvr>
    <a:masterClrMapping/>
  </p:clrMapOvr>
  <p:transition>
    <p:fade/>
  </p:transition>
  <p:timing>
    <p:tnLst>
      <p:par>
        <p:cTn id="1" dur="indefinite" restart="never" nodeType="tmRoot"/>
      </p:par>
    </p:tnLst>
    <p:bldLst>
      <p:bldP spid="29699" grpId="0" bldLvl="2"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标题 30721"/>
          <p:cNvSpPr>
            <a:spLocks noGrp="1"/>
          </p:cNvSpPr>
          <p:nvPr>
            <p:ph type="title"/>
          </p:nvPr>
        </p:nvSpPr>
        <p:spPr>
          <a:xfrm>
            <a:off x="363538" y="785813"/>
            <a:ext cx="8393113" cy="558800"/>
          </a:xfrm>
        </p:spPr>
        <p:txBody>
          <a:bodyPr anchor="b">
            <a:spAutoFit/>
          </a:bodyPr>
          <a:p>
            <a:pPr lvl="0"/>
            <a:r>
              <a:rPr lang="en-US" altLang="zh-CN" sz="3200">
                <a:solidFill>
                  <a:srgbClr val="990000"/>
                </a:solidFill>
                <a:latin typeface="Times New Roman" panose="02020603050405020304" charset="0"/>
                <a:ea typeface="宋体" panose="02010600030101010101" pitchFamily="2" charset="-122"/>
              </a:rPr>
              <a:t>一、端口、总线、控制器</a:t>
            </a:r>
            <a:endParaRPr lang="en-US" altLang="zh-CN" sz="3200">
              <a:solidFill>
                <a:srgbClr val="990000"/>
              </a:solidFill>
              <a:latin typeface="Times New Roman" panose="02020603050405020304" charset="0"/>
              <a:ea typeface="宋体" panose="02010600030101010101" pitchFamily="2" charset="-122"/>
            </a:endParaRPr>
          </a:p>
        </p:txBody>
      </p:sp>
      <p:sp>
        <p:nvSpPr>
          <p:cNvPr id="30722" name="文本占位符 30722"/>
          <p:cNvSpPr>
            <a:spLocks noGrp="1"/>
          </p:cNvSpPr>
          <p:nvPr>
            <p:ph idx="1"/>
          </p:nvPr>
        </p:nvSpPr>
        <p:spPr>
          <a:xfrm>
            <a:off x="465773" y="1442720"/>
            <a:ext cx="8159750" cy="4613910"/>
          </a:xfrm>
        </p:spPr>
        <p:txBody>
          <a:bodyPr anchor="t">
            <a:spAutoFit/>
          </a:bodyPr>
          <a:p>
            <a:pPr fontAlgn="base">
              <a:lnSpc>
                <a:spcPct val="110000"/>
              </a:lnSpc>
            </a:pPr>
            <a:r>
              <a:rPr lang="zh-CN" altLang="en-US" sz="2800" strike="noStrike" noProof="1">
                <a:solidFill>
                  <a:schemeClr val="tx1"/>
                </a:solidFill>
                <a:effectLst/>
                <a:sym typeface="Arial" panose="02080604020202020204" pitchFamily="34" charset="0"/>
              </a:rPr>
              <a:t>接口：设备与计算机通信的连接点</a:t>
            </a:r>
            <a:r>
              <a:rPr lang="en-US" altLang="zh-CN" sz="2800">
                <a:solidFill>
                  <a:schemeClr val="tx1"/>
                </a:solidFill>
                <a:effectLst/>
                <a:sym typeface="Arial" panose="02080604020202020204" pitchFamily="34" charset="0"/>
              </a:rPr>
              <a:t>;</a:t>
            </a:r>
            <a:br>
              <a:rPr lang="en-US" altLang="zh-CN" sz="2800">
                <a:solidFill>
                  <a:schemeClr val="tx1"/>
                </a:solidFill>
                <a:effectLst/>
                <a:sym typeface="Arial" panose="02080604020202020204" pitchFamily="34" charset="0"/>
              </a:rPr>
            </a:br>
            <a:r>
              <a:rPr lang="zh-CN" altLang="en-US" sz="2800" strike="noStrike" noProof="1">
                <a:solidFill>
                  <a:schemeClr val="tx1"/>
                </a:solidFill>
                <a:effectLst/>
                <a:sym typeface="Arial" panose="02080604020202020204" pitchFamily="34" charset="0"/>
              </a:rPr>
              <a:t>端口：外设中可以被计算机读写的寄存器</a:t>
            </a:r>
            <a:r>
              <a:rPr lang="en-US" altLang="zh-CN" sz="2800" strike="noStrike" noProof="1">
                <a:solidFill>
                  <a:schemeClr val="tx1"/>
                </a:solidFill>
                <a:effectLst/>
                <a:sym typeface="Arial" panose="02080604020202020204" pitchFamily="34" charset="0"/>
              </a:rPr>
              <a:t>;</a:t>
            </a:r>
            <a:endParaRPr lang="en-US" altLang="zh-CN" sz="2800" strike="noStrike" noProof="1">
              <a:solidFill>
                <a:schemeClr val="tx1"/>
              </a:solidFill>
              <a:effectLst/>
              <a:sym typeface="Arial" panose="02080604020202020204" pitchFamily="34" charset="0"/>
            </a:endParaRPr>
          </a:p>
          <a:p>
            <a:pPr fontAlgn="base">
              <a:lnSpc>
                <a:spcPct val="110000"/>
              </a:lnSpc>
            </a:pPr>
            <a:r>
              <a:rPr lang="zh-CN" altLang="en-US" sz="2800" strike="noStrike" noProof="1">
                <a:solidFill>
                  <a:schemeClr val="tx1"/>
                </a:solidFill>
                <a:effectLst/>
                <a:sym typeface="Arial" panose="02080604020202020204" pitchFamily="34" charset="0"/>
              </a:rPr>
              <a:t>总线：一组线和严格定义在线上传输信号的协议，总线上可以连接一个或多个设备。并行总线一般包括数据总线、地址总线和控制总线；串行总线只有一个数据通道。</a:t>
            </a:r>
            <a:endParaRPr lang="zh-CN" altLang="en-US" sz="2800" strike="noStrike" noProof="1">
              <a:solidFill>
                <a:schemeClr val="tx1"/>
              </a:solidFill>
              <a:effectLst/>
              <a:sym typeface="Arial" panose="02080604020202020204" pitchFamily="34" charset="0"/>
            </a:endParaRPr>
          </a:p>
          <a:p>
            <a:pPr fontAlgn="base">
              <a:lnSpc>
                <a:spcPct val="110000"/>
              </a:lnSpc>
            </a:pPr>
            <a:r>
              <a:rPr lang="zh-CN" altLang="en-US" sz="2800" strike="noStrike" noProof="1">
                <a:solidFill>
                  <a:schemeClr val="tx1"/>
                </a:solidFill>
                <a:effectLst/>
                <a:sym typeface="Arial" panose="02080604020202020204" pitchFamily="34" charset="0"/>
              </a:rPr>
              <a:t>控制器：用于操作端口、总线或设备的一组电子器件。一般有状态、命令、数据输入、数据输出等寄存器（端口）。</a:t>
            </a:r>
            <a:endParaRPr lang="zh-CN" altLang="en-US" sz="2800" strike="noStrike" noProof="1">
              <a:solidFill>
                <a:schemeClr val="tx1"/>
              </a:solidFill>
              <a:effectLst/>
              <a:sym typeface="Arial" panose="02080604020202020204" pitchFamily="34" charset="0"/>
            </a:endParaRPr>
          </a:p>
        </p:txBody>
      </p:sp>
    </p:spTree>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2465" name="图片 32769" descr="IMG_0065"/>
          <p:cNvPicPr>
            <a:picLocks noChangeAspect="1"/>
          </p:cNvPicPr>
          <p:nvPr/>
        </p:nvPicPr>
        <p:blipFill>
          <a:blip r:embed="rId1"/>
          <a:stretch>
            <a:fillRect/>
          </a:stretch>
        </p:blipFill>
        <p:spPr>
          <a:xfrm>
            <a:off x="395288" y="549275"/>
            <a:ext cx="8280400" cy="5684838"/>
          </a:xfrm>
          <a:prstGeom prst="rect">
            <a:avLst/>
          </a:prstGeom>
          <a:noFill/>
          <a:ln w="9525">
            <a:noFill/>
            <a:miter/>
          </a:ln>
        </p:spPr>
      </p:pic>
    </p:spTree>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标题 34817"/>
          <p:cNvSpPr>
            <a:spLocks noGrp="1"/>
          </p:cNvSpPr>
          <p:nvPr>
            <p:ph type="title"/>
          </p:nvPr>
        </p:nvSpPr>
        <p:spPr>
          <a:xfrm>
            <a:off x="363538" y="810578"/>
            <a:ext cx="8393113" cy="534035"/>
          </a:xfrm>
        </p:spPr>
        <p:txBody>
          <a:bodyPr anchor="b">
            <a:spAutoFit/>
          </a:bodyPr>
          <a:p>
            <a:pPr lvl="0"/>
            <a:r>
              <a:rPr lang="en-US" altLang="zh-CN" sz="3200">
                <a:solidFill>
                  <a:srgbClr val="990000"/>
                </a:solidFill>
                <a:latin typeface="Times New Roman" panose="02020603050405020304" charset="0"/>
                <a:ea typeface="宋体" panose="02010600030101010101" pitchFamily="2" charset="-122"/>
              </a:rPr>
              <a:t>输入/输出控制方式</a:t>
            </a:r>
            <a:endParaRPr lang="zh-CN" altLang="en-US" sz="3200">
              <a:solidFill>
                <a:srgbClr val="990000"/>
              </a:solidFill>
              <a:latin typeface="Times New Roman" panose="02020603050405020304" charset="0"/>
              <a:ea typeface="宋体" panose="02010600030101010101" pitchFamily="2" charset="-122"/>
            </a:endParaRPr>
          </a:p>
        </p:txBody>
      </p:sp>
      <p:sp>
        <p:nvSpPr>
          <p:cNvPr id="34819" name="内容占位符 34818"/>
          <p:cNvSpPr>
            <a:spLocks noGrp="1"/>
          </p:cNvSpPr>
          <p:nvPr>
            <p:ph idx="1"/>
          </p:nvPr>
        </p:nvSpPr>
        <p:spPr>
          <a:xfrm>
            <a:off x="381000" y="1495425"/>
            <a:ext cx="8331200" cy="4653280"/>
          </a:xfrm>
        </p:spPr>
        <p:txBody>
          <a:bodyPr wrap="square" anchor="t">
            <a:spAutoFit/>
          </a:bodyPr>
          <a:p>
            <a:pPr algn="l" fontAlgn="base">
              <a:lnSpc>
                <a:spcPct val="110000"/>
              </a:lnSpc>
              <a:spcBef>
                <a:spcPct val="30000"/>
              </a:spcBef>
              <a:buNone/>
            </a:pPr>
            <a:r>
              <a:rPr lang="zh-CN" altLang="en-US" sz="2400" strike="noStrike" noProof="1" dirty="0">
                <a:solidFill>
                  <a:schemeClr val="tx1"/>
                </a:solidFill>
                <a:effectLst/>
                <a:latin typeface="Times New Roman" panose="02020603050405020304" charset="0"/>
              </a:rPr>
              <a:t>外部设备在CPU的控制之下完成信息的传输，CPU通过控制器与设备打交道。</a:t>
            </a:r>
            <a:endParaRPr lang="zh-CN" altLang="en-US" sz="2400" strike="noStrike" noProof="1" dirty="0">
              <a:solidFill>
                <a:schemeClr val="tx1"/>
              </a:solidFill>
              <a:effectLst/>
              <a:latin typeface="Times New Roman" panose="02020603050405020304" charset="0"/>
            </a:endParaRPr>
          </a:p>
          <a:p>
            <a:pPr algn="l" fontAlgn="base">
              <a:lnSpc>
                <a:spcPct val="110000"/>
              </a:lnSpc>
              <a:spcBef>
                <a:spcPct val="30000"/>
              </a:spcBef>
              <a:buNone/>
            </a:pPr>
            <a:r>
              <a:rPr lang="en-US" altLang="zh-CN" sz="3200" b="1" strike="noStrike" noProof="1">
                <a:solidFill>
                  <a:srgbClr val="990000"/>
                </a:solidFill>
                <a:effectLst/>
                <a:latin typeface="Times New Roman" panose="02020603050405020304" charset="0"/>
                <a:ea typeface="宋体" panose="02010600030101010101" pitchFamily="2" charset="-122"/>
                <a:cs typeface="+mj-cs"/>
              </a:rPr>
              <a:t>1. 循环测试I/O方式</a:t>
            </a:r>
            <a:r>
              <a:rPr lang="zh-CN" altLang="en-US" sz="2400" strike="noStrike" noProof="1" dirty="0">
                <a:solidFill>
                  <a:schemeClr val="tx1"/>
                </a:solidFill>
                <a:effectLst/>
                <a:latin typeface="Times New Roman" panose="02020603050405020304" charset="0"/>
              </a:rPr>
              <a:t>（在早期的计算机中使用）</a:t>
            </a:r>
            <a:endParaRPr lang="zh-CN" altLang="en-US" sz="2400" strike="noStrike" noProof="1" dirty="0">
              <a:solidFill>
                <a:schemeClr val="tx1"/>
              </a:solidFill>
              <a:effectLst/>
              <a:latin typeface="Times New Roman" panose="02020603050405020304" charset="0"/>
            </a:endParaRPr>
          </a:p>
          <a:p>
            <a:pPr algn="l" fontAlgn="base">
              <a:lnSpc>
                <a:spcPct val="110000"/>
              </a:lnSpc>
              <a:spcBef>
                <a:spcPct val="30000"/>
              </a:spcBef>
              <a:buNone/>
            </a:pPr>
            <a:r>
              <a:rPr lang="zh-CN" altLang="en-US" sz="2400" dirty="0">
                <a:solidFill>
                  <a:schemeClr val="tx1"/>
                </a:solidFill>
                <a:effectLst/>
                <a:latin typeface="Times New Roman" panose="02020603050405020304" charset="0"/>
                <a:sym typeface="+mn-ea"/>
              </a:rPr>
              <a:t>设备控制器中有数据寄存器和控制寄存器，CPU通过设置控制器寄存中的启动位来启动设备进行实际的操作，然后反复检测控制器的完成位，判断操作是否完成。若完成则从数据寄存器中读入数据。</a:t>
            </a:r>
            <a:endParaRPr lang="zh-CN" altLang="en-US" sz="2400" strike="noStrike" noProof="1" dirty="0">
              <a:solidFill>
                <a:schemeClr val="tx1"/>
              </a:solidFill>
              <a:effectLst/>
              <a:latin typeface="Times New Roman" panose="02020603050405020304" charset="0"/>
            </a:endParaRPr>
          </a:p>
          <a:p>
            <a:pPr algn="l" fontAlgn="base">
              <a:lnSpc>
                <a:spcPct val="110000"/>
              </a:lnSpc>
              <a:spcBef>
                <a:spcPct val="30000"/>
              </a:spcBef>
              <a:buNone/>
            </a:pPr>
            <a:r>
              <a:rPr lang="zh-CN" altLang="en-US" sz="2400" strike="noStrike" noProof="1" dirty="0">
                <a:solidFill>
                  <a:schemeClr val="tx1"/>
                </a:solidFill>
                <a:effectLst/>
                <a:latin typeface="Times New Roman" panose="02020603050405020304" charset="0"/>
              </a:rPr>
              <a:t>工作方式简单，但是CPU的利用率很低，因为CPU的速度高出I/O设备几个数量级，所以在循环测试中浪费了CPU的大量时间。</a:t>
            </a:r>
            <a:endParaRPr lang="zh-CN" altLang="en-US" sz="2400" strike="noStrike" noProof="1" dirty="0">
              <a:solidFill>
                <a:schemeClr val="tx1"/>
              </a:solidFill>
              <a:effectLst/>
              <a:latin typeface="Times New Roman" panose="02020603050405020304" charset="0"/>
            </a:endParaRPr>
          </a:p>
        </p:txBody>
      </p:sp>
    </p:spTree>
  </p:cSld>
  <p:clrMapOvr>
    <a:masterClrMapping/>
  </p:clrMapOvr>
  <p:transition>
    <p:fade/>
  </p:transition>
  <p:timing>
    <p:tnLst>
      <p:par>
        <p:cTn id="1" dur="indefinite" restart="never" nodeType="tmRoot"/>
      </p:par>
    </p:tnLst>
    <p:bldLst>
      <p:bldP spid="34819"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9" name="内容占位符 34818"/>
          <p:cNvSpPr>
            <a:spLocks noGrp="1"/>
          </p:cNvSpPr>
          <p:nvPr>
            <p:ph idx="1"/>
          </p:nvPr>
        </p:nvSpPr>
        <p:spPr>
          <a:xfrm>
            <a:off x="406400" y="595630"/>
            <a:ext cx="8331200" cy="1960245"/>
          </a:xfrm>
        </p:spPr>
        <p:txBody>
          <a:bodyPr wrap="square" anchor="t">
            <a:spAutoFit/>
          </a:bodyPr>
          <a:p>
            <a:pPr fontAlgn="base">
              <a:lnSpc>
                <a:spcPct val="110000"/>
              </a:lnSpc>
              <a:spcBef>
                <a:spcPct val="30000"/>
              </a:spcBef>
              <a:buNone/>
            </a:pPr>
            <a:r>
              <a:rPr lang="en-US" altLang="zh-CN" sz="3200" b="1" strike="noStrike" noProof="1">
                <a:solidFill>
                  <a:srgbClr val="990000"/>
                </a:solidFill>
                <a:effectLst/>
                <a:latin typeface="Times New Roman" panose="02020603050405020304" charset="0"/>
                <a:ea typeface="宋体" panose="02010600030101010101" pitchFamily="2" charset="-122"/>
                <a:cs typeface="+mj-cs"/>
              </a:rPr>
              <a:t>2. I/O中断方式</a:t>
            </a:r>
            <a:endParaRPr lang="zh-CN" altLang="en-US" sz="3600" strike="noStrike" noProof="1" dirty="0">
              <a:solidFill>
                <a:schemeClr val="tx1"/>
              </a:solidFill>
              <a:effectLst/>
              <a:latin typeface="Times New Roman" panose="02020603050405020304" charset="0"/>
            </a:endParaRPr>
          </a:p>
          <a:p>
            <a:pPr fontAlgn="base">
              <a:lnSpc>
                <a:spcPct val="110000"/>
              </a:lnSpc>
              <a:spcBef>
                <a:spcPct val="30000"/>
              </a:spcBef>
              <a:buNone/>
            </a:pPr>
            <a:r>
              <a:rPr lang="zh-CN" altLang="en-US" sz="2400" strike="noStrike" noProof="1" dirty="0">
                <a:solidFill>
                  <a:schemeClr val="tx1"/>
                </a:solidFill>
                <a:effectLst/>
                <a:latin typeface="Times New Roman" panose="02020603050405020304" charset="0"/>
              </a:rPr>
              <a:t>	为了提高</a:t>
            </a:r>
            <a:r>
              <a:rPr lang="en-US" altLang="x-none" sz="2400" strike="noStrike" noProof="1" dirty="0">
                <a:solidFill>
                  <a:schemeClr val="tx1"/>
                </a:solidFill>
                <a:effectLst/>
                <a:latin typeface="Times New Roman" panose="02020603050405020304" charset="0"/>
              </a:rPr>
              <a:t>CPU</a:t>
            </a:r>
            <a:r>
              <a:rPr lang="zh-CN" altLang="en-US" sz="2400" strike="noStrike" noProof="1" dirty="0">
                <a:solidFill>
                  <a:schemeClr val="tx1"/>
                </a:solidFill>
                <a:effectLst/>
                <a:latin typeface="Times New Roman" panose="02020603050405020304" charset="0"/>
              </a:rPr>
              <a:t>和设备的利用率，就应使</a:t>
            </a:r>
            <a:r>
              <a:rPr lang="en-US" altLang="x-none" sz="2400" strike="noStrike" noProof="1" dirty="0">
                <a:solidFill>
                  <a:schemeClr val="tx1"/>
                </a:solidFill>
                <a:effectLst/>
                <a:latin typeface="Times New Roman" panose="02020603050405020304" charset="0"/>
              </a:rPr>
              <a:t>CPU</a:t>
            </a:r>
            <a:r>
              <a:rPr lang="zh-CN" altLang="en-US" sz="2400" strike="noStrike" noProof="1" dirty="0">
                <a:solidFill>
                  <a:schemeClr val="tx1"/>
                </a:solidFill>
                <a:effectLst/>
                <a:latin typeface="Times New Roman" panose="02020603050405020304" charset="0"/>
              </a:rPr>
              <a:t>与设备并行工作，采用</a:t>
            </a:r>
            <a:r>
              <a:rPr lang="en-US" altLang="x-none" sz="2400" strike="noStrike" noProof="1" dirty="0">
                <a:solidFill>
                  <a:schemeClr val="tx1"/>
                </a:solidFill>
                <a:effectLst/>
                <a:latin typeface="Times New Roman" panose="02020603050405020304" charset="0"/>
              </a:rPr>
              <a:t>I/O</a:t>
            </a:r>
            <a:r>
              <a:rPr lang="zh-CN" altLang="en-US" sz="2400" strike="noStrike" noProof="1" dirty="0">
                <a:solidFill>
                  <a:schemeClr val="tx1"/>
                </a:solidFill>
                <a:effectLst/>
                <a:latin typeface="Times New Roman" panose="02020603050405020304" charset="0"/>
              </a:rPr>
              <a:t>中断方式。采用这种方式要求控制寄存器中有一个中断位。</a:t>
            </a:r>
            <a:endParaRPr lang="zh-CN" altLang="en-US" sz="2400" strike="noStrike" noProof="1" dirty="0">
              <a:solidFill>
                <a:schemeClr val="tx1"/>
              </a:solidFill>
              <a:effectLst/>
              <a:latin typeface="Times New Roman" panose="02020603050405020304" charset="0"/>
            </a:endParaRPr>
          </a:p>
        </p:txBody>
      </p:sp>
      <p:sp>
        <p:nvSpPr>
          <p:cNvPr id="35843" name="内容占位符 35842"/>
          <p:cNvSpPr>
            <a:spLocks noGrp="1"/>
          </p:cNvSpPr>
          <p:nvPr/>
        </p:nvSpPr>
        <p:spPr>
          <a:xfrm>
            <a:off x="189548" y="2622550"/>
            <a:ext cx="8205788" cy="3531235"/>
          </a:xfrm>
          <a:prstGeom prst="rect">
            <a:avLst/>
          </a:prstGeom>
          <a:noFill/>
          <a:ln w="9525">
            <a:noFill/>
            <a:miter/>
          </a:ln>
        </p:spPr>
        <p:txBody>
          <a:bodyPr wrap="square" anchor="t">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9pPr>
          </a:lstStyle>
          <a:p>
            <a:pPr marL="0" indent="0" fontAlgn="base">
              <a:lnSpc>
                <a:spcPct val="105000"/>
              </a:lnSpc>
              <a:spcBef>
                <a:spcPct val="25000"/>
              </a:spcBef>
              <a:buNone/>
            </a:pPr>
            <a:r>
              <a:rPr lang="en-US" altLang="x-none" sz="2800" strike="noStrike" noProof="1" dirty="0">
                <a:solidFill>
                  <a:schemeClr val="tx1"/>
                </a:solidFill>
                <a:effectLst/>
                <a:latin typeface="Times New Roman" panose="02020603050405020304" charset="0"/>
              </a:rPr>
              <a:t>I/O</a:t>
            </a:r>
            <a:r>
              <a:rPr lang="zh-CN" altLang="en-US" sz="2800" strike="noStrike" noProof="1" dirty="0">
                <a:solidFill>
                  <a:schemeClr val="tx1"/>
                </a:solidFill>
                <a:effectLst/>
                <a:latin typeface="Times New Roman" panose="02020603050405020304" charset="0"/>
              </a:rPr>
              <a:t>中断方式下，数据输入</a:t>
            </a:r>
            <a:r>
              <a:rPr lang="en-US" altLang="x-none" sz="2800" strike="noStrike" noProof="1" dirty="0">
                <a:solidFill>
                  <a:schemeClr val="tx1"/>
                </a:solidFill>
                <a:effectLst/>
                <a:latin typeface="Times New Roman" panose="02020603050405020304" charset="0"/>
              </a:rPr>
              <a:t>/</a:t>
            </a:r>
            <a:r>
              <a:rPr lang="zh-CN" altLang="en-US" sz="2800" strike="noStrike" noProof="1" dirty="0">
                <a:solidFill>
                  <a:schemeClr val="tx1"/>
                </a:solidFill>
                <a:effectLst/>
                <a:latin typeface="Times New Roman" panose="02020603050405020304" charset="0"/>
              </a:rPr>
              <a:t>输出步骤：</a:t>
            </a:r>
            <a:endParaRPr lang="zh-CN" altLang="en-US" sz="2800" strike="noStrike" noProof="1" dirty="0">
              <a:solidFill>
                <a:schemeClr val="tx1"/>
              </a:solidFill>
              <a:effectLst/>
              <a:latin typeface="Times New Roman" panose="02020603050405020304" charset="0"/>
            </a:endParaRPr>
          </a:p>
          <a:p>
            <a:pPr marL="765175" lvl="1" fontAlgn="base">
              <a:lnSpc>
                <a:spcPct val="105000"/>
              </a:lnSpc>
              <a:spcBef>
                <a:spcPct val="25000"/>
              </a:spcBef>
            </a:pPr>
            <a:r>
              <a:rPr lang="en-US" altLang="x-none" sz="2400" strike="noStrike" noProof="1" dirty="0">
                <a:solidFill>
                  <a:schemeClr val="tx1"/>
                </a:solidFill>
                <a:effectLst/>
                <a:latin typeface="Times New Roman" panose="02020603050405020304" charset="0"/>
              </a:rPr>
              <a:t>1) </a:t>
            </a:r>
            <a:r>
              <a:rPr lang="zh-CN" altLang="en-US" sz="2400" strike="noStrike" noProof="1" dirty="0">
                <a:solidFill>
                  <a:schemeClr val="tx1"/>
                </a:solidFill>
                <a:effectLst/>
                <a:latin typeface="Times New Roman" panose="02020603050405020304" charset="0"/>
              </a:rPr>
              <a:t>要求输入数据的进程把一个启动命令和允许中断位“</a:t>
            </a:r>
            <a:r>
              <a:rPr lang="en-US" altLang="x-none" sz="2400" strike="noStrike" noProof="1" dirty="0">
                <a:solidFill>
                  <a:schemeClr val="tx1"/>
                </a:solidFill>
                <a:effectLst/>
                <a:latin typeface="Times New Roman" panose="02020603050405020304" charset="0"/>
              </a:rPr>
              <a:t>1”</a:t>
            </a:r>
            <a:r>
              <a:rPr lang="zh-CN" altLang="en-US" sz="2400" strike="noStrike" noProof="1" dirty="0">
                <a:solidFill>
                  <a:schemeClr val="tx1"/>
                </a:solidFill>
                <a:effectLst/>
                <a:latin typeface="Times New Roman" panose="02020603050405020304" charset="0"/>
              </a:rPr>
              <a:t>写入相应设备的控制状态寄存器中，从而启动了该设备；</a:t>
            </a:r>
            <a:endParaRPr lang="zh-CN" altLang="en-US" sz="2400" strike="noStrike" noProof="1" dirty="0">
              <a:solidFill>
                <a:schemeClr val="tx1"/>
              </a:solidFill>
              <a:effectLst/>
              <a:latin typeface="Times New Roman" panose="02020603050405020304" charset="0"/>
            </a:endParaRPr>
          </a:p>
          <a:p>
            <a:pPr marL="765175" lvl="1" fontAlgn="base">
              <a:lnSpc>
                <a:spcPct val="105000"/>
              </a:lnSpc>
              <a:spcBef>
                <a:spcPct val="25000"/>
              </a:spcBef>
            </a:pPr>
            <a:r>
              <a:rPr lang="en-US" altLang="x-none" sz="2400" strike="noStrike" noProof="1" dirty="0">
                <a:solidFill>
                  <a:schemeClr val="tx1"/>
                </a:solidFill>
                <a:effectLst/>
                <a:latin typeface="Times New Roman" panose="02020603050405020304" charset="0"/>
              </a:rPr>
              <a:t>2) </a:t>
            </a:r>
            <a:r>
              <a:rPr lang="zh-CN" altLang="en-US" sz="2400" strike="noStrike" noProof="1" dirty="0">
                <a:solidFill>
                  <a:schemeClr val="tx1"/>
                </a:solidFill>
                <a:effectLst/>
                <a:latin typeface="Times New Roman" panose="02020603050405020304" charset="0"/>
              </a:rPr>
              <a:t>该进程因等待输入的完成进入睡眠状态</a:t>
            </a:r>
            <a:r>
              <a:rPr lang="en-US" altLang="x-none" sz="2400" strike="noStrike" noProof="1" dirty="0">
                <a:solidFill>
                  <a:schemeClr val="tx1"/>
                </a:solidFill>
                <a:effectLst/>
                <a:latin typeface="Times New Roman" panose="02020603050405020304" charset="0"/>
              </a:rPr>
              <a:t>(CPU</a:t>
            </a:r>
            <a:r>
              <a:rPr lang="zh-CN" altLang="en-US" sz="2400" strike="noStrike" noProof="1" dirty="0">
                <a:solidFill>
                  <a:schemeClr val="tx1"/>
                </a:solidFill>
                <a:effectLst/>
                <a:latin typeface="Times New Roman" panose="02020603050405020304" charset="0"/>
              </a:rPr>
              <a:t>执行其它任务</a:t>
            </a:r>
            <a:r>
              <a:rPr lang="en-US" altLang="x-none" sz="2400" strike="noStrike" noProof="1" dirty="0">
                <a:solidFill>
                  <a:schemeClr val="tx1"/>
                </a:solidFill>
                <a:effectLst/>
                <a:latin typeface="Times New Roman" panose="02020603050405020304" charset="0"/>
              </a:rPr>
              <a:t>)</a:t>
            </a:r>
            <a:r>
              <a:rPr lang="zh-CN" altLang="en-US" sz="2400" strike="noStrike" noProof="1" dirty="0">
                <a:solidFill>
                  <a:schemeClr val="tx1"/>
                </a:solidFill>
                <a:effectLst/>
                <a:latin typeface="Times New Roman" panose="02020603050405020304" charset="0"/>
              </a:rPr>
              <a:t>；</a:t>
            </a:r>
            <a:endParaRPr lang="zh-CN" altLang="en-US" sz="2400" strike="noStrike" noProof="1" dirty="0">
              <a:solidFill>
                <a:schemeClr val="tx1"/>
              </a:solidFill>
              <a:effectLst/>
              <a:latin typeface="Times New Roman" panose="02020603050405020304" charset="0"/>
            </a:endParaRPr>
          </a:p>
          <a:p>
            <a:pPr marL="765175" lvl="1" fontAlgn="base">
              <a:lnSpc>
                <a:spcPct val="105000"/>
              </a:lnSpc>
              <a:spcBef>
                <a:spcPct val="25000"/>
              </a:spcBef>
            </a:pPr>
            <a:r>
              <a:rPr lang="en-US" altLang="x-none" sz="2400" strike="noStrike" noProof="1" dirty="0">
                <a:solidFill>
                  <a:schemeClr val="tx1"/>
                </a:solidFill>
                <a:effectLst/>
                <a:latin typeface="Times New Roman" panose="02020603050405020304" charset="0"/>
              </a:rPr>
              <a:t>3) </a:t>
            </a:r>
            <a:r>
              <a:rPr lang="zh-CN" altLang="en-US" sz="2400" strike="noStrike" noProof="1" dirty="0">
                <a:solidFill>
                  <a:schemeClr val="tx1"/>
                </a:solidFill>
                <a:effectLst/>
                <a:latin typeface="Times New Roman" panose="02020603050405020304" charset="0"/>
              </a:rPr>
              <a:t>当输入完成后，输入设备向</a:t>
            </a:r>
            <a:r>
              <a:rPr lang="en-US" altLang="x-none" sz="2400" strike="noStrike" noProof="1" dirty="0">
                <a:solidFill>
                  <a:schemeClr val="tx1"/>
                </a:solidFill>
                <a:effectLst/>
                <a:latin typeface="Times New Roman" panose="02020603050405020304" charset="0"/>
              </a:rPr>
              <a:t>CPU</a:t>
            </a:r>
            <a:r>
              <a:rPr lang="zh-CN" altLang="en-US" sz="2400" strike="noStrike" noProof="1" dirty="0">
                <a:solidFill>
                  <a:schemeClr val="tx1"/>
                </a:solidFill>
                <a:effectLst/>
                <a:latin typeface="Times New Roman" panose="02020603050405020304" charset="0"/>
              </a:rPr>
              <a:t>发出完成中断请求信号</a:t>
            </a:r>
            <a:r>
              <a:rPr lang="zh-CN" altLang="en-US" sz="2400" strike="noStrike" noProof="1" dirty="0">
                <a:effectLst/>
                <a:latin typeface="Times New Roman" panose="02020603050405020304" charset="0"/>
              </a:rPr>
              <a:t>。</a:t>
            </a:r>
            <a:endParaRPr lang="zh-CN" altLang="en-US" sz="2400" strike="noStrike" noProof="1" dirty="0">
              <a:effectLst/>
              <a:latin typeface="Times New Roman" panose="02020603050405020304" charset="0"/>
            </a:endParaRPr>
          </a:p>
        </p:txBody>
      </p:sp>
    </p:spTree>
  </p:cSld>
  <p:clrMapOvr>
    <a:masterClrMapping/>
  </p:clrMapOvr>
  <p:transition>
    <p:fade/>
  </p:transition>
  <p:timing>
    <p:tnLst>
      <p:par>
        <p:cTn id="1" dur="indefinite" restart="never" nodeType="tmRoot"/>
      </p:par>
    </p:tnLst>
    <p:bldLst>
      <p:bldP spid="34819" grpId="0" build="p"/>
      <p:bldP spid="35843" grpId="0" bldLvl="2"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标题 36865"/>
          <p:cNvSpPr>
            <a:spLocks noGrp="1"/>
          </p:cNvSpPr>
          <p:nvPr>
            <p:ph type="title"/>
          </p:nvPr>
        </p:nvSpPr>
        <p:spPr>
          <a:xfrm>
            <a:off x="363538" y="771525"/>
            <a:ext cx="8393113" cy="573088"/>
          </a:xfrm>
        </p:spPr>
        <p:txBody>
          <a:bodyPr anchor="b">
            <a:spAutoFit/>
          </a:bodyPr>
          <a:p>
            <a:pPr lvl="0"/>
            <a:r>
              <a:rPr lang="en-US" altLang="zh-CN" sz="3200">
                <a:solidFill>
                  <a:srgbClr val="990000"/>
                </a:solidFill>
                <a:latin typeface="Times New Roman" panose="02020603050405020304" charset="0"/>
                <a:ea typeface="宋体" panose="02010600030101010101" pitchFamily="2" charset="-122"/>
              </a:rPr>
              <a:t>I/O中断方式（续）</a:t>
            </a:r>
            <a:endParaRPr lang="en-US" altLang="zh-CN" sz="3200">
              <a:solidFill>
                <a:srgbClr val="990000"/>
              </a:solidFill>
              <a:latin typeface="Times New Roman" panose="02020603050405020304" charset="0"/>
              <a:ea typeface="宋体" panose="02010600030101010101" pitchFamily="2" charset="-122"/>
            </a:endParaRPr>
          </a:p>
        </p:txBody>
      </p:sp>
      <p:sp>
        <p:nvSpPr>
          <p:cNvPr id="36867" name="内容占位符 36866"/>
          <p:cNvSpPr>
            <a:spLocks noGrp="1"/>
          </p:cNvSpPr>
          <p:nvPr>
            <p:ph idx="1"/>
          </p:nvPr>
        </p:nvSpPr>
        <p:spPr>
          <a:xfrm>
            <a:off x="135890" y="1754505"/>
            <a:ext cx="8480425" cy="4044950"/>
          </a:xfrm>
        </p:spPr>
        <p:txBody>
          <a:bodyPr wrap="square" anchor="t">
            <a:spAutoFit/>
          </a:bodyPr>
          <a:p>
            <a:pPr lvl="1" fontAlgn="base"/>
            <a:r>
              <a:rPr lang="en-US" altLang="x-none" strike="noStrike" noProof="1" dirty="0">
                <a:solidFill>
                  <a:schemeClr val="tx1"/>
                </a:solidFill>
                <a:effectLst/>
                <a:latin typeface="Times New Roman" panose="02020603050405020304" charset="0"/>
              </a:rPr>
              <a:t>4) </a:t>
            </a:r>
            <a:r>
              <a:rPr lang="zh-CN" altLang="en-US" strike="noStrike" noProof="1" dirty="0">
                <a:solidFill>
                  <a:schemeClr val="tx1"/>
                </a:solidFill>
                <a:effectLst/>
                <a:latin typeface="Times New Roman" panose="02020603050405020304" charset="0"/>
              </a:rPr>
              <a:t>处理机响应中断，在中断处理过程中读数据寄存器的内容到缓冲区，并唤醒等待输入完成的进程；</a:t>
            </a:r>
            <a:endParaRPr lang="zh-CN" altLang="en-US" strike="noStrike" noProof="1" dirty="0">
              <a:solidFill>
                <a:schemeClr val="tx1"/>
              </a:solidFill>
              <a:effectLst/>
              <a:latin typeface="Times New Roman" panose="02020603050405020304" charset="0"/>
            </a:endParaRPr>
          </a:p>
          <a:p>
            <a:pPr lvl="1" fontAlgn="base"/>
            <a:endParaRPr lang="zh-CN" altLang="en-US" sz="800" strike="noStrike" noProof="1" dirty="0">
              <a:solidFill>
                <a:schemeClr val="tx1"/>
              </a:solidFill>
              <a:effectLst/>
              <a:latin typeface="Times New Roman" panose="02020603050405020304" charset="0"/>
            </a:endParaRPr>
          </a:p>
          <a:p>
            <a:pPr lvl="1" fontAlgn="base"/>
            <a:endParaRPr lang="zh-CN" altLang="en-US" sz="800" strike="noStrike" noProof="1" dirty="0">
              <a:solidFill>
                <a:srgbClr val="C00000"/>
              </a:solidFill>
              <a:effectLst/>
              <a:latin typeface="Times New Roman" panose="02020603050405020304" charset="0"/>
            </a:endParaRPr>
          </a:p>
          <a:p>
            <a:pPr fontAlgn="base">
              <a:lnSpc>
                <a:spcPct val="110000"/>
              </a:lnSpc>
              <a:buNone/>
            </a:pPr>
            <a:r>
              <a:rPr lang="zh-CN" altLang="en-US" sz="2800" strike="noStrike" noProof="1" dirty="0">
                <a:solidFill>
                  <a:srgbClr val="C00000"/>
                </a:solidFill>
                <a:effectLst/>
                <a:latin typeface="Times New Roman" panose="02020603050405020304" charset="0"/>
              </a:rPr>
              <a:t>	这种方式的优点是大大地提高了</a:t>
            </a:r>
            <a:r>
              <a:rPr lang="en-US" altLang="x-none" sz="2800" strike="noStrike" noProof="1" dirty="0">
                <a:solidFill>
                  <a:srgbClr val="C00000"/>
                </a:solidFill>
                <a:effectLst/>
                <a:latin typeface="Times New Roman" panose="02020603050405020304" charset="0"/>
              </a:rPr>
              <a:t>CPU</a:t>
            </a:r>
            <a:r>
              <a:rPr lang="zh-CN" altLang="en-US" sz="2800" strike="noStrike" noProof="1" dirty="0">
                <a:solidFill>
                  <a:srgbClr val="C00000"/>
                </a:solidFill>
                <a:effectLst/>
                <a:latin typeface="Times New Roman" panose="02020603050405020304" charset="0"/>
              </a:rPr>
              <a:t>的利用效率，缺点是每输入</a:t>
            </a:r>
            <a:r>
              <a:rPr lang="en-US" altLang="zh-CN" sz="2800" strike="noStrike" noProof="1" dirty="0">
                <a:solidFill>
                  <a:srgbClr val="C00000"/>
                </a:solidFill>
                <a:effectLst/>
                <a:latin typeface="Times New Roman" panose="02020603050405020304" charset="0"/>
              </a:rPr>
              <a:t>/</a:t>
            </a:r>
            <a:r>
              <a:rPr lang="zh-CN" altLang="en-US" sz="2800" strike="noStrike" noProof="1" dirty="0">
                <a:solidFill>
                  <a:srgbClr val="C00000"/>
                </a:solidFill>
                <a:effectLst/>
                <a:latin typeface="Times New Roman" panose="02020603050405020304" charset="0"/>
              </a:rPr>
              <a:t>输出一个数据都要中断</a:t>
            </a:r>
            <a:r>
              <a:rPr lang="en-US" altLang="x-none" sz="2800" strike="noStrike" noProof="1" dirty="0">
                <a:solidFill>
                  <a:srgbClr val="C00000"/>
                </a:solidFill>
                <a:effectLst/>
                <a:latin typeface="Times New Roman" panose="02020603050405020304" charset="0"/>
              </a:rPr>
              <a:t>CPU</a:t>
            </a:r>
            <a:r>
              <a:rPr lang="zh-CN" altLang="en-US" sz="2800" strike="noStrike" noProof="1" dirty="0">
                <a:solidFill>
                  <a:srgbClr val="C00000"/>
                </a:solidFill>
                <a:effectLst/>
                <a:latin typeface="Times New Roman" panose="02020603050405020304" charset="0"/>
              </a:rPr>
              <a:t>（数据寄存器只能存放一个数据），如果系统中配备了多台（套）设备时，或者获取数据量比较大时，</a:t>
            </a:r>
            <a:r>
              <a:rPr lang="en-US" altLang="x-none" sz="2800" strike="noStrike" noProof="1" dirty="0">
                <a:solidFill>
                  <a:srgbClr val="C00000"/>
                </a:solidFill>
                <a:effectLst/>
                <a:latin typeface="Times New Roman" panose="02020603050405020304" charset="0"/>
              </a:rPr>
              <a:t>CPU</a:t>
            </a:r>
            <a:r>
              <a:rPr lang="zh-CN" altLang="en-US" sz="2800" strike="noStrike" noProof="1" dirty="0">
                <a:solidFill>
                  <a:srgbClr val="C00000"/>
                </a:solidFill>
                <a:effectLst/>
                <a:latin typeface="Times New Roman" panose="02020603050405020304" charset="0"/>
              </a:rPr>
              <a:t>的利用率也会降低。</a:t>
            </a:r>
            <a:endParaRPr lang="zh-CN" altLang="en-US" sz="2800" strike="noStrike" noProof="1" dirty="0">
              <a:solidFill>
                <a:srgbClr val="C00000"/>
              </a:solidFill>
              <a:effectLst/>
              <a:latin typeface="Times New Roman" panose="02020603050405020304" charset="0"/>
            </a:endParaRPr>
          </a:p>
        </p:txBody>
      </p:sp>
    </p:spTree>
  </p:cSld>
  <p:clrMapOvr>
    <a:masterClrMapping/>
  </p:clrMapOvr>
  <p:transition>
    <p:fade/>
  </p:transition>
  <p:timing>
    <p:tnLst>
      <p:par>
        <p:cTn id="1" dur="indefinite" restart="never" nodeType="tmRoot"/>
      </p:par>
    </p:tnLst>
    <p:bldLst>
      <p:bldP spid="36867" grpId="0" bldLvl="2"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标题 37889"/>
          <p:cNvSpPr>
            <a:spLocks noGrp="1"/>
          </p:cNvSpPr>
          <p:nvPr>
            <p:ph type="title"/>
          </p:nvPr>
        </p:nvSpPr>
        <p:spPr>
          <a:xfrm>
            <a:off x="363538" y="771525"/>
            <a:ext cx="8393113" cy="573088"/>
          </a:xfrm>
        </p:spPr>
        <p:txBody>
          <a:bodyPr anchor="b">
            <a:spAutoFit/>
          </a:bodyPr>
          <a:p>
            <a:pPr lvl="0"/>
            <a:r>
              <a:rPr lang="en-US" altLang="zh-CN" sz="3200">
                <a:solidFill>
                  <a:srgbClr val="990000"/>
                </a:solidFill>
                <a:latin typeface="Times New Roman" panose="02020603050405020304" charset="0"/>
                <a:ea typeface="宋体" panose="02010600030101010101" pitchFamily="2" charset="-122"/>
              </a:rPr>
              <a:t>3. 通道方式</a:t>
            </a:r>
            <a:endParaRPr lang="en-US" altLang="zh-CN" sz="3200">
              <a:solidFill>
                <a:srgbClr val="990000"/>
              </a:solidFill>
              <a:latin typeface="Times New Roman" panose="02020603050405020304" charset="0"/>
              <a:ea typeface="宋体" panose="02010600030101010101" pitchFamily="2" charset="-122"/>
            </a:endParaRPr>
          </a:p>
        </p:txBody>
      </p:sp>
      <p:sp>
        <p:nvSpPr>
          <p:cNvPr id="37891" name="内容占位符 37890"/>
          <p:cNvSpPr>
            <a:spLocks noGrp="1"/>
          </p:cNvSpPr>
          <p:nvPr>
            <p:ph idx="1"/>
          </p:nvPr>
        </p:nvSpPr>
        <p:spPr>
          <a:xfrm>
            <a:off x="381000" y="1506538"/>
            <a:ext cx="8410575" cy="3834765"/>
          </a:xfrm>
        </p:spPr>
        <p:txBody>
          <a:bodyPr wrap="square" anchor="t">
            <a:spAutoFit/>
          </a:bodyPr>
          <a:p>
            <a:pPr fontAlgn="base"/>
            <a:r>
              <a:rPr lang="zh-CN" altLang="en-US" sz="2800" strike="noStrike" noProof="1" dirty="0">
                <a:solidFill>
                  <a:schemeClr val="tx1"/>
                </a:solidFill>
                <a:effectLst/>
                <a:latin typeface="Times New Roman" panose="02020603050405020304" charset="0"/>
              </a:rPr>
              <a:t>目的：为了使</a:t>
            </a:r>
            <a:r>
              <a:rPr lang="en-US" altLang="x-none" sz="2800" strike="noStrike" noProof="1" dirty="0">
                <a:solidFill>
                  <a:schemeClr val="tx1"/>
                </a:solidFill>
                <a:effectLst/>
                <a:latin typeface="Times New Roman" panose="02020603050405020304" charset="0"/>
              </a:rPr>
              <a:t>CPU</a:t>
            </a:r>
            <a:r>
              <a:rPr lang="zh-CN" altLang="en-US" sz="2800" strike="noStrike" noProof="1" dirty="0">
                <a:solidFill>
                  <a:schemeClr val="tx1"/>
                </a:solidFill>
                <a:effectLst/>
                <a:latin typeface="Times New Roman" panose="02020603050405020304" charset="0"/>
              </a:rPr>
              <a:t>从</a:t>
            </a:r>
            <a:r>
              <a:rPr lang="en-US" altLang="x-none" sz="2800" strike="noStrike" noProof="1" dirty="0">
                <a:solidFill>
                  <a:schemeClr val="tx1"/>
                </a:solidFill>
                <a:effectLst/>
                <a:latin typeface="Times New Roman" panose="02020603050405020304" charset="0"/>
              </a:rPr>
              <a:t>I/O</a:t>
            </a:r>
            <a:r>
              <a:rPr lang="zh-CN" altLang="en-US" sz="2800" strike="noStrike" noProof="1" dirty="0">
                <a:solidFill>
                  <a:schemeClr val="tx1"/>
                </a:solidFill>
                <a:effectLst/>
                <a:latin typeface="Times New Roman" panose="02020603050405020304" charset="0"/>
              </a:rPr>
              <a:t>事务中解脱出来，同时为了提高</a:t>
            </a:r>
            <a:r>
              <a:rPr lang="en-US" altLang="x-none" sz="2800" strike="noStrike" noProof="1" dirty="0">
                <a:solidFill>
                  <a:schemeClr val="tx1"/>
                </a:solidFill>
                <a:effectLst/>
                <a:latin typeface="Times New Roman" panose="02020603050405020304" charset="0"/>
              </a:rPr>
              <a:t>CPU</a:t>
            </a:r>
            <a:r>
              <a:rPr lang="zh-CN" altLang="en-US" sz="2800" strike="noStrike" noProof="1" dirty="0">
                <a:solidFill>
                  <a:schemeClr val="tx1"/>
                </a:solidFill>
                <a:effectLst/>
                <a:latin typeface="Times New Roman" panose="02020603050405020304" charset="0"/>
              </a:rPr>
              <a:t>与设备，设备与设备之间的并行工作能力。</a:t>
            </a:r>
            <a:endParaRPr lang="zh-CN" altLang="en-US" sz="2800" strike="noStrike" noProof="1" dirty="0">
              <a:solidFill>
                <a:schemeClr val="tx1"/>
              </a:solidFill>
              <a:effectLst/>
              <a:latin typeface="Times New Roman" panose="02020603050405020304" charset="0"/>
            </a:endParaRPr>
          </a:p>
          <a:p>
            <a:pPr fontAlgn="base"/>
            <a:r>
              <a:rPr lang="zh-CN" altLang="en-US" sz="2800" strike="noStrike" noProof="1" dirty="0">
                <a:solidFill>
                  <a:schemeClr val="tx1"/>
                </a:solidFill>
                <a:effectLst/>
                <a:latin typeface="Times New Roman" panose="02020603050405020304" charset="0"/>
              </a:rPr>
              <a:t>通道是独立于</a:t>
            </a:r>
            <a:r>
              <a:rPr lang="en-US" altLang="x-none" sz="2800" strike="noStrike" noProof="1" dirty="0">
                <a:solidFill>
                  <a:schemeClr val="tx1"/>
                </a:solidFill>
                <a:effectLst/>
                <a:latin typeface="Times New Roman" panose="02020603050405020304" charset="0"/>
              </a:rPr>
              <a:t>CPU</a:t>
            </a:r>
            <a:r>
              <a:rPr lang="zh-CN" altLang="en-US" sz="2800" strike="noStrike" noProof="1" dirty="0">
                <a:solidFill>
                  <a:schemeClr val="tx1"/>
                </a:solidFill>
                <a:effectLst/>
                <a:latin typeface="Times New Roman" panose="02020603050405020304" charset="0"/>
              </a:rPr>
              <a:t>的专门负责数据输入</a:t>
            </a:r>
            <a:r>
              <a:rPr lang="en-US" altLang="x-none" sz="2800" strike="noStrike" noProof="1" dirty="0">
                <a:solidFill>
                  <a:schemeClr val="tx1"/>
                </a:solidFill>
                <a:effectLst/>
                <a:latin typeface="Times New Roman" panose="02020603050405020304" charset="0"/>
              </a:rPr>
              <a:t>/</a:t>
            </a:r>
            <a:r>
              <a:rPr lang="zh-CN" altLang="en-US" sz="2800" strike="noStrike" noProof="1" dirty="0">
                <a:solidFill>
                  <a:schemeClr val="tx1"/>
                </a:solidFill>
                <a:effectLst/>
                <a:latin typeface="Times New Roman" panose="02020603050405020304" charset="0"/>
              </a:rPr>
              <a:t>输出传输工作的处理机，对外部设备实现统一管理，代替</a:t>
            </a:r>
            <a:r>
              <a:rPr lang="en-US" altLang="x-none" sz="2800" strike="noStrike" noProof="1" dirty="0">
                <a:solidFill>
                  <a:schemeClr val="tx1"/>
                </a:solidFill>
                <a:effectLst/>
                <a:latin typeface="Times New Roman" panose="02020603050405020304" charset="0"/>
              </a:rPr>
              <a:t>CPU</a:t>
            </a:r>
            <a:r>
              <a:rPr lang="zh-CN" altLang="en-US" sz="2800" strike="noStrike" noProof="1" dirty="0">
                <a:solidFill>
                  <a:schemeClr val="tx1"/>
                </a:solidFill>
                <a:effectLst/>
                <a:latin typeface="Times New Roman" panose="02020603050405020304" charset="0"/>
              </a:rPr>
              <a:t>对输入</a:t>
            </a:r>
            <a:r>
              <a:rPr lang="en-US" altLang="x-none" sz="2800" strike="noStrike" noProof="1" dirty="0">
                <a:solidFill>
                  <a:schemeClr val="tx1"/>
                </a:solidFill>
                <a:effectLst/>
                <a:latin typeface="Times New Roman" panose="02020603050405020304" charset="0"/>
              </a:rPr>
              <a:t>/</a:t>
            </a:r>
            <a:r>
              <a:rPr lang="zh-CN" altLang="en-US" sz="2800" strike="noStrike" noProof="1" dirty="0">
                <a:solidFill>
                  <a:schemeClr val="tx1"/>
                </a:solidFill>
                <a:effectLst/>
                <a:latin typeface="Times New Roman" panose="02020603050405020304" charset="0"/>
              </a:rPr>
              <a:t>输出操作进行控制，从而使输入，输出操作可与</a:t>
            </a:r>
            <a:r>
              <a:rPr lang="en-US" altLang="x-none" sz="2800" strike="noStrike" noProof="1" dirty="0">
                <a:solidFill>
                  <a:schemeClr val="tx1"/>
                </a:solidFill>
                <a:effectLst/>
                <a:latin typeface="Times New Roman" panose="02020603050405020304" charset="0"/>
              </a:rPr>
              <a:t>CPU</a:t>
            </a:r>
            <a:r>
              <a:rPr lang="zh-CN" altLang="en-US" sz="2800" strike="noStrike" noProof="1" dirty="0">
                <a:solidFill>
                  <a:schemeClr val="tx1"/>
                </a:solidFill>
                <a:effectLst/>
                <a:latin typeface="Times New Roman" panose="02020603050405020304" charset="0"/>
              </a:rPr>
              <a:t>并行操作。</a:t>
            </a:r>
            <a:endParaRPr lang="zh-CN" altLang="en-US" sz="2800" strike="noStrike" noProof="1" dirty="0">
              <a:solidFill>
                <a:schemeClr val="tx1"/>
              </a:solidFill>
              <a:effectLst/>
              <a:latin typeface="Times New Roman" panose="02020603050405020304" charset="0"/>
            </a:endParaRPr>
          </a:p>
          <a:p>
            <a:pPr fontAlgn="base"/>
            <a:r>
              <a:rPr lang="zh-CN" altLang="en-US" sz="2800" strike="noStrike" noProof="1" dirty="0">
                <a:solidFill>
                  <a:schemeClr val="tx1"/>
                </a:solidFill>
                <a:effectLst/>
                <a:latin typeface="Times New Roman" panose="02020603050405020304" charset="0"/>
              </a:rPr>
              <a:t>通道有自己的指令系统和通道程序，接受</a:t>
            </a:r>
            <a:r>
              <a:rPr lang="en-US" altLang="zh-CN" sz="2800" strike="noStrike" noProof="1" dirty="0">
                <a:solidFill>
                  <a:schemeClr val="tx1"/>
                </a:solidFill>
                <a:effectLst/>
                <a:latin typeface="Times New Roman" panose="02020603050405020304" charset="0"/>
              </a:rPr>
              <a:t>CPU</a:t>
            </a:r>
            <a:r>
              <a:rPr lang="zh-CN" altLang="en-US" sz="2800" strike="noStrike" noProof="1" dirty="0">
                <a:solidFill>
                  <a:schemeClr val="tx1"/>
                </a:solidFill>
                <a:effectLst/>
                <a:latin typeface="Times New Roman" panose="02020603050405020304" charset="0"/>
              </a:rPr>
              <a:t>的命令，而又独立于</a:t>
            </a:r>
            <a:r>
              <a:rPr lang="en-US" altLang="zh-CN" sz="2800" strike="noStrike" noProof="1" dirty="0">
                <a:solidFill>
                  <a:schemeClr val="tx1"/>
                </a:solidFill>
                <a:effectLst/>
                <a:latin typeface="Times New Roman" panose="02020603050405020304" charset="0"/>
              </a:rPr>
              <a:t>CPU</a:t>
            </a:r>
            <a:r>
              <a:rPr lang="zh-CN" altLang="en-US" sz="2800" strike="noStrike" noProof="1" dirty="0">
                <a:solidFill>
                  <a:schemeClr val="tx1"/>
                </a:solidFill>
                <a:effectLst/>
                <a:latin typeface="Times New Roman" panose="02020603050405020304" charset="0"/>
              </a:rPr>
              <a:t>工作</a:t>
            </a:r>
            <a:endParaRPr lang="en-US" altLang="x-none" sz="2800" strike="noStrike" noProof="1" dirty="0">
              <a:solidFill>
                <a:schemeClr val="tx1"/>
              </a:solidFill>
              <a:effectLst/>
              <a:latin typeface="Times New Roman" panose="02020603050405020304" charset="0"/>
            </a:endParaRPr>
          </a:p>
        </p:txBody>
      </p:sp>
    </p:spTree>
  </p:cSld>
  <p:clrMapOvr>
    <a:masterClrMapping/>
  </p:clrMapOvr>
  <p:transition>
    <p:fade/>
  </p:transition>
  <p:timing>
    <p:tnLst>
      <p:par>
        <p:cTn id="1" dur="indefinite" restart="never" nodeType="tmRoot"/>
      </p:par>
    </p:tnLst>
    <p:bldLst>
      <p:bldP spid="37891"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8609" name="图片 38913"/>
          <p:cNvPicPr>
            <a:picLocks noChangeAspect="1"/>
          </p:cNvPicPr>
          <p:nvPr/>
        </p:nvPicPr>
        <p:blipFill>
          <a:blip r:embed="rId1"/>
          <a:stretch>
            <a:fillRect/>
          </a:stretch>
        </p:blipFill>
        <p:spPr>
          <a:xfrm>
            <a:off x="228600" y="533400"/>
            <a:ext cx="8610600" cy="5638800"/>
          </a:xfrm>
          <a:prstGeom prst="rect">
            <a:avLst/>
          </a:prstGeom>
          <a:noFill/>
          <a:ln w="9525">
            <a:noFill/>
            <a:miter/>
          </a:ln>
        </p:spPr>
      </p:pic>
    </p:spTree>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标题 39937"/>
          <p:cNvSpPr>
            <a:spLocks noGrp="1"/>
          </p:cNvSpPr>
          <p:nvPr>
            <p:ph type="title"/>
          </p:nvPr>
        </p:nvSpPr>
        <p:spPr>
          <a:xfrm>
            <a:off x="363538" y="771525"/>
            <a:ext cx="8393113" cy="573088"/>
          </a:xfrm>
        </p:spPr>
        <p:txBody>
          <a:bodyPr anchor="b">
            <a:spAutoFit/>
          </a:bodyPr>
          <a:p>
            <a:pPr lvl="0"/>
            <a:r>
              <a:rPr lang="en-US" altLang="zh-CN" sz="3200">
                <a:solidFill>
                  <a:srgbClr val="990000"/>
                </a:solidFill>
                <a:latin typeface="Times New Roman" panose="02020603050405020304" charset="0"/>
                <a:ea typeface="宋体" panose="02010600030101010101" pitchFamily="2" charset="-122"/>
              </a:rPr>
              <a:t>1) 字节多路通道</a:t>
            </a:r>
            <a:endParaRPr lang="en-US" altLang="zh-CN" sz="3200">
              <a:solidFill>
                <a:srgbClr val="990000"/>
              </a:solidFill>
              <a:latin typeface="Times New Roman" panose="02020603050405020304" charset="0"/>
              <a:ea typeface="宋体" panose="02010600030101010101" pitchFamily="2" charset="-122"/>
            </a:endParaRPr>
          </a:p>
        </p:txBody>
      </p:sp>
      <p:sp>
        <p:nvSpPr>
          <p:cNvPr id="39939" name="内容占位符 39938"/>
          <p:cNvSpPr>
            <a:spLocks noGrp="1"/>
          </p:cNvSpPr>
          <p:nvPr>
            <p:ph idx="1"/>
          </p:nvPr>
        </p:nvSpPr>
        <p:spPr>
          <a:xfrm>
            <a:off x="381000" y="1484313"/>
            <a:ext cx="8331200" cy="4529138"/>
          </a:xfrm>
        </p:spPr>
        <p:txBody>
          <a:bodyPr wrap="square" anchor="t">
            <a:spAutoFit/>
          </a:bodyPr>
          <a:p>
            <a:pPr fontAlgn="base">
              <a:spcAft>
                <a:spcPts val="600"/>
              </a:spcAft>
            </a:pPr>
            <a:r>
              <a:rPr lang="zh-CN" altLang="en-US" strike="noStrike" noProof="1" dirty="0">
                <a:solidFill>
                  <a:schemeClr val="tx1"/>
                </a:solidFill>
                <a:effectLst/>
                <a:latin typeface="Times New Roman" panose="02020603050405020304" charset="0"/>
              </a:rPr>
              <a:t>字节多路通道以字节为单位传输信息，它可以分时地执行多个通道程序。当一个通道程序控制某台设备传送一个字节后，通道硬件就控制转去执行另一个通道程序，控制另一台设备传送信息。</a:t>
            </a:r>
            <a:endParaRPr lang="zh-CN" altLang="en-US" strike="noStrike" noProof="1" dirty="0">
              <a:solidFill>
                <a:schemeClr val="tx1"/>
              </a:solidFill>
              <a:effectLst/>
              <a:latin typeface="Times New Roman" panose="02020603050405020304" charset="0"/>
            </a:endParaRPr>
          </a:p>
          <a:p>
            <a:pPr fontAlgn="base">
              <a:spcAft>
                <a:spcPts val="600"/>
              </a:spcAft>
            </a:pPr>
            <a:r>
              <a:rPr lang="zh-CN" altLang="en-US" strike="noStrike" noProof="1" dirty="0">
                <a:solidFill>
                  <a:schemeClr val="tx1"/>
                </a:solidFill>
                <a:effectLst/>
                <a:latin typeface="Times New Roman" panose="02020603050405020304" charset="0"/>
              </a:rPr>
              <a:t>主要连接以字节为单位的低速</a:t>
            </a:r>
            <a:r>
              <a:rPr lang="en-US" altLang="x-none" strike="noStrike" noProof="1" dirty="0">
                <a:solidFill>
                  <a:schemeClr val="tx1"/>
                </a:solidFill>
                <a:effectLst/>
                <a:latin typeface="Times New Roman" panose="02020603050405020304" charset="0"/>
              </a:rPr>
              <a:t>I/O</a:t>
            </a:r>
            <a:r>
              <a:rPr lang="zh-CN" altLang="en-US" strike="noStrike" noProof="1" dirty="0">
                <a:solidFill>
                  <a:schemeClr val="tx1"/>
                </a:solidFill>
                <a:effectLst/>
                <a:latin typeface="Times New Roman" panose="02020603050405020304" charset="0"/>
              </a:rPr>
              <a:t>设备。如打印机，终端。</a:t>
            </a:r>
            <a:endParaRPr lang="zh-CN" altLang="en-US" strike="noStrike" noProof="1" dirty="0">
              <a:solidFill>
                <a:schemeClr val="tx1"/>
              </a:solidFill>
              <a:effectLst/>
              <a:latin typeface="Times New Roman" panose="02020603050405020304" charset="0"/>
            </a:endParaRPr>
          </a:p>
          <a:p>
            <a:pPr fontAlgn="base">
              <a:spcAft>
                <a:spcPts val="600"/>
              </a:spcAft>
            </a:pPr>
            <a:r>
              <a:rPr lang="zh-CN" altLang="en-US" strike="noStrike" noProof="1" dirty="0">
                <a:solidFill>
                  <a:schemeClr val="tx1"/>
                </a:solidFill>
                <a:effectLst/>
                <a:latin typeface="Times New Roman" panose="02020603050405020304" charset="0"/>
              </a:rPr>
              <a:t>以字节为单位交叉传输，当一台传送一个字节后，立即转去为另一台传送字节。</a:t>
            </a:r>
            <a:endParaRPr lang="zh-CN" altLang="en-US" strike="noStrike" noProof="1" dirty="0">
              <a:solidFill>
                <a:schemeClr val="tx1"/>
              </a:solidFill>
              <a:effectLst/>
              <a:latin typeface="Times New Roman" panose="02020603050405020304" charset="0"/>
            </a:endParaRPr>
          </a:p>
        </p:txBody>
      </p:sp>
    </p:spTree>
  </p:cSld>
  <p:clrMapOvr>
    <a:masterClrMapping/>
  </p:clrMapOvr>
  <p:transition>
    <p:fade/>
  </p:transition>
  <p:timing>
    <p:tnLst>
      <p:par>
        <p:cTn id="1" dur="indefinite" restart="never" nodeType="tmRoot"/>
      </p:par>
    </p:tnLst>
    <p:bldLst>
      <p:bldP spid="39939"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标题 40961"/>
          <p:cNvSpPr>
            <a:spLocks noGrp="1"/>
          </p:cNvSpPr>
          <p:nvPr>
            <p:ph type="title"/>
          </p:nvPr>
        </p:nvSpPr>
        <p:spPr>
          <a:xfrm>
            <a:off x="363538" y="771525"/>
            <a:ext cx="8393113" cy="573088"/>
          </a:xfrm>
        </p:spPr>
        <p:txBody>
          <a:bodyPr anchor="b">
            <a:spAutoFit/>
          </a:bodyPr>
          <a:p>
            <a:pPr lvl="0"/>
            <a:r>
              <a:rPr lang="en-US" altLang="zh-CN" sz="3200">
                <a:solidFill>
                  <a:srgbClr val="990000"/>
                </a:solidFill>
                <a:latin typeface="Times New Roman" panose="02020603050405020304" charset="0"/>
                <a:ea typeface="宋体" panose="02010600030101010101" pitchFamily="2" charset="-122"/>
              </a:rPr>
              <a:t>2) 选择通道</a:t>
            </a:r>
            <a:endParaRPr lang="en-US" altLang="zh-CN" sz="3200">
              <a:solidFill>
                <a:srgbClr val="990000"/>
              </a:solidFill>
              <a:latin typeface="Times New Roman" panose="02020603050405020304" charset="0"/>
              <a:ea typeface="宋体" panose="02010600030101010101" pitchFamily="2" charset="-122"/>
            </a:endParaRPr>
          </a:p>
        </p:txBody>
      </p:sp>
      <p:sp>
        <p:nvSpPr>
          <p:cNvPr id="40962" name="文本占位符 40962"/>
          <p:cNvSpPr>
            <a:spLocks noGrp="1"/>
          </p:cNvSpPr>
          <p:nvPr>
            <p:ph idx="1"/>
          </p:nvPr>
        </p:nvSpPr>
        <p:spPr>
          <a:xfrm>
            <a:off x="381000" y="1539875"/>
            <a:ext cx="8388350" cy="3930650"/>
          </a:xfrm>
        </p:spPr>
        <p:txBody>
          <a:bodyPr wrap="square" anchor="t">
            <a:spAutoFit/>
          </a:bodyPr>
          <a:p>
            <a:pPr fontAlgn="base">
              <a:spcBef>
                <a:spcPct val="30000"/>
              </a:spcBef>
            </a:pPr>
            <a:r>
              <a:rPr lang="zh-CN" altLang="en-US" strike="noStrike" noProof="1" dirty="0">
                <a:solidFill>
                  <a:schemeClr val="tx1"/>
                </a:solidFill>
                <a:effectLst/>
                <a:latin typeface="Times New Roman" panose="02020603050405020304" charset="0"/>
              </a:rPr>
              <a:t>选择通道是以成组方式工作的，即每次传送一批数据，故传送速度很高。选择通道在一段时间内只能执行一个通道程序，只允许一台设备进行数据传输。</a:t>
            </a:r>
            <a:endParaRPr lang="zh-CN" altLang="en-US" strike="noStrike" noProof="1" dirty="0">
              <a:solidFill>
                <a:schemeClr val="tx1"/>
              </a:solidFill>
              <a:effectLst/>
              <a:latin typeface="Times New Roman" panose="02020603050405020304" charset="0"/>
            </a:endParaRPr>
          </a:p>
          <a:p>
            <a:pPr fontAlgn="base">
              <a:spcBef>
                <a:spcPct val="30000"/>
              </a:spcBef>
            </a:pPr>
            <a:r>
              <a:rPr lang="zh-CN" altLang="en-US" strike="noStrike" noProof="1" dirty="0">
                <a:solidFill>
                  <a:schemeClr val="tx1"/>
                </a:solidFill>
                <a:effectLst/>
                <a:latin typeface="Times New Roman" panose="02020603050405020304" charset="0"/>
              </a:rPr>
              <a:t>当这台设备数据传输完成后，再选择与通道连接的另一台设备，执行它的相应的通道程序。</a:t>
            </a:r>
            <a:endParaRPr lang="zh-CN" altLang="en-US" strike="noStrike" noProof="1" dirty="0">
              <a:solidFill>
                <a:schemeClr val="tx1"/>
              </a:solidFill>
              <a:effectLst/>
              <a:latin typeface="Times New Roman" panose="02020603050405020304" charset="0"/>
            </a:endParaRPr>
          </a:p>
          <a:p>
            <a:pPr fontAlgn="base">
              <a:spcBef>
                <a:spcPct val="30000"/>
              </a:spcBef>
            </a:pPr>
            <a:r>
              <a:rPr lang="zh-CN" altLang="en-US" strike="noStrike" noProof="1" dirty="0">
                <a:solidFill>
                  <a:schemeClr val="tx1"/>
                </a:solidFill>
                <a:effectLst/>
                <a:latin typeface="Times New Roman" panose="02020603050405020304" charset="0"/>
              </a:rPr>
              <a:t>主要连接磁盘等高速</a:t>
            </a:r>
            <a:r>
              <a:rPr lang="en-US" altLang="x-none" strike="noStrike" noProof="1" dirty="0">
                <a:solidFill>
                  <a:schemeClr val="tx1"/>
                </a:solidFill>
                <a:effectLst/>
                <a:latin typeface="Times New Roman" panose="02020603050405020304" charset="0"/>
              </a:rPr>
              <a:t>I/O</a:t>
            </a:r>
            <a:r>
              <a:rPr lang="zh-CN" altLang="en-US" strike="noStrike" noProof="1" dirty="0">
                <a:solidFill>
                  <a:schemeClr val="tx1"/>
                </a:solidFill>
                <a:effectLst/>
                <a:latin typeface="Times New Roman" panose="02020603050405020304" charset="0"/>
              </a:rPr>
              <a:t>设备。</a:t>
            </a:r>
            <a:endParaRPr lang="zh-CN" altLang="en-US" strike="noStrike" noProof="1" dirty="0">
              <a:solidFill>
                <a:schemeClr val="tx1"/>
              </a:solidFill>
              <a:effectLst/>
              <a:latin typeface="Times New Roman" panose="02020603050405020304" charset="0"/>
            </a:endParaRPr>
          </a:p>
        </p:txBody>
      </p:sp>
    </p:spTree>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标题 41985"/>
          <p:cNvSpPr>
            <a:spLocks noGrp="1"/>
          </p:cNvSpPr>
          <p:nvPr>
            <p:ph type="title"/>
          </p:nvPr>
        </p:nvSpPr>
        <p:spPr>
          <a:xfrm>
            <a:off x="379413" y="763588"/>
            <a:ext cx="8393113" cy="573088"/>
          </a:xfrm>
        </p:spPr>
        <p:txBody>
          <a:bodyPr anchor="b">
            <a:spAutoFit/>
          </a:bodyPr>
          <a:p>
            <a:pPr lvl="0"/>
            <a:r>
              <a:rPr lang="en-US" altLang="zh-CN" sz="3200">
                <a:solidFill>
                  <a:srgbClr val="990000"/>
                </a:solidFill>
                <a:latin typeface="Times New Roman" panose="02020603050405020304" charset="0"/>
                <a:ea typeface="宋体" panose="02010600030101010101" pitchFamily="2" charset="-122"/>
              </a:rPr>
              <a:t>3) 数组多路通道</a:t>
            </a:r>
            <a:endParaRPr lang="en-US" altLang="zh-CN" sz="3200">
              <a:solidFill>
                <a:srgbClr val="990000"/>
              </a:solidFill>
              <a:latin typeface="Times New Roman" panose="02020603050405020304" charset="0"/>
              <a:ea typeface="宋体" panose="02010600030101010101" pitchFamily="2" charset="-122"/>
            </a:endParaRPr>
          </a:p>
        </p:txBody>
      </p:sp>
      <p:sp>
        <p:nvSpPr>
          <p:cNvPr id="41987" name="内容占位符 41986"/>
          <p:cNvSpPr>
            <a:spLocks noGrp="1"/>
          </p:cNvSpPr>
          <p:nvPr>
            <p:ph idx="1"/>
          </p:nvPr>
        </p:nvSpPr>
        <p:spPr>
          <a:xfrm>
            <a:off x="685800" y="1470025"/>
            <a:ext cx="7924800" cy="4351020"/>
          </a:xfrm>
        </p:spPr>
        <p:txBody>
          <a:bodyPr anchor="t">
            <a:spAutoFit/>
          </a:bodyPr>
          <a:p>
            <a:pPr eaLnBrk="1" fontAlgn="base"/>
            <a:r>
              <a:rPr lang="zh-CN" altLang="en-US" sz="2800" strike="noStrike" noProof="1">
                <a:solidFill>
                  <a:schemeClr val="tx1"/>
                </a:solidFill>
                <a:effectLst/>
                <a:latin typeface="Times New Roman" panose="02020603050405020304" charset="0"/>
              </a:rPr>
              <a:t>它结合了选择通道传送速度高和字节多路通道能进行分时并行操作的优点。它先为一台设备执行一条通道指令，然后自动转接，为另一台设备执行一条通道指令。</a:t>
            </a:r>
            <a:endParaRPr lang="zh-CN" altLang="en-US" sz="2800" strike="noStrike" noProof="1">
              <a:solidFill>
                <a:schemeClr val="tx1"/>
              </a:solidFill>
              <a:effectLst/>
              <a:latin typeface="Times New Roman" panose="02020603050405020304" charset="0"/>
            </a:endParaRPr>
          </a:p>
          <a:p>
            <a:pPr eaLnBrk="1" fontAlgn="base"/>
            <a:r>
              <a:rPr lang="zh-CN" altLang="en-US" sz="2800" strike="noStrike" noProof="1">
                <a:solidFill>
                  <a:schemeClr val="tx1"/>
                </a:solidFill>
                <a:effectLst/>
                <a:latin typeface="Times New Roman" panose="02020603050405020304" charset="0"/>
              </a:rPr>
              <a:t>这样，对于连接多台磁盘机的数组多路通道，它可以启动它们同时执行移臂定位操作，然后，按序交叉地传输一批批数据。</a:t>
            </a:r>
            <a:endParaRPr lang="zh-CN" altLang="en-US" sz="2800" strike="noStrike" noProof="1">
              <a:solidFill>
                <a:schemeClr val="tx1"/>
              </a:solidFill>
              <a:effectLst/>
              <a:latin typeface="Times New Roman" panose="02020603050405020304" charset="0"/>
            </a:endParaRPr>
          </a:p>
          <a:p>
            <a:pPr eaLnBrk="1" fontAlgn="base"/>
            <a:r>
              <a:rPr lang="zh-CN" altLang="en-US" sz="2800" strike="noStrike" noProof="1">
                <a:solidFill>
                  <a:schemeClr val="tx1"/>
                </a:solidFill>
                <a:effectLst/>
                <a:latin typeface="Times New Roman" panose="02020603050405020304" charset="0"/>
              </a:rPr>
              <a:t>数组多路通道实际上是对通道程序采用多道程序设计的硬件实现。</a:t>
            </a:r>
            <a:endParaRPr lang="zh-CN" altLang="en-US" sz="2800" strike="noStrike" noProof="1">
              <a:solidFill>
                <a:schemeClr val="tx1"/>
              </a:solidFill>
              <a:effectLst/>
              <a:latin typeface="Times New Roman" panose="02020603050405020304" charset="0"/>
            </a:endParaRPr>
          </a:p>
          <a:p>
            <a:pPr eaLnBrk="1" fontAlgn="base"/>
            <a:r>
              <a:rPr lang="zh-CN" altLang="en-US" sz="2800">
                <a:solidFill>
                  <a:schemeClr val="tx1"/>
                </a:solidFill>
                <a:effectLst/>
                <a:latin typeface="Times New Roman" panose="02020603050405020304" charset="0"/>
                <a:sym typeface="+mn-ea"/>
              </a:rPr>
              <a:t>主要连接磁带等中速设备。</a:t>
            </a:r>
            <a:endParaRPr lang="zh-CN" altLang="en-US" sz="2800" strike="noStrike" noProof="1">
              <a:solidFill>
                <a:schemeClr val="tx1"/>
              </a:solidFill>
              <a:effectLst/>
              <a:latin typeface="Times New Roman" panose="02020603050405020304" charset="0"/>
            </a:endParaRPr>
          </a:p>
        </p:txBody>
      </p:sp>
    </p:spTree>
  </p:cSld>
  <p:clrMapOvr>
    <a:masterClrMapping/>
  </p:clrMapOvr>
  <p:transition>
    <p:fade/>
  </p:transition>
  <p:timing>
    <p:tnLst>
      <p:par>
        <p:cTn id="1" dur="indefinite" restart="never" nodeType="tmRoot"/>
      </p:par>
    </p:tnLst>
    <p:bldLst>
      <p:bldP spid="41987"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标题 43009"/>
          <p:cNvSpPr>
            <a:spLocks noGrp="1"/>
          </p:cNvSpPr>
          <p:nvPr>
            <p:ph type="title"/>
          </p:nvPr>
        </p:nvSpPr>
        <p:spPr>
          <a:xfrm>
            <a:off x="363538" y="572453"/>
            <a:ext cx="8393113" cy="558800"/>
          </a:xfrm>
        </p:spPr>
        <p:txBody>
          <a:bodyPr anchor="b">
            <a:spAutoFit/>
          </a:bodyPr>
          <a:p>
            <a:pPr lvl="0"/>
            <a:r>
              <a:rPr lang="en-US" altLang="zh-CN" sz="3200">
                <a:solidFill>
                  <a:srgbClr val="990000"/>
                </a:solidFill>
                <a:latin typeface="Times New Roman" panose="02020603050405020304" charset="0"/>
                <a:ea typeface="宋体" panose="02010600030101010101" pitchFamily="2" charset="-122"/>
              </a:rPr>
              <a:t>通道工作方式</a:t>
            </a:r>
            <a:endParaRPr lang="en-US" altLang="zh-CN" sz="3200">
              <a:solidFill>
                <a:srgbClr val="990000"/>
              </a:solidFill>
              <a:latin typeface="Times New Roman" panose="02020603050405020304" charset="0"/>
              <a:ea typeface="宋体" panose="02010600030101010101" pitchFamily="2" charset="-122"/>
            </a:endParaRPr>
          </a:p>
        </p:txBody>
      </p:sp>
      <p:sp>
        <p:nvSpPr>
          <p:cNvPr id="43011" name="内容占位符 43010"/>
          <p:cNvSpPr>
            <a:spLocks noGrp="1"/>
          </p:cNvSpPr>
          <p:nvPr>
            <p:ph idx="1"/>
          </p:nvPr>
        </p:nvSpPr>
        <p:spPr>
          <a:xfrm>
            <a:off x="291465" y="1123950"/>
            <a:ext cx="8535035" cy="4996180"/>
          </a:xfrm>
        </p:spPr>
        <p:txBody>
          <a:bodyPr wrap="square" anchor="t">
            <a:spAutoFit/>
          </a:bodyPr>
          <a:p>
            <a:pPr eaLnBrk="1" fontAlgn="base">
              <a:lnSpc>
                <a:spcPct val="90000"/>
              </a:lnSpc>
              <a:buNone/>
            </a:pPr>
            <a:r>
              <a:rPr lang="en-US" altLang="x-none" sz="2800" strike="noStrike" noProof="1" dirty="0">
                <a:solidFill>
                  <a:srgbClr val="CC3300"/>
                </a:solidFill>
                <a:effectLst/>
                <a:latin typeface="Times New Roman" panose="02020603050405020304" charset="0"/>
              </a:rPr>
              <a:t>CPU</a:t>
            </a:r>
            <a:r>
              <a:rPr lang="zh-CN" altLang="en-US" sz="2800" strike="noStrike" noProof="1" dirty="0">
                <a:effectLst/>
                <a:latin typeface="Times New Roman" panose="02020603050405020304" charset="0"/>
              </a:rPr>
              <a:t>：</a:t>
            </a:r>
            <a:r>
              <a:rPr lang="zh-CN" altLang="en-US" sz="2800" strike="noStrike" noProof="1" dirty="0">
                <a:solidFill>
                  <a:schemeClr val="tx1"/>
                </a:solidFill>
                <a:effectLst/>
                <a:latin typeface="Times New Roman" panose="02020603050405020304" charset="0"/>
              </a:rPr>
              <a:t>执行用户程序，当遇到</a:t>
            </a:r>
            <a:r>
              <a:rPr lang="en-US" altLang="x-none" sz="2800" strike="noStrike" noProof="1" dirty="0">
                <a:solidFill>
                  <a:schemeClr val="tx1"/>
                </a:solidFill>
                <a:effectLst/>
                <a:latin typeface="Times New Roman" panose="02020603050405020304" charset="0"/>
              </a:rPr>
              <a:t>I/O</a:t>
            </a:r>
            <a:r>
              <a:rPr lang="zh-CN" altLang="en-US" sz="2800" strike="noStrike" noProof="1" dirty="0">
                <a:solidFill>
                  <a:schemeClr val="tx1"/>
                </a:solidFill>
                <a:effectLst/>
                <a:latin typeface="Times New Roman" panose="02020603050405020304" charset="0"/>
              </a:rPr>
              <a:t>请求时，可根据该请求生成通道程序放入内存（也可事先编好放入内存），并将该通道程序的首地址写入通道的寄存器中；之后执行“启动</a:t>
            </a:r>
            <a:r>
              <a:rPr lang="en-US" altLang="x-none" sz="2800" strike="noStrike" noProof="1" dirty="0">
                <a:solidFill>
                  <a:schemeClr val="tx1"/>
                </a:solidFill>
                <a:effectLst/>
                <a:latin typeface="Times New Roman" panose="02020603050405020304" charset="0"/>
              </a:rPr>
              <a:t>I/O”</a:t>
            </a:r>
            <a:r>
              <a:rPr lang="zh-CN" altLang="en-US" sz="2800" strike="noStrike" noProof="1" dirty="0">
                <a:solidFill>
                  <a:schemeClr val="tx1"/>
                </a:solidFill>
                <a:effectLst/>
                <a:latin typeface="Times New Roman" panose="02020603050405020304" charset="0"/>
              </a:rPr>
              <a:t>指令，启动通道工作。</a:t>
            </a:r>
            <a:endParaRPr lang="zh-CN" altLang="en-US" sz="2800" strike="noStrike" noProof="1" dirty="0">
              <a:solidFill>
                <a:schemeClr val="tx1"/>
              </a:solidFill>
              <a:effectLst/>
              <a:latin typeface="Times New Roman" panose="02020603050405020304" charset="0"/>
            </a:endParaRPr>
          </a:p>
          <a:p>
            <a:pPr eaLnBrk="1" fontAlgn="base">
              <a:lnSpc>
                <a:spcPct val="90000"/>
              </a:lnSpc>
              <a:buNone/>
            </a:pPr>
            <a:r>
              <a:rPr lang="zh-CN" altLang="en-US" sz="2800" strike="noStrike" noProof="1" dirty="0">
                <a:solidFill>
                  <a:srgbClr val="CC3300"/>
                </a:solidFill>
                <a:effectLst/>
                <a:latin typeface="Times New Roman" panose="02020603050405020304" charset="0"/>
              </a:rPr>
              <a:t>通道</a:t>
            </a:r>
            <a:r>
              <a:rPr lang="zh-CN" altLang="en-US" sz="2800" strike="noStrike" noProof="1" dirty="0">
                <a:effectLst/>
                <a:latin typeface="Times New Roman" panose="02020603050405020304" charset="0"/>
              </a:rPr>
              <a:t>：</a:t>
            </a:r>
            <a:r>
              <a:rPr lang="zh-CN" altLang="en-US" sz="2800" strike="noStrike" noProof="1" dirty="0">
                <a:solidFill>
                  <a:schemeClr val="tx1"/>
                </a:solidFill>
                <a:effectLst/>
                <a:latin typeface="Times New Roman" panose="02020603050405020304" charset="0"/>
              </a:rPr>
              <a:t>接收到“启动</a:t>
            </a:r>
            <a:r>
              <a:rPr lang="en-US" altLang="x-none" sz="2800" strike="noStrike" noProof="1" dirty="0">
                <a:solidFill>
                  <a:schemeClr val="tx1"/>
                </a:solidFill>
                <a:effectLst/>
                <a:latin typeface="Times New Roman" panose="02020603050405020304" charset="0"/>
              </a:rPr>
              <a:t>I/O”</a:t>
            </a:r>
            <a:r>
              <a:rPr lang="zh-CN" altLang="en-US" sz="2800" strike="noStrike" noProof="1" dirty="0">
                <a:solidFill>
                  <a:schemeClr val="tx1"/>
                </a:solidFill>
                <a:effectLst/>
                <a:latin typeface="Times New Roman" panose="02020603050405020304" charset="0"/>
              </a:rPr>
              <a:t>指令后，并根据首地址取出第一条指令，同时向</a:t>
            </a:r>
            <a:r>
              <a:rPr lang="en-US" altLang="x-none" sz="2800" strike="noStrike" noProof="1" dirty="0">
                <a:solidFill>
                  <a:schemeClr val="tx1"/>
                </a:solidFill>
                <a:effectLst/>
                <a:latin typeface="Times New Roman" panose="02020603050405020304" charset="0"/>
              </a:rPr>
              <a:t>CPU</a:t>
            </a:r>
            <a:r>
              <a:rPr lang="zh-CN" altLang="en-US" sz="2800" strike="noStrike" noProof="1" dirty="0">
                <a:solidFill>
                  <a:schemeClr val="tx1"/>
                </a:solidFill>
                <a:effectLst/>
                <a:latin typeface="Times New Roman" panose="02020603050405020304" charset="0"/>
              </a:rPr>
              <a:t>发回答信号，使</a:t>
            </a:r>
            <a:r>
              <a:rPr lang="en-US" altLang="x-none" sz="2800" strike="noStrike" noProof="1" dirty="0">
                <a:solidFill>
                  <a:schemeClr val="tx1"/>
                </a:solidFill>
                <a:effectLst/>
                <a:latin typeface="Times New Roman" panose="02020603050405020304" charset="0"/>
              </a:rPr>
              <a:t>CPU</a:t>
            </a:r>
            <a:r>
              <a:rPr lang="zh-CN" altLang="en-US" sz="2800" strike="noStrike" noProof="1" dirty="0">
                <a:solidFill>
                  <a:schemeClr val="tx1"/>
                </a:solidFill>
                <a:effectLst/>
                <a:latin typeface="Times New Roman" panose="02020603050405020304" charset="0"/>
              </a:rPr>
              <a:t>可继续执行其他程序，而通道则开始执行通道程序，</a:t>
            </a:r>
            <a:r>
              <a:rPr lang="zh-CN" altLang="en-US" sz="2800" dirty="0">
                <a:solidFill>
                  <a:schemeClr val="tx1"/>
                </a:solidFill>
                <a:effectLst/>
                <a:latin typeface="Times New Roman" panose="02020603050405020304" charset="0"/>
                <a:sym typeface="+mn-ea"/>
              </a:rPr>
              <a:t>启动</a:t>
            </a:r>
            <a:r>
              <a:rPr lang="en-US" altLang="x-none" sz="2800" dirty="0">
                <a:solidFill>
                  <a:schemeClr val="tx1"/>
                </a:solidFill>
                <a:effectLst/>
                <a:latin typeface="Times New Roman" panose="02020603050405020304" charset="0"/>
                <a:sym typeface="+mn-ea"/>
              </a:rPr>
              <a:t>I/O</a:t>
            </a:r>
            <a:r>
              <a:rPr lang="zh-CN" altLang="en-US" sz="2800" dirty="0">
                <a:solidFill>
                  <a:schemeClr val="tx1"/>
                </a:solidFill>
                <a:effectLst/>
                <a:latin typeface="Times New Roman" panose="02020603050405020304" charset="0"/>
                <a:sym typeface="+mn-ea"/>
              </a:rPr>
              <a:t>设备，</a:t>
            </a:r>
            <a:r>
              <a:rPr lang="zh-CN" altLang="en-US" sz="2800" strike="noStrike" noProof="1" dirty="0">
                <a:solidFill>
                  <a:schemeClr val="tx1"/>
                </a:solidFill>
                <a:effectLst/>
                <a:latin typeface="Times New Roman" panose="02020603050405020304" charset="0"/>
              </a:rPr>
              <a:t>完成传输工作。</a:t>
            </a:r>
            <a:endParaRPr lang="zh-CN" altLang="en-US" sz="2800" strike="noStrike" noProof="1" dirty="0">
              <a:solidFill>
                <a:schemeClr val="tx1"/>
              </a:solidFill>
              <a:effectLst/>
              <a:latin typeface="Times New Roman" panose="02020603050405020304" charset="0"/>
            </a:endParaRPr>
          </a:p>
          <a:p>
            <a:pPr eaLnBrk="1" fontAlgn="base">
              <a:spcBef>
                <a:spcPct val="30000"/>
              </a:spcBef>
              <a:buNone/>
            </a:pPr>
            <a:r>
              <a:rPr lang="zh-CN" altLang="en-US" sz="2800" dirty="0">
                <a:effectLst/>
                <a:latin typeface="Times New Roman" panose="02020603050405020304" charset="0"/>
                <a:sym typeface="+mn-ea"/>
              </a:rPr>
              <a:t>	     </a:t>
            </a:r>
            <a:r>
              <a:rPr lang="zh-CN" altLang="en-US" sz="2800" dirty="0">
                <a:solidFill>
                  <a:schemeClr val="tx1"/>
                </a:solidFill>
                <a:effectLst/>
                <a:latin typeface="Times New Roman" panose="02020603050405020304" charset="0"/>
                <a:sym typeface="+mn-ea"/>
              </a:rPr>
              <a:t>当通道传输完成最后一条指令时，向</a:t>
            </a:r>
            <a:r>
              <a:rPr lang="en-US" altLang="x-none" sz="2800" dirty="0">
                <a:solidFill>
                  <a:schemeClr val="tx1"/>
                </a:solidFill>
                <a:effectLst/>
                <a:latin typeface="Times New Roman" panose="02020603050405020304" charset="0"/>
                <a:sym typeface="+mn-ea"/>
              </a:rPr>
              <a:t>CPU</a:t>
            </a:r>
            <a:r>
              <a:rPr lang="zh-CN" altLang="en-US" sz="2800" dirty="0">
                <a:solidFill>
                  <a:schemeClr val="tx1"/>
                </a:solidFill>
                <a:effectLst/>
                <a:latin typeface="Times New Roman" panose="02020603050405020304" charset="0"/>
                <a:sym typeface="+mn-ea"/>
              </a:rPr>
              <a:t>发</a:t>
            </a:r>
            <a:r>
              <a:rPr lang="en-US" altLang="x-none" sz="2800" dirty="0">
                <a:solidFill>
                  <a:schemeClr val="tx1"/>
                </a:solidFill>
                <a:effectLst/>
                <a:latin typeface="Times New Roman" panose="02020603050405020304" charset="0"/>
                <a:sym typeface="+mn-ea"/>
              </a:rPr>
              <a:t>I/O</a:t>
            </a:r>
            <a:r>
              <a:rPr lang="zh-CN" altLang="en-US" sz="2800" dirty="0">
                <a:solidFill>
                  <a:schemeClr val="tx1"/>
                </a:solidFill>
                <a:effectLst/>
                <a:latin typeface="Times New Roman" panose="02020603050405020304" charset="0"/>
                <a:sym typeface="+mn-ea"/>
              </a:rPr>
              <a:t>中断，并且通道停止工作。</a:t>
            </a:r>
            <a:r>
              <a:rPr lang="en-US" altLang="x-none" sz="2800" dirty="0">
                <a:solidFill>
                  <a:schemeClr val="tx1"/>
                </a:solidFill>
                <a:effectLst/>
                <a:latin typeface="Times New Roman" panose="02020603050405020304" charset="0"/>
                <a:sym typeface="+mn-ea"/>
              </a:rPr>
              <a:t>CPU</a:t>
            </a:r>
            <a:r>
              <a:rPr lang="zh-CN" altLang="en-US" sz="2800" dirty="0">
                <a:solidFill>
                  <a:schemeClr val="tx1"/>
                </a:solidFill>
                <a:effectLst/>
                <a:latin typeface="Times New Roman" panose="02020603050405020304" charset="0"/>
                <a:sym typeface="+mn-ea"/>
              </a:rPr>
              <a:t>接收中断信号，从通道状态寄存器中取得有关信息，决定下一步做什么。</a:t>
            </a:r>
            <a:endParaRPr lang="zh-CN" altLang="en-US" sz="2800" strike="noStrike" noProof="1" dirty="0">
              <a:solidFill>
                <a:schemeClr val="tx1"/>
              </a:solidFill>
              <a:effectLst/>
              <a:latin typeface="Times New Roman" panose="02020603050405020304" charset="0"/>
            </a:endParaRPr>
          </a:p>
        </p:txBody>
      </p:sp>
    </p:spTree>
  </p:cSld>
  <p:clrMapOvr>
    <a:masterClrMapping/>
  </p:clrMapOvr>
  <p:transition>
    <p:fade/>
  </p:transition>
  <p:timing>
    <p:tnLst>
      <p:par>
        <p:cTn id="1" dur="indefinite" restart="never" nodeType="tmRoot"/>
      </p:par>
    </p:tnLst>
    <p:bldLst>
      <p:bldP spid="43011"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标题 45057"/>
          <p:cNvSpPr>
            <a:spLocks noGrp="1"/>
          </p:cNvSpPr>
          <p:nvPr>
            <p:ph type="title"/>
          </p:nvPr>
        </p:nvSpPr>
        <p:spPr>
          <a:xfrm>
            <a:off x="363538" y="771525"/>
            <a:ext cx="8393113" cy="573088"/>
          </a:xfrm>
        </p:spPr>
        <p:txBody>
          <a:bodyPr anchor="b">
            <a:spAutoFit/>
          </a:bodyPr>
          <a:p>
            <a:pPr lvl="0"/>
            <a:r>
              <a:rPr lang="en-US" altLang="zh-CN" sz="3200">
                <a:solidFill>
                  <a:srgbClr val="990000"/>
                </a:solidFill>
                <a:latin typeface="Times New Roman" panose="02020603050405020304" charset="0"/>
                <a:ea typeface="宋体" panose="02010600030101010101" pitchFamily="2" charset="-122"/>
              </a:rPr>
              <a:t>4. DMA方式</a:t>
            </a:r>
            <a:endParaRPr lang="en-US" altLang="zh-CN" sz="3200">
              <a:solidFill>
                <a:srgbClr val="990000"/>
              </a:solidFill>
              <a:latin typeface="Times New Roman" panose="02020603050405020304" charset="0"/>
              <a:ea typeface="宋体" panose="02010600030101010101" pitchFamily="2" charset="-122"/>
            </a:endParaRPr>
          </a:p>
        </p:txBody>
      </p:sp>
      <p:sp>
        <p:nvSpPr>
          <p:cNvPr id="45059" name="内容占位符 45058"/>
          <p:cNvSpPr>
            <a:spLocks noGrp="1"/>
          </p:cNvSpPr>
          <p:nvPr>
            <p:ph idx="1"/>
          </p:nvPr>
        </p:nvSpPr>
        <p:spPr>
          <a:xfrm>
            <a:off x="381000" y="1803400"/>
            <a:ext cx="8388350" cy="1961515"/>
          </a:xfrm>
        </p:spPr>
        <p:txBody>
          <a:bodyPr anchor="t">
            <a:spAutoFit/>
          </a:bodyPr>
          <a:p>
            <a:pPr eaLnBrk="1" fontAlgn="base">
              <a:lnSpc>
                <a:spcPct val="95000"/>
              </a:lnSpc>
              <a:buNone/>
            </a:pPr>
            <a:r>
              <a:rPr lang="en-US" altLang="x-none" strike="noStrike" noProof="1" dirty="0">
                <a:solidFill>
                  <a:schemeClr val="tx1"/>
                </a:solidFill>
                <a:effectLst/>
                <a:latin typeface="Times New Roman" panose="02020603050405020304" charset="0"/>
              </a:rPr>
              <a:t>DMA</a:t>
            </a:r>
            <a:r>
              <a:rPr lang="zh-CN" altLang="en-US" strike="noStrike" noProof="1" dirty="0">
                <a:solidFill>
                  <a:schemeClr val="tx1"/>
                </a:solidFill>
                <a:effectLst/>
                <a:latin typeface="Times New Roman" panose="02020603050405020304" charset="0"/>
              </a:rPr>
              <a:t>控制器“接管”地址线和数据线，直接控制</a:t>
            </a:r>
            <a:r>
              <a:rPr lang="x-none" strike="noStrike" noProof="1" dirty="0">
                <a:solidFill>
                  <a:schemeClr val="tx1"/>
                </a:solidFill>
                <a:effectLst/>
                <a:latin typeface="Times New Roman" panose="02020603050405020304" charset="0"/>
              </a:rPr>
              <a:t>I/O设备</a:t>
            </a:r>
            <a:r>
              <a:rPr lang="zh-CN" altLang="en-US" strike="noStrike" noProof="1" dirty="0">
                <a:solidFill>
                  <a:schemeClr val="tx1"/>
                </a:solidFill>
                <a:effectLst/>
                <a:latin typeface="Times New Roman" panose="02020603050405020304" charset="0"/>
              </a:rPr>
              <a:t>和主存的数据交换，</a:t>
            </a:r>
            <a:r>
              <a:rPr lang="en-US" altLang="x-none" strike="noStrike" noProof="1" dirty="0">
                <a:solidFill>
                  <a:schemeClr val="tx1"/>
                </a:solidFill>
                <a:effectLst/>
                <a:latin typeface="Times New Roman" panose="02020603050405020304" charset="0"/>
              </a:rPr>
              <a:t>I/O</a:t>
            </a:r>
            <a:r>
              <a:rPr lang="zh-CN" altLang="en-US" strike="noStrike" noProof="1" dirty="0">
                <a:solidFill>
                  <a:schemeClr val="tx1"/>
                </a:solidFill>
                <a:effectLst/>
                <a:latin typeface="Times New Roman" panose="02020603050405020304" charset="0"/>
              </a:rPr>
              <a:t>设备与主存之间的数据传输不需要</a:t>
            </a:r>
            <a:r>
              <a:rPr lang="en-US" altLang="x-none" strike="noStrike" noProof="1" dirty="0">
                <a:solidFill>
                  <a:schemeClr val="tx1"/>
                </a:solidFill>
                <a:effectLst/>
                <a:latin typeface="Times New Roman" panose="02020603050405020304" charset="0"/>
              </a:rPr>
              <a:t>CPU</a:t>
            </a:r>
            <a:r>
              <a:rPr lang="zh-CN" altLang="en-US" strike="noStrike" noProof="1" dirty="0">
                <a:solidFill>
                  <a:schemeClr val="tx1"/>
                </a:solidFill>
                <a:effectLst/>
                <a:latin typeface="Times New Roman" panose="02020603050405020304" charset="0"/>
              </a:rPr>
              <a:t>介入，减轻</a:t>
            </a:r>
            <a:r>
              <a:rPr lang="en-US" altLang="x-none" strike="noStrike" noProof="1" dirty="0">
                <a:solidFill>
                  <a:schemeClr val="tx1"/>
                </a:solidFill>
                <a:effectLst/>
                <a:latin typeface="Times New Roman" panose="02020603050405020304" charset="0"/>
              </a:rPr>
              <a:t>CPU</a:t>
            </a:r>
            <a:r>
              <a:rPr lang="zh-CN" altLang="en-US" strike="noStrike" noProof="1" dirty="0">
                <a:solidFill>
                  <a:schemeClr val="tx1"/>
                </a:solidFill>
                <a:effectLst/>
                <a:latin typeface="Times New Roman" panose="02020603050405020304" charset="0"/>
              </a:rPr>
              <a:t>的负担。</a:t>
            </a:r>
            <a:endParaRPr lang="zh-CN" altLang="en-US" strike="noStrike" noProof="1" dirty="0">
              <a:solidFill>
                <a:schemeClr val="tx1"/>
              </a:solidFill>
              <a:effectLst/>
              <a:latin typeface="Times New Roman" panose="02020603050405020304" charset="0"/>
            </a:endParaRPr>
          </a:p>
        </p:txBody>
      </p:sp>
    </p:spTree>
  </p:cSld>
  <p:clrMapOvr>
    <a:masterClrMapping/>
  </p:clrMapOvr>
  <p:transition>
    <p:fade/>
  </p:transition>
  <p:timing>
    <p:tnLst>
      <p:par>
        <p:cTn id="1" dur="indefinite" restart="never" nodeType="tmRoot"/>
      </p:par>
    </p:tnLst>
    <p:bldLst>
      <p:bldP spid="45059"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0" name="组合 19"/>
          <p:cNvGrpSpPr/>
          <p:nvPr/>
        </p:nvGrpSpPr>
        <p:grpSpPr>
          <a:xfrm>
            <a:off x="764540" y="831215"/>
            <a:ext cx="7486015" cy="3846830"/>
            <a:chOff x="1204" y="1309"/>
            <a:chExt cx="11789" cy="6058"/>
          </a:xfrm>
        </p:grpSpPr>
        <p:sp>
          <p:nvSpPr>
            <p:cNvPr id="2" name="矩形 1"/>
            <p:cNvSpPr/>
            <p:nvPr/>
          </p:nvSpPr>
          <p:spPr>
            <a:xfrm>
              <a:off x="1204" y="2335"/>
              <a:ext cx="2577" cy="3044"/>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en-US" altLang="zh-CN"/>
                <a:t>CPU</a:t>
              </a:r>
              <a:endParaRPr lang="en-US" altLang="zh-CN"/>
            </a:p>
          </p:txBody>
        </p:sp>
        <p:sp>
          <p:nvSpPr>
            <p:cNvPr id="3" name="矩形 2"/>
            <p:cNvSpPr/>
            <p:nvPr/>
          </p:nvSpPr>
          <p:spPr>
            <a:xfrm>
              <a:off x="7532" y="1309"/>
              <a:ext cx="2190" cy="1376"/>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sz="2400"/>
                <a:t>内存</a:t>
              </a:r>
              <a:endParaRPr lang="zh-CN" altLang="en-US" sz="2400"/>
            </a:p>
          </p:txBody>
        </p:sp>
        <p:sp>
          <p:nvSpPr>
            <p:cNvPr id="7" name="矩形 6"/>
            <p:cNvSpPr/>
            <p:nvPr/>
          </p:nvSpPr>
          <p:spPr>
            <a:xfrm>
              <a:off x="3781" y="3417"/>
              <a:ext cx="9212" cy="1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endParaRPr lang="zh-CN" altLang="en-US" sz="1600"/>
            </a:p>
          </p:txBody>
        </p:sp>
        <p:sp>
          <p:nvSpPr>
            <p:cNvPr id="8" name="文本框 7"/>
            <p:cNvSpPr txBox="1"/>
            <p:nvPr/>
          </p:nvSpPr>
          <p:spPr>
            <a:xfrm>
              <a:off x="4160" y="2789"/>
              <a:ext cx="2823" cy="628"/>
            </a:xfrm>
            <a:prstGeom prst="rect">
              <a:avLst/>
            </a:prstGeom>
            <a:noFill/>
          </p:spPr>
          <p:txBody>
            <a:bodyPr wrap="none" rtlCol="0" anchor="t">
              <a:spAutoFit/>
            </a:bodyPr>
            <a:p>
              <a:pPr algn="ctr"/>
              <a:r>
                <a:rPr lang="zh-CN" altLang="en-US" sz="2000">
                  <a:sym typeface="+mn-ea"/>
                </a:rPr>
                <a:t>数据</a:t>
              </a:r>
              <a:r>
                <a:rPr lang="en-US" altLang="zh-CN" sz="2000">
                  <a:sym typeface="+mn-ea"/>
                </a:rPr>
                <a:t>/</a:t>
              </a:r>
              <a:r>
                <a:rPr lang="zh-CN" altLang="en-US" sz="2000">
                  <a:sym typeface="+mn-ea"/>
                </a:rPr>
                <a:t>地址总线</a:t>
              </a:r>
              <a:endParaRPr lang="zh-CN" altLang="en-US" sz="2000">
                <a:sym typeface="+mn-ea"/>
              </a:endParaRPr>
            </a:p>
          </p:txBody>
        </p:sp>
        <p:sp>
          <p:nvSpPr>
            <p:cNvPr id="9" name="矩形 8"/>
            <p:cNvSpPr/>
            <p:nvPr/>
          </p:nvSpPr>
          <p:spPr>
            <a:xfrm>
              <a:off x="3781" y="4342"/>
              <a:ext cx="9212" cy="1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endParaRPr lang="zh-CN" altLang="en-US" sz="1600"/>
            </a:p>
          </p:txBody>
        </p:sp>
        <p:sp>
          <p:nvSpPr>
            <p:cNvPr id="10" name="文本框 9"/>
            <p:cNvSpPr txBox="1"/>
            <p:nvPr/>
          </p:nvSpPr>
          <p:spPr>
            <a:xfrm>
              <a:off x="4164" y="3769"/>
              <a:ext cx="1888" cy="628"/>
            </a:xfrm>
            <a:prstGeom prst="rect">
              <a:avLst/>
            </a:prstGeom>
            <a:noFill/>
          </p:spPr>
          <p:txBody>
            <a:bodyPr wrap="none" rtlCol="0" anchor="t">
              <a:spAutoFit/>
            </a:bodyPr>
            <a:p>
              <a:pPr algn="ctr"/>
              <a:r>
                <a:rPr lang="zh-CN" altLang="en-US" sz="2000">
                  <a:sym typeface="+mn-ea"/>
                </a:rPr>
                <a:t>控制总线</a:t>
              </a:r>
              <a:endParaRPr lang="zh-CN" altLang="en-US" sz="2000">
                <a:sym typeface="+mn-ea"/>
              </a:endParaRPr>
            </a:p>
          </p:txBody>
        </p:sp>
        <p:sp>
          <p:nvSpPr>
            <p:cNvPr id="11" name="矩形 10"/>
            <p:cNvSpPr/>
            <p:nvPr/>
          </p:nvSpPr>
          <p:spPr>
            <a:xfrm>
              <a:off x="5211" y="5226"/>
              <a:ext cx="2187" cy="2138"/>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en-US" altLang="zh-CN" sz="2400"/>
                <a:t>DMA</a:t>
              </a:r>
              <a:r>
                <a:rPr lang="zh-CN" altLang="en-US" sz="2400"/>
                <a:t>控制器</a:t>
              </a:r>
              <a:endParaRPr lang="zh-CN" altLang="en-US" sz="2400"/>
            </a:p>
          </p:txBody>
        </p:sp>
        <p:sp>
          <p:nvSpPr>
            <p:cNvPr id="12" name="矩形 11"/>
            <p:cNvSpPr/>
            <p:nvPr/>
          </p:nvSpPr>
          <p:spPr>
            <a:xfrm>
              <a:off x="10767" y="5229"/>
              <a:ext cx="2187" cy="2138"/>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sz="2400"/>
                <a:t>外部设备</a:t>
              </a:r>
              <a:endParaRPr lang="zh-CN" altLang="en-US" sz="2400"/>
            </a:p>
          </p:txBody>
        </p:sp>
        <p:sp>
          <p:nvSpPr>
            <p:cNvPr id="14" name="上下箭头 13"/>
            <p:cNvSpPr/>
            <p:nvPr/>
          </p:nvSpPr>
          <p:spPr>
            <a:xfrm>
              <a:off x="5570" y="4566"/>
              <a:ext cx="240" cy="601"/>
            </a:xfrm>
            <a:prstGeom prst="upDownArrow">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上下箭头 14"/>
            <p:cNvSpPr/>
            <p:nvPr/>
          </p:nvSpPr>
          <p:spPr>
            <a:xfrm>
              <a:off x="6615" y="3684"/>
              <a:ext cx="226" cy="1488"/>
            </a:xfrm>
            <a:prstGeom prst="up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上下箭头 15"/>
            <p:cNvSpPr/>
            <p:nvPr/>
          </p:nvSpPr>
          <p:spPr>
            <a:xfrm>
              <a:off x="11028" y="4584"/>
              <a:ext cx="240" cy="601"/>
            </a:xfrm>
            <a:prstGeom prst="upDownArrow">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 name="上下箭头 16"/>
            <p:cNvSpPr/>
            <p:nvPr/>
          </p:nvSpPr>
          <p:spPr>
            <a:xfrm>
              <a:off x="11968" y="3697"/>
              <a:ext cx="226" cy="1488"/>
            </a:xfrm>
            <a:prstGeom prst="up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上下箭头 17"/>
            <p:cNvSpPr/>
            <p:nvPr/>
          </p:nvSpPr>
          <p:spPr>
            <a:xfrm>
              <a:off x="8040" y="2764"/>
              <a:ext cx="240" cy="601"/>
            </a:xfrm>
            <a:prstGeom prst="upDownArrow">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 name="上下箭头 18"/>
            <p:cNvSpPr/>
            <p:nvPr/>
          </p:nvSpPr>
          <p:spPr>
            <a:xfrm>
              <a:off x="8897" y="2764"/>
              <a:ext cx="226" cy="1488"/>
            </a:xfrm>
            <a:prstGeom prst="up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标题 46081"/>
          <p:cNvSpPr>
            <a:spLocks noGrp="1"/>
          </p:cNvSpPr>
          <p:nvPr>
            <p:ph type="title"/>
          </p:nvPr>
        </p:nvSpPr>
        <p:spPr>
          <a:xfrm>
            <a:off x="363538" y="771525"/>
            <a:ext cx="8393113" cy="573088"/>
          </a:xfrm>
        </p:spPr>
        <p:txBody>
          <a:bodyPr anchor="b">
            <a:spAutoFit/>
          </a:bodyPr>
          <a:p>
            <a:pPr lvl="0"/>
            <a:r>
              <a:rPr lang="en-US" altLang="zh-CN" sz="3200">
                <a:solidFill>
                  <a:srgbClr val="990000"/>
                </a:solidFill>
                <a:latin typeface="Times New Roman" panose="02020603050405020304" charset="0"/>
                <a:ea typeface="宋体" panose="02010600030101010101" pitchFamily="2" charset="-122"/>
              </a:rPr>
              <a:t>DMA工作原理—获取总线控制权</a:t>
            </a:r>
            <a:endParaRPr lang="en-US" altLang="zh-CN" sz="3200">
              <a:solidFill>
                <a:srgbClr val="990000"/>
              </a:solidFill>
              <a:latin typeface="Times New Roman" panose="02020603050405020304" charset="0"/>
              <a:ea typeface="宋体" panose="02010600030101010101" pitchFamily="2" charset="-122"/>
            </a:endParaRPr>
          </a:p>
        </p:txBody>
      </p:sp>
      <p:sp>
        <p:nvSpPr>
          <p:cNvPr id="46083" name="内容占位符 46082"/>
          <p:cNvSpPr>
            <a:spLocks noGrp="1"/>
          </p:cNvSpPr>
          <p:nvPr>
            <p:ph idx="1"/>
          </p:nvPr>
        </p:nvSpPr>
        <p:spPr>
          <a:xfrm>
            <a:off x="362268" y="1676400"/>
            <a:ext cx="8459788" cy="3963670"/>
          </a:xfrm>
        </p:spPr>
        <p:txBody>
          <a:bodyPr wrap="square" anchor="t">
            <a:spAutoFit/>
          </a:bodyPr>
          <a:p>
            <a:pPr fontAlgn="base">
              <a:lnSpc>
                <a:spcPct val="90000"/>
              </a:lnSpc>
            </a:pPr>
            <a:r>
              <a:rPr lang="zh-CN" altLang="en-US" sz="2800" strike="noStrike" noProof="1" dirty="0">
                <a:solidFill>
                  <a:schemeClr val="tx1"/>
                </a:solidFill>
                <a:effectLst/>
                <a:latin typeface="Times New Roman" panose="02020603050405020304" charset="0"/>
              </a:rPr>
              <a:t>当一个进程请求从一个设备传输数据时，将内存数据的起始地址、要传送的字节数送入</a:t>
            </a:r>
            <a:r>
              <a:rPr lang="en-US" altLang="x-none" sz="2800" strike="noStrike" noProof="1" dirty="0">
                <a:solidFill>
                  <a:schemeClr val="tx1"/>
                </a:solidFill>
                <a:effectLst/>
                <a:latin typeface="Times New Roman" panose="02020603050405020304" charset="0"/>
              </a:rPr>
              <a:t>DMA</a:t>
            </a:r>
            <a:r>
              <a:rPr lang="zh-CN" altLang="en-US" sz="2800" strike="noStrike" noProof="1" dirty="0">
                <a:solidFill>
                  <a:schemeClr val="tx1"/>
                </a:solidFill>
                <a:effectLst/>
                <a:latin typeface="Times New Roman" panose="02020603050405020304" charset="0"/>
              </a:rPr>
              <a:t>控制器的内存地址寄存器和传送字节计数器。</a:t>
            </a:r>
            <a:endParaRPr lang="zh-CN" altLang="en-US" sz="2800" strike="noStrike" noProof="1" dirty="0">
              <a:solidFill>
                <a:schemeClr val="tx1"/>
              </a:solidFill>
              <a:effectLst/>
              <a:latin typeface="Times New Roman" panose="02020603050405020304" charset="0"/>
            </a:endParaRPr>
          </a:p>
          <a:p>
            <a:pPr fontAlgn="base">
              <a:lnSpc>
                <a:spcPct val="90000"/>
              </a:lnSpc>
            </a:pPr>
            <a:r>
              <a:rPr lang="zh-CN" altLang="en-US" sz="2800" strike="noStrike" noProof="1" dirty="0">
                <a:solidFill>
                  <a:schemeClr val="tx1"/>
                </a:solidFill>
                <a:effectLst/>
                <a:latin typeface="Times New Roman" panose="02020603050405020304" charset="0"/>
              </a:rPr>
              <a:t>中断允许位和启动位置成</a:t>
            </a:r>
            <a:r>
              <a:rPr lang="en-US" altLang="x-none" sz="2800" strike="noStrike" noProof="1" dirty="0">
                <a:solidFill>
                  <a:schemeClr val="tx1"/>
                </a:solidFill>
                <a:effectLst/>
                <a:latin typeface="Times New Roman" panose="02020603050405020304" charset="0"/>
              </a:rPr>
              <a:t>1</a:t>
            </a:r>
            <a:r>
              <a:rPr lang="zh-CN" altLang="en-US" sz="2800" strike="noStrike" noProof="1" dirty="0">
                <a:solidFill>
                  <a:schemeClr val="tx1"/>
                </a:solidFill>
                <a:effectLst/>
                <a:latin typeface="Times New Roman" panose="02020603050405020304" charset="0"/>
              </a:rPr>
              <a:t>，启动</a:t>
            </a:r>
            <a:r>
              <a:rPr lang="en-US" altLang="x-none" sz="2800" strike="noStrike" noProof="1" dirty="0">
                <a:solidFill>
                  <a:schemeClr val="tx1"/>
                </a:solidFill>
                <a:effectLst/>
                <a:latin typeface="Times New Roman" panose="02020603050405020304" charset="0"/>
              </a:rPr>
              <a:t>DMA</a:t>
            </a:r>
            <a:r>
              <a:rPr lang="zh-CN" altLang="en-US" sz="2800" strike="noStrike" noProof="1" dirty="0">
                <a:solidFill>
                  <a:schemeClr val="tx1"/>
                </a:solidFill>
                <a:effectLst/>
                <a:latin typeface="Times New Roman" panose="02020603050405020304" charset="0"/>
              </a:rPr>
              <a:t>传送。</a:t>
            </a:r>
            <a:endParaRPr lang="zh-CN" altLang="en-US" sz="2800" strike="noStrike" noProof="1" dirty="0">
              <a:solidFill>
                <a:schemeClr val="tx1"/>
              </a:solidFill>
              <a:effectLst/>
              <a:latin typeface="Times New Roman" panose="02020603050405020304" charset="0"/>
            </a:endParaRPr>
          </a:p>
          <a:p>
            <a:pPr fontAlgn="base">
              <a:lnSpc>
                <a:spcPct val="90000"/>
              </a:lnSpc>
            </a:pPr>
            <a:r>
              <a:rPr lang="zh-CN" altLang="en-US" sz="2800" strike="noStrike" noProof="1" dirty="0">
                <a:solidFill>
                  <a:schemeClr val="tx1"/>
                </a:solidFill>
                <a:effectLst/>
                <a:latin typeface="Times New Roman" panose="02020603050405020304" charset="0"/>
              </a:rPr>
              <a:t>该进程进入等待状态，操作系统调度其他进程占据</a:t>
            </a:r>
            <a:r>
              <a:rPr lang="en-US" altLang="x-none" sz="2800" strike="noStrike" noProof="1" dirty="0">
                <a:solidFill>
                  <a:schemeClr val="tx1"/>
                </a:solidFill>
                <a:effectLst/>
                <a:latin typeface="Times New Roman" panose="02020603050405020304" charset="0"/>
              </a:rPr>
              <a:t>CPU</a:t>
            </a:r>
            <a:r>
              <a:rPr lang="zh-CN" altLang="en-US" sz="2800" strike="noStrike" noProof="1" dirty="0">
                <a:solidFill>
                  <a:schemeClr val="tx1"/>
                </a:solidFill>
                <a:effectLst/>
                <a:latin typeface="Times New Roman" panose="02020603050405020304" charset="0"/>
              </a:rPr>
              <a:t>。</a:t>
            </a:r>
            <a:endParaRPr lang="zh-CN" altLang="en-US" sz="2800" strike="noStrike" noProof="1" dirty="0">
              <a:solidFill>
                <a:schemeClr val="tx1"/>
              </a:solidFill>
              <a:effectLst/>
              <a:latin typeface="Times New Roman" panose="02020603050405020304" charset="0"/>
            </a:endParaRPr>
          </a:p>
          <a:p>
            <a:pPr fontAlgn="base">
              <a:lnSpc>
                <a:spcPct val="90000"/>
              </a:lnSpc>
            </a:pPr>
            <a:r>
              <a:rPr lang="en-US" altLang="x-none" sz="2800" strike="noStrike" noProof="1" dirty="0">
                <a:solidFill>
                  <a:schemeClr val="tx1"/>
                </a:solidFill>
                <a:effectLst/>
                <a:latin typeface="Times New Roman" panose="02020603050405020304" charset="0"/>
              </a:rPr>
              <a:t>DMA</a:t>
            </a:r>
            <a:r>
              <a:rPr lang="zh-CN" altLang="en-US" sz="2800" strike="noStrike" noProof="1" dirty="0">
                <a:solidFill>
                  <a:schemeClr val="tx1"/>
                </a:solidFill>
                <a:effectLst/>
                <a:latin typeface="Times New Roman" panose="02020603050405020304" charset="0"/>
              </a:rPr>
              <a:t>控制器不断的和</a:t>
            </a:r>
            <a:r>
              <a:rPr lang="en-US" altLang="x-none" sz="2800" strike="noStrike" noProof="1" dirty="0">
                <a:solidFill>
                  <a:schemeClr val="tx1"/>
                </a:solidFill>
                <a:effectLst/>
                <a:latin typeface="Times New Roman" panose="02020603050405020304" charset="0"/>
              </a:rPr>
              <a:t>CPU</a:t>
            </a:r>
            <a:r>
              <a:rPr lang="zh-CN" altLang="en-US" sz="2800" strike="noStrike" noProof="1" dirty="0">
                <a:solidFill>
                  <a:schemeClr val="tx1"/>
                </a:solidFill>
                <a:effectLst/>
                <a:latin typeface="Times New Roman" panose="02020603050405020304" charset="0"/>
              </a:rPr>
              <a:t>竞争地址</a:t>
            </a:r>
            <a:r>
              <a:rPr lang="en-US" altLang="x-none" sz="2800" strike="noStrike" noProof="1" dirty="0">
                <a:solidFill>
                  <a:schemeClr val="tx1"/>
                </a:solidFill>
                <a:effectLst/>
                <a:latin typeface="Times New Roman" panose="02020603050405020304" charset="0"/>
              </a:rPr>
              <a:t>/</a:t>
            </a:r>
            <a:r>
              <a:rPr lang="zh-CN" altLang="en-US" sz="2800" strike="noStrike" noProof="1" dirty="0">
                <a:solidFill>
                  <a:schemeClr val="tx1"/>
                </a:solidFill>
                <a:effectLst/>
                <a:latin typeface="Times New Roman" panose="02020603050405020304" charset="0"/>
              </a:rPr>
              <a:t>数据总线的使用时间，操作总线进行内存和设备的数据交换，传送完毕后发出中断信号。</a:t>
            </a:r>
            <a:endParaRPr lang="zh-CN" altLang="en-US" sz="2800" strike="noStrike" noProof="1" dirty="0">
              <a:solidFill>
                <a:schemeClr val="tx1"/>
              </a:solidFill>
              <a:effectLst/>
              <a:latin typeface="Times New Roman" panose="02020603050405020304" charset="0"/>
            </a:endParaRPr>
          </a:p>
        </p:txBody>
      </p:sp>
    </p:spTree>
  </p:cSld>
  <p:clrMapOvr>
    <a:masterClrMapping/>
  </p:clrMapOvr>
  <p:transition>
    <p:fade/>
  </p:transition>
  <p:timing>
    <p:tnLst>
      <p:par>
        <p:cTn id="1" dur="indefinite" restart="never" nodeType="tmRoot"/>
      </p:par>
    </p:tnLst>
    <p:bldLst>
      <p:bldP spid="46083"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内容占位符 47105"/>
          <p:cNvSpPr>
            <a:spLocks noGrp="1"/>
          </p:cNvSpPr>
          <p:nvPr>
            <p:ph idx="1"/>
          </p:nvPr>
        </p:nvSpPr>
        <p:spPr/>
        <p:txBody>
          <a:bodyPr anchor="t">
            <a:spAutoFit/>
          </a:bodyPr>
          <a:p>
            <a:pPr fontAlgn="base">
              <a:lnSpc>
                <a:spcPct val="90000"/>
              </a:lnSpc>
            </a:pPr>
            <a:r>
              <a:rPr lang="zh-CN" altLang="en-US" sz="2800" strike="noStrike" noProof="1" dirty="0">
                <a:solidFill>
                  <a:schemeClr val="tx1"/>
                </a:solidFill>
                <a:effectLst/>
                <a:latin typeface="Times New Roman" panose="02020603050405020304" charset="0"/>
              </a:rPr>
              <a:t>传送完毕，</a:t>
            </a:r>
            <a:r>
              <a:rPr lang="en-US" altLang="x-none" sz="2800" strike="noStrike" noProof="1" dirty="0">
                <a:solidFill>
                  <a:schemeClr val="tx1"/>
                </a:solidFill>
                <a:effectLst/>
                <a:latin typeface="Times New Roman" panose="02020603050405020304" charset="0"/>
              </a:rPr>
              <a:t>DMA</a:t>
            </a:r>
            <a:r>
              <a:rPr lang="zh-CN" altLang="en-US" sz="2800" strike="noStrike" noProof="1" dirty="0">
                <a:solidFill>
                  <a:schemeClr val="tx1"/>
                </a:solidFill>
                <a:effectLst/>
                <a:latin typeface="Times New Roman" panose="02020603050405020304" charset="0"/>
              </a:rPr>
              <a:t>控制器发出中断信号</a:t>
            </a:r>
            <a:endParaRPr lang="zh-CN" altLang="en-US" sz="2800" strike="noStrike" noProof="1" dirty="0">
              <a:solidFill>
                <a:schemeClr val="tx1"/>
              </a:solidFill>
              <a:effectLst/>
              <a:latin typeface="Times New Roman" panose="02020603050405020304" charset="0"/>
            </a:endParaRPr>
          </a:p>
          <a:p>
            <a:pPr fontAlgn="base">
              <a:lnSpc>
                <a:spcPct val="90000"/>
              </a:lnSpc>
            </a:pPr>
            <a:r>
              <a:rPr lang="en-US" altLang="x-none" sz="2800" strike="noStrike" noProof="1" dirty="0">
                <a:solidFill>
                  <a:schemeClr val="tx1"/>
                </a:solidFill>
                <a:effectLst/>
                <a:latin typeface="Times New Roman" panose="02020603050405020304" charset="0"/>
              </a:rPr>
              <a:t>CPU</a:t>
            </a:r>
            <a:r>
              <a:rPr lang="zh-CN" altLang="en-US" sz="2800" strike="noStrike" noProof="1" dirty="0">
                <a:solidFill>
                  <a:schemeClr val="tx1"/>
                </a:solidFill>
                <a:effectLst/>
                <a:latin typeface="Times New Roman" panose="02020603050405020304" charset="0"/>
              </a:rPr>
              <a:t>接到中断信号转入中断处理程序处理</a:t>
            </a:r>
            <a:endParaRPr lang="zh-CN" altLang="en-US" sz="2800" strike="noStrike" noProof="1" dirty="0">
              <a:solidFill>
                <a:schemeClr val="tx1"/>
              </a:solidFill>
              <a:effectLst/>
              <a:latin typeface="Times New Roman" panose="02020603050405020304" charset="0"/>
            </a:endParaRPr>
          </a:p>
          <a:p>
            <a:pPr fontAlgn="base">
              <a:lnSpc>
                <a:spcPct val="90000"/>
              </a:lnSpc>
            </a:pPr>
            <a:r>
              <a:rPr lang="zh-CN" altLang="en-US" sz="2800" strike="noStrike" noProof="1" dirty="0">
                <a:solidFill>
                  <a:schemeClr val="tx1"/>
                </a:solidFill>
                <a:effectLst/>
                <a:latin typeface="Times New Roman" panose="02020603050405020304" charset="0"/>
              </a:rPr>
              <a:t>中断处理结束，操作系统唤醒请求传输数据的进程，参与调度运行。</a:t>
            </a:r>
            <a:endParaRPr lang="zh-CN" altLang="en-US" sz="2800" strike="noStrike" noProof="1" dirty="0">
              <a:solidFill>
                <a:schemeClr val="tx1"/>
              </a:solidFill>
              <a:effectLst/>
              <a:latin typeface="Times New Roman" panose="02020603050405020304" charset="0"/>
            </a:endParaRPr>
          </a:p>
        </p:txBody>
      </p:sp>
    </p:spTree>
  </p:cSld>
  <p:clrMapOvr>
    <a:masterClrMapping/>
  </p:clrMapOvr>
  <p:transition>
    <p:fade/>
  </p:transition>
  <p:timing>
    <p:tnLst>
      <p:par>
        <p:cTn id="1" dur="indefinite" restart="never" nodeType="tmRoot"/>
      </p:par>
    </p:tnLst>
    <p:bldLst>
      <p:bldP spid="47106"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5" name="矩形 54274"/>
          <p:cNvSpPr/>
          <p:nvPr/>
        </p:nvSpPr>
        <p:spPr>
          <a:xfrm>
            <a:off x="598170" y="480060"/>
            <a:ext cx="5699760" cy="73088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b="1" strike="noStrike" noProof="1">
                <a:solidFill>
                  <a:srgbClr val="990000"/>
                </a:solidFill>
                <a:latin typeface="Arial" panose="02080604020202020204" pitchFamily="34" charset="0"/>
                <a:ea typeface="宋体" panose="02010600030101010101" pitchFamily="2" charset="-122"/>
                <a:cs typeface="+mn-ea"/>
              </a:rPr>
              <a:t>输入</a:t>
            </a:r>
            <a:r>
              <a:rPr lang="en-US" altLang="zh-CN" b="1" strike="noStrike" noProof="1">
                <a:solidFill>
                  <a:srgbClr val="990000"/>
                </a:solidFill>
                <a:latin typeface="Arial" panose="02080604020202020204" pitchFamily="34" charset="0"/>
                <a:ea typeface="宋体" panose="02010600030101010101" pitchFamily="2" charset="-122"/>
                <a:cs typeface="+mn-ea"/>
              </a:rPr>
              <a:t>/</a:t>
            </a:r>
            <a:r>
              <a:rPr lang="zh-CN" altLang="en-US" b="1" strike="noStrike" noProof="1">
                <a:solidFill>
                  <a:srgbClr val="990000"/>
                </a:solidFill>
                <a:latin typeface="Arial" panose="02080604020202020204" pitchFamily="34" charset="0"/>
                <a:ea typeface="宋体" panose="02010600030101010101" pitchFamily="2" charset="-122"/>
                <a:cs typeface="+mn-ea"/>
              </a:rPr>
              <a:t>输出</a:t>
            </a:r>
            <a:r>
              <a:rPr lang="x-none" altLang="zh-CN" b="1" strike="noStrike" noProof="1">
                <a:solidFill>
                  <a:srgbClr val="990000"/>
                </a:solidFill>
                <a:latin typeface="Arial" panose="02080604020202020204" pitchFamily="34" charset="0"/>
                <a:ea typeface="宋体" panose="02010600030101010101" pitchFamily="2" charset="-122"/>
                <a:cs typeface="+mn-ea"/>
              </a:rPr>
              <a:t>子系统</a:t>
            </a: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400" b="1" strike="noStrike" noProof="1">
                <a:solidFill>
                  <a:schemeClr val="tx1"/>
                </a:solidFill>
                <a:latin typeface="Times New Roman" panose="02020603050405020304" charset="0"/>
                <a:ea typeface="宋体" panose="02010600030101010101" pitchFamily="2" charset="-122"/>
                <a:cs typeface="+mn-cs"/>
              </a:rPr>
              <a:t>       </a:t>
            </a:r>
            <a:r>
              <a:rPr lang="zh-CN" altLang="en-US" sz="2400" strike="noStrike" noProof="1">
                <a:solidFill>
                  <a:schemeClr val="tx1"/>
                </a:solidFill>
                <a:latin typeface="Times New Roman" panose="02020603050405020304" charset="0"/>
                <a:ea typeface="宋体" panose="02010600030101010101" pitchFamily="2" charset="-122"/>
                <a:cs typeface="+mn-cs"/>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54276" name="矩形 5427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设备控制</a:t>
            </a:r>
            <a:endParaRPr lang="zh-CN" altLang="en-US" sz="2400" strike="noStrike" noProof="1">
              <a:latin typeface="Times New Roman" panose="02020603050405020304" charset="0"/>
              <a:ea typeface="宋体" panose="02010600030101010101" pitchFamily="2" charset="-122"/>
            </a:endParaRPr>
          </a:p>
        </p:txBody>
      </p:sp>
      <p:sp>
        <p:nvSpPr>
          <p:cNvPr id="56323" name="矩形 56322"/>
          <p:cNvSpPr/>
          <p:nvPr/>
        </p:nvSpPr>
        <p:spPr>
          <a:xfrm>
            <a:off x="228600" y="1233805"/>
            <a:ext cx="8428990" cy="529653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l" fontAlgn="base">
              <a:lnSpc>
                <a:spcPct val="120000"/>
              </a:lnSpc>
              <a:spcBef>
                <a:spcPct val="20000"/>
              </a:spcBef>
              <a:buNone/>
            </a:pPr>
            <a:r>
              <a:rPr lang="x-none" altLang="zh-CN" sz="2400" b="1" strike="noStrike" noProof="1">
                <a:solidFill>
                  <a:srgbClr val="000099"/>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操作系统中采用抽象、封装、分层、模块化的软件开发方法，实现设备控制和管理的软件模块。</a:t>
            </a:r>
            <a:endParaRPr lang="zh-CN" altLang="en-US"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l" fontAlgn="base">
              <a:lnSpc>
                <a:spcPct val="60000"/>
              </a:lnSpc>
              <a:spcBef>
                <a:spcPct val="20000"/>
              </a:spcBef>
              <a:buNone/>
            </a:pPr>
            <a:endParaRPr lang="zh-CN" altLang="en-US"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l" fontAlgn="base">
              <a:lnSpc>
                <a:spcPct val="120000"/>
              </a:lnSpc>
              <a:spcBef>
                <a:spcPct val="20000"/>
              </a:spcBef>
              <a:buNone/>
            </a:pPr>
            <a:r>
              <a:rPr lang="en-US" altLang="zh-CN" sz="2400">
                <a:solidFill>
                  <a:schemeClr val="tx1"/>
                </a:solidFill>
                <a:effectLst/>
                <a:latin typeface="Times New Roman" panose="02020603050405020304" charset="0"/>
                <a:cs typeface="+mn-ea"/>
                <a:sym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将使用特性相似的设备归为一类。I/O子系统对设备进行分类管理，每个通用类型的设备都通过一组标准函数来访问。</a:t>
            </a:r>
            <a:endParaRPr lang="zh-CN" altLang="en-US"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l" fontAlgn="base">
              <a:lnSpc>
                <a:spcPct val="70000"/>
              </a:lnSpc>
              <a:spcBef>
                <a:spcPct val="20000"/>
              </a:spcBef>
              <a:buNone/>
            </a:pPr>
            <a:endParaRPr lang="zh-CN" altLang="en-US"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l" fontAlgn="base">
              <a:lnSpc>
                <a:spcPct val="120000"/>
              </a:lnSpc>
              <a:spcBef>
                <a:spcPct val="20000"/>
              </a:spcBef>
              <a:buNone/>
            </a:pPr>
            <a:r>
              <a:rPr lang="en-US" altLang="zh-CN" sz="2400">
                <a:solidFill>
                  <a:schemeClr val="tx1"/>
                </a:solidFill>
                <a:effectLst/>
                <a:latin typeface="Times New Roman" panose="02020603050405020304" charset="0"/>
                <a:cs typeface="+mn-ea"/>
                <a:sym typeface="+mn-ea"/>
              </a:rPr>
              <a:t>	</a:t>
            </a:r>
            <a:r>
              <a:rPr lang="zh-CN" altLang="en-US" sz="2400">
                <a:solidFill>
                  <a:schemeClr val="tx1"/>
                </a:solidFill>
                <a:effectLst/>
                <a:latin typeface="Times New Roman" panose="02020603050405020304" charset="0"/>
                <a:cs typeface="+mn-ea"/>
                <a:sym typeface="+mn-ea"/>
              </a:rPr>
              <a:t>对设备控制和操作的具体差别被I/O子系统中的内核模块(称为设备驱动程序)所封装。设备驱动程序层的作用是为内核</a:t>
            </a:r>
            <a:r>
              <a:rPr lang="en-US" altLang="zh-CN" sz="2400">
                <a:solidFill>
                  <a:schemeClr val="tx1"/>
                </a:solidFill>
                <a:effectLst/>
                <a:latin typeface="Times New Roman" panose="02020603050405020304" charset="0"/>
                <a:cs typeface="+mn-ea"/>
                <a:sym typeface="+mn-ea"/>
              </a:rPr>
              <a:t>I/O</a:t>
            </a:r>
            <a:r>
              <a:rPr lang="zh-CN" altLang="en-US" sz="2400">
                <a:solidFill>
                  <a:schemeClr val="tx1"/>
                </a:solidFill>
                <a:effectLst/>
                <a:latin typeface="Times New Roman" panose="02020603050405020304" charset="0"/>
                <a:cs typeface="+mn-ea"/>
                <a:sym typeface="+mn-ea"/>
              </a:rPr>
              <a:t>子系统隐藏设备控制之间的差异。将</a:t>
            </a:r>
            <a:r>
              <a:rPr lang="en-US" altLang="zh-CN" sz="2400">
                <a:solidFill>
                  <a:schemeClr val="tx1"/>
                </a:solidFill>
                <a:effectLst/>
                <a:latin typeface="Times New Roman" panose="02020603050405020304" charset="0"/>
                <a:cs typeface="+mn-ea"/>
                <a:sym typeface="+mn-ea"/>
              </a:rPr>
              <a:t>I/O</a:t>
            </a:r>
            <a:r>
              <a:rPr lang="zh-CN" altLang="en-US" sz="2400">
                <a:solidFill>
                  <a:schemeClr val="tx1"/>
                </a:solidFill>
                <a:effectLst/>
                <a:latin typeface="Times New Roman" panose="02020603050405020304" charset="0"/>
                <a:cs typeface="+mn-ea"/>
                <a:sym typeface="+mn-ea"/>
              </a:rPr>
              <a:t>子系统与硬件分离，简化了操作系统开发人员的任务，也有利于设备的设计与制造。</a:t>
            </a:r>
            <a:endParaRPr lang="zh-CN" altLang="en-US" sz="2400" strike="noStrike" noProof="1">
              <a:solidFill>
                <a:schemeClr val="tx1"/>
              </a:solidFill>
              <a:effectLst/>
              <a:latin typeface="Times New Roman" panose="02020603050405020304" charset="0"/>
              <a:ea typeface="宋体" panose="02010600030101010101" pitchFamily="2" charset="-122"/>
              <a:cs typeface="+mn-ea"/>
              <a:sym typeface="+mn-ea"/>
            </a:endParaRPr>
          </a:p>
        </p:txBody>
      </p:sp>
    </p:spTree>
  </p:cSld>
  <p:clrMapOvr>
    <a:masterClrMapping/>
  </p:clrMapOvr>
  <p:transition>
    <p:fade/>
  </p:transition>
  <p:timing>
    <p:tnLst>
      <p:par>
        <p:cTn id="1" dur="indefinite" restart="never" nodeType="tmRoot"/>
      </p:par>
    </p:tnLst>
    <p:bldLst>
      <p:bldP spid="54275" grpId="0" uiExpand="1"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文本框 5529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37</a:t>
            </a:r>
            <a:endParaRPr lang="en-US" altLang="zh-CN" sz="1400">
              <a:solidFill>
                <a:schemeClr val="tx2"/>
              </a:solidFill>
              <a:latin typeface="Times New Roman" panose="02020603050405020304" charset="0"/>
              <a:ea typeface="宋体" panose="02010600030101010101" pitchFamily="2" charset="-122"/>
            </a:endParaRPr>
          </a:p>
        </p:txBody>
      </p:sp>
      <p:sp>
        <p:nvSpPr>
          <p:cNvPr id="55299" name="矩形 55298"/>
          <p:cNvSpPr/>
          <p:nvPr/>
        </p:nvSpPr>
        <p:spPr>
          <a:xfrm>
            <a:off x="242888" y="515938"/>
            <a:ext cx="2432050" cy="6048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     (1) </a:t>
            </a:r>
            <a:r>
              <a:rPr lang="zh-CN" altLang="en-US" sz="2800" b="1" strike="noStrike" noProof="1">
                <a:solidFill>
                  <a:srgbClr val="A50021"/>
                </a:solidFill>
                <a:latin typeface="Times New Roman" panose="02020603050405020304" charset="0"/>
                <a:ea typeface="宋体" panose="02010600030101010101" pitchFamily="2" charset="-122"/>
                <a:cs typeface="+mn-ea"/>
              </a:rPr>
              <a:t>图示</a:t>
            </a:r>
            <a:endParaRPr lang="zh-CN" altLang="en-US" sz="2800" b="1" strike="noStrike" noProof="1">
              <a:solidFill>
                <a:srgbClr val="A50021"/>
              </a:solidFill>
              <a:latin typeface="Times New Roman" panose="02020603050405020304" charset="0"/>
              <a:ea typeface="宋体" panose="02010600030101010101" pitchFamily="2" charset="-122"/>
            </a:endParaRPr>
          </a:p>
        </p:txBody>
      </p:sp>
      <p:grpSp>
        <p:nvGrpSpPr>
          <p:cNvPr id="55300" name="组合 55299"/>
          <p:cNvGrpSpPr/>
          <p:nvPr/>
        </p:nvGrpSpPr>
        <p:grpSpPr>
          <a:xfrm>
            <a:off x="250825" y="1182688"/>
            <a:ext cx="8091488" cy="4865687"/>
            <a:chOff x="0" y="0"/>
            <a:chExt cx="7661" cy="4670"/>
          </a:xfrm>
        </p:grpSpPr>
        <p:sp>
          <p:nvSpPr>
            <p:cNvPr id="78852" name="文本框 55300"/>
            <p:cNvSpPr txBox="1"/>
            <p:nvPr/>
          </p:nvSpPr>
          <p:spPr>
            <a:xfrm>
              <a:off x="636" y="0"/>
              <a:ext cx="6996" cy="2340"/>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endParaRPr sz="1600" b="1">
                <a:solidFill>
                  <a:schemeClr val="tx1"/>
                </a:solidFill>
                <a:latin typeface="Arial" panose="02080604020202020204" pitchFamily="34" charset="0"/>
                <a:ea typeface="宋体" panose="02010600030101010101" pitchFamily="2" charset="-122"/>
              </a:endParaRPr>
            </a:p>
          </p:txBody>
        </p:sp>
        <p:sp>
          <p:nvSpPr>
            <p:cNvPr id="78853" name="直接连接符 55301"/>
            <p:cNvSpPr/>
            <p:nvPr/>
          </p:nvSpPr>
          <p:spPr>
            <a:xfrm>
              <a:off x="636" y="798"/>
              <a:ext cx="6996"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8854" name="直接连接符 55302"/>
            <p:cNvSpPr/>
            <p:nvPr/>
          </p:nvSpPr>
          <p:spPr>
            <a:xfrm>
              <a:off x="636" y="1548"/>
              <a:ext cx="6996" cy="0"/>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8855" name="文本框 55303"/>
            <p:cNvSpPr txBox="1"/>
            <p:nvPr/>
          </p:nvSpPr>
          <p:spPr>
            <a:xfrm>
              <a:off x="3767" y="120"/>
              <a:ext cx="742" cy="468"/>
            </a:xfrm>
            <a:prstGeom prst="rect">
              <a:avLst/>
            </a:prstGeom>
            <a:noFill/>
            <a:ln w="9525">
              <a:noFill/>
              <a:miter/>
            </a:ln>
          </p:spPr>
          <p:txBody>
            <a:bodyPr anchor="t"/>
            <a:p>
              <a:pPr lvl="0" algn="just"/>
              <a:r>
                <a:rPr lang="zh-CN" altLang="en-US" sz="1600" b="1">
                  <a:solidFill>
                    <a:schemeClr val="tx1"/>
                  </a:solidFill>
                  <a:latin typeface="Times New Roman" panose="02020603050405020304" charset="0"/>
                  <a:ea typeface="宋体" panose="02010600030101010101" pitchFamily="2" charset="-122"/>
                </a:rPr>
                <a:t>内核</a:t>
              </a:r>
              <a:endParaRPr lang="zh-CN" altLang="en-US" sz="1600" b="1">
                <a:solidFill>
                  <a:schemeClr val="tx1"/>
                </a:solidFill>
                <a:latin typeface="Arial" panose="02080604020202020204" pitchFamily="34" charset="0"/>
                <a:ea typeface="宋体" panose="02010600030101010101" pitchFamily="2" charset="-122"/>
              </a:endParaRPr>
            </a:p>
          </p:txBody>
        </p:sp>
        <p:sp>
          <p:nvSpPr>
            <p:cNvPr id="78856" name="文本框 55304"/>
            <p:cNvSpPr txBox="1"/>
            <p:nvPr/>
          </p:nvSpPr>
          <p:spPr>
            <a:xfrm>
              <a:off x="3455" y="960"/>
              <a:ext cx="1696" cy="468"/>
            </a:xfrm>
            <a:prstGeom prst="rect">
              <a:avLst/>
            </a:prstGeom>
            <a:noFill/>
            <a:ln w="9525">
              <a:noFill/>
              <a:miter/>
            </a:ln>
          </p:spPr>
          <p:txBody>
            <a:bodyPr anchor="t"/>
            <a:p>
              <a:pPr lvl="0" algn="just"/>
              <a:r>
                <a:rPr lang="zh-CN" altLang="en-US" sz="1600" b="1">
                  <a:solidFill>
                    <a:schemeClr val="tx1"/>
                  </a:solidFill>
                  <a:latin typeface="Times New Roman" panose="02020603050405020304" charset="0"/>
                  <a:ea typeface="宋体" panose="02010600030101010101" pitchFamily="2" charset="-122"/>
                </a:rPr>
                <a:t>内核</a:t>
              </a:r>
              <a:r>
                <a:rPr lang="en-US" altLang="zh-CN" sz="1600" b="1">
                  <a:solidFill>
                    <a:schemeClr val="tx1"/>
                  </a:solidFill>
                  <a:latin typeface="Times New Roman" panose="02020603050405020304" charset="0"/>
                  <a:ea typeface="宋体" panose="02010600030101010101" pitchFamily="2" charset="-122"/>
                </a:rPr>
                <a:t>I</a:t>
              </a:r>
              <a:r>
                <a:rPr lang="en-US" altLang="zh-CN" sz="1600" b="1">
                  <a:solidFill>
                    <a:schemeClr val="tx1"/>
                  </a:solidFill>
                  <a:latin typeface="Lucida Console" pitchFamily="1" charset="0"/>
                  <a:ea typeface="宋体" panose="02010600030101010101" pitchFamily="2" charset="-122"/>
                </a:rPr>
                <a:t>/</a:t>
              </a:r>
              <a:r>
                <a:rPr lang="en-US" altLang="zh-CN" sz="1600" b="1">
                  <a:solidFill>
                    <a:schemeClr val="tx1"/>
                  </a:solidFill>
                  <a:latin typeface="Times New Roman" panose="02020603050405020304" charset="0"/>
                  <a:ea typeface="宋体" panose="02010600030101010101" pitchFamily="2" charset="-122"/>
                </a:rPr>
                <a:t>O</a:t>
              </a:r>
              <a:r>
                <a:rPr lang="zh-CN" altLang="en-US" sz="1600" b="1">
                  <a:solidFill>
                    <a:schemeClr val="tx1"/>
                  </a:solidFill>
                  <a:latin typeface="Times New Roman" panose="02020603050405020304" charset="0"/>
                  <a:ea typeface="宋体" panose="02010600030101010101" pitchFamily="2" charset="-122"/>
                </a:rPr>
                <a:t>子系统</a:t>
              </a:r>
              <a:endParaRPr lang="zh-CN" altLang="en-US" sz="1600" b="1">
                <a:solidFill>
                  <a:schemeClr val="tx1"/>
                </a:solidFill>
                <a:latin typeface="Arial" panose="02080604020202020204" pitchFamily="34" charset="0"/>
                <a:ea typeface="宋体" panose="02010600030101010101" pitchFamily="2" charset="-122"/>
              </a:endParaRPr>
            </a:p>
          </p:txBody>
        </p:sp>
        <p:sp>
          <p:nvSpPr>
            <p:cNvPr id="78857" name="直接连接符 55305"/>
            <p:cNvSpPr/>
            <p:nvPr/>
          </p:nvSpPr>
          <p:spPr>
            <a:xfrm>
              <a:off x="1757" y="1554"/>
              <a:ext cx="0" cy="76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8858" name="文本框 55306"/>
            <p:cNvSpPr txBox="1"/>
            <p:nvPr/>
          </p:nvSpPr>
          <p:spPr>
            <a:xfrm>
              <a:off x="500" y="1611"/>
              <a:ext cx="1378" cy="624"/>
            </a:xfrm>
            <a:prstGeom prst="rect">
              <a:avLst/>
            </a:prstGeom>
            <a:noFill/>
            <a:ln w="9525">
              <a:noFill/>
              <a:miter/>
            </a:ln>
          </p:spPr>
          <p:txBody>
            <a:bodyPr anchor="t"/>
            <a:p>
              <a:pPr lvl="0" algn="ctr"/>
              <a:r>
                <a:rPr lang="en-US" altLang="zh-CN" sz="1600" b="1">
                  <a:solidFill>
                    <a:schemeClr val="tx1"/>
                  </a:solidFill>
                  <a:latin typeface="Times New Roman" panose="02020603050405020304" charset="0"/>
                  <a:ea typeface="宋体" panose="02010600030101010101" pitchFamily="2" charset="-122"/>
                </a:rPr>
                <a:t>SCSI</a:t>
              </a:r>
              <a:endParaRPr lang="en-US" altLang="zh-CN" sz="1600" b="1">
                <a:solidFill>
                  <a:schemeClr val="tx1"/>
                </a:solidFill>
                <a:latin typeface="Times New Roman" panose="02020603050405020304" charset="0"/>
                <a:ea typeface="宋体" panose="02010600030101010101" pitchFamily="2" charset="-122"/>
              </a:endParaRPr>
            </a:p>
            <a:p>
              <a:pPr lvl="0" algn="ctr"/>
              <a:r>
                <a:rPr lang="zh-CN" altLang="en-US" sz="1600" b="1">
                  <a:solidFill>
                    <a:schemeClr val="tx1"/>
                  </a:solidFill>
                  <a:latin typeface="Times New Roman" panose="02020603050405020304" charset="0"/>
                  <a:ea typeface="宋体" panose="02010600030101010101" pitchFamily="2" charset="-122"/>
                </a:rPr>
                <a:t>设备驱动器</a:t>
              </a:r>
              <a:endParaRPr lang="zh-CN" altLang="en-US" sz="1600" b="1">
                <a:solidFill>
                  <a:schemeClr val="tx1"/>
                </a:solidFill>
                <a:latin typeface="Arial" panose="02080604020202020204" pitchFamily="34" charset="0"/>
                <a:ea typeface="宋体" panose="02010600030101010101" pitchFamily="2" charset="-122"/>
              </a:endParaRPr>
            </a:p>
          </p:txBody>
        </p:sp>
        <p:sp>
          <p:nvSpPr>
            <p:cNvPr id="78859" name="直接连接符 55307"/>
            <p:cNvSpPr/>
            <p:nvPr/>
          </p:nvSpPr>
          <p:spPr>
            <a:xfrm>
              <a:off x="2942" y="1554"/>
              <a:ext cx="0" cy="76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8860" name="文本框 55308"/>
            <p:cNvSpPr txBox="1"/>
            <p:nvPr/>
          </p:nvSpPr>
          <p:spPr>
            <a:xfrm>
              <a:off x="1710" y="1620"/>
              <a:ext cx="1226" cy="624"/>
            </a:xfrm>
            <a:prstGeom prst="rect">
              <a:avLst/>
            </a:prstGeom>
            <a:noFill/>
            <a:ln w="9525">
              <a:noFill/>
              <a:miter/>
            </a:ln>
          </p:spPr>
          <p:txBody>
            <a:bodyPr anchor="t"/>
            <a:p>
              <a:pPr lvl="0" algn="ctr"/>
              <a:r>
                <a:rPr lang="zh-CN" altLang="en-US" sz="1600" b="1">
                  <a:solidFill>
                    <a:schemeClr val="tx1"/>
                  </a:solidFill>
                  <a:latin typeface="Times New Roman" panose="02020603050405020304" charset="0"/>
                  <a:ea typeface="宋体" panose="02010600030101010101" pitchFamily="2" charset="-122"/>
                </a:rPr>
                <a:t>键盘</a:t>
              </a:r>
              <a:endParaRPr lang="zh-CN" altLang="en-US" sz="1600" b="1">
                <a:solidFill>
                  <a:schemeClr val="tx1"/>
                </a:solidFill>
                <a:latin typeface="Times New Roman" panose="02020603050405020304" charset="0"/>
                <a:ea typeface="宋体" panose="02010600030101010101" pitchFamily="2" charset="-122"/>
              </a:endParaRPr>
            </a:p>
            <a:p>
              <a:pPr lvl="0" algn="ctr"/>
              <a:r>
                <a:rPr lang="zh-CN" altLang="en-US" sz="1600" b="1">
                  <a:solidFill>
                    <a:schemeClr val="tx1"/>
                  </a:solidFill>
                  <a:latin typeface="Times New Roman" panose="02020603050405020304" charset="0"/>
                  <a:ea typeface="宋体" panose="02010600030101010101" pitchFamily="2" charset="-122"/>
                </a:rPr>
                <a:t>设备驱动器</a:t>
              </a:r>
              <a:endParaRPr lang="zh-CN" altLang="en-US" sz="1600" b="1">
                <a:solidFill>
                  <a:schemeClr val="tx1"/>
                </a:solidFill>
                <a:latin typeface="Arial" panose="02080604020202020204" pitchFamily="34" charset="0"/>
                <a:ea typeface="宋体" panose="02010600030101010101" pitchFamily="2" charset="-122"/>
              </a:endParaRPr>
            </a:p>
          </p:txBody>
        </p:sp>
        <p:sp>
          <p:nvSpPr>
            <p:cNvPr id="78861" name="直接连接符 55309"/>
            <p:cNvSpPr/>
            <p:nvPr/>
          </p:nvSpPr>
          <p:spPr>
            <a:xfrm>
              <a:off x="4154" y="1560"/>
              <a:ext cx="0" cy="76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8862" name="直接连接符 55310"/>
            <p:cNvSpPr/>
            <p:nvPr/>
          </p:nvSpPr>
          <p:spPr>
            <a:xfrm>
              <a:off x="5385" y="1554"/>
              <a:ext cx="0" cy="76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8863" name="直接连接符 55311"/>
            <p:cNvSpPr/>
            <p:nvPr/>
          </p:nvSpPr>
          <p:spPr>
            <a:xfrm>
              <a:off x="6603" y="1560"/>
              <a:ext cx="0" cy="76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8864" name="文本框 55312"/>
            <p:cNvSpPr txBox="1"/>
            <p:nvPr/>
          </p:nvSpPr>
          <p:spPr>
            <a:xfrm>
              <a:off x="2908" y="1611"/>
              <a:ext cx="1226" cy="624"/>
            </a:xfrm>
            <a:prstGeom prst="rect">
              <a:avLst/>
            </a:prstGeom>
            <a:noFill/>
            <a:ln w="9525">
              <a:noFill/>
              <a:miter/>
            </a:ln>
          </p:spPr>
          <p:txBody>
            <a:bodyPr anchor="t"/>
            <a:p>
              <a:pPr lvl="0" algn="ctr"/>
              <a:r>
                <a:rPr lang="zh-CN" altLang="en-US" sz="1600" b="1">
                  <a:solidFill>
                    <a:schemeClr val="tx1"/>
                  </a:solidFill>
                  <a:latin typeface="Times New Roman" panose="02020603050405020304" charset="0"/>
                  <a:ea typeface="宋体" panose="02010600030101010101" pitchFamily="2" charset="-122"/>
                </a:rPr>
                <a:t>鼠标</a:t>
              </a:r>
              <a:endParaRPr lang="zh-CN" altLang="en-US" sz="1600" b="1">
                <a:solidFill>
                  <a:schemeClr val="tx1"/>
                </a:solidFill>
                <a:latin typeface="Times New Roman" panose="02020603050405020304" charset="0"/>
                <a:ea typeface="宋体" panose="02010600030101010101" pitchFamily="2" charset="-122"/>
              </a:endParaRPr>
            </a:p>
            <a:p>
              <a:pPr lvl="0" algn="ctr"/>
              <a:r>
                <a:rPr lang="zh-CN" altLang="en-US" sz="1600" b="1">
                  <a:solidFill>
                    <a:schemeClr val="tx1"/>
                  </a:solidFill>
                  <a:latin typeface="Times New Roman" panose="02020603050405020304" charset="0"/>
                  <a:ea typeface="宋体" panose="02010600030101010101" pitchFamily="2" charset="-122"/>
                </a:rPr>
                <a:t>设备驱动器</a:t>
              </a:r>
              <a:endParaRPr lang="zh-CN" altLang="en-US" sz="1600" b="1">
                <a:solidFill>
                  <a:schemeClr val="tx1"/>
                </a:solidFill>
                <a:latin typeface="Arial" panose="02080604020202020204" pitchFamily="34" charset="0"/>
                <a:ea typeface="宋体" panose="02010600030101010101" pitchFamily="2" charset="-122"/>
              </a:endParaRPr>
            </a:p>
          </p:txBody>
        </p:sp>
        <p:sp>
          <p:nvSpPr>
            <p:cNvPr id="78865" name="文本框 55313"/>
            <p:cNvSpPr txBox="1"/>
            <p:nvPr/>
          </p:nvSpPr>
          <p:spPr>
            <a:xfrm>
              <a:off x="4105" y="1626"/>
              <a:ext cx="1226" cy="624"/>
            </a:xfrm>
            <a:prstGeom prst="rect">
              <a:avLst/>
            </a:prstGeom>
            <a:noFill/>
            <a:ln w="9525">
              <a:noFill/>
              <a:miter/>
            </a:ln>
          </p:spPr>
          <p:txBody>
            <a:bodyPr anchor="t"/>
            <a:p>
              <a:pPr lvl="0" algn="ctr"/>
              <a:r>
                <a:rPr lang="en-US" altLang="zh-CN" sz="1600" b="1">
                  <a:solidFill>
                    <a:schemeClr val="tx1"/>
                  </a:solidFill>
                  <a:latin typeface="Times New Roman" panose="02020603050405020304" charset="0"/>
                  <a:ea typeface="宋体" panose="02010600030101010101" pitchFamily="2" charset="-122"/>
                </a:rPr>
                <a:t>PCI</a:t>
              </a:r>
              <a:r>
                <a:rPr lang="zh-CN" altLang="en-US" sz="1600" b="1">
                  <a:solidFill>
                    <a:schemeClr val="tx1"/>
                  </a:solidFill>
                  <a:latin typeface="Times New Roman" panose="02020603050405020304" charset="0"/>
                  <a:ea typeface="宋体" panose="02010600030101010101" pitchFamily="2" charset="-122"/>
                </a:rPr>
                <a:t>总线</a:t>
              </a:r>
              <a:endParaRPr lang="zh-CN" altLang="en-US" sz="1600" b="1">
                <a:solidFill>
                  <a:schemeClr val="tx1"/>
                </a:solidFill>
                <a:latin typeface="Times New Roman" panose="02020603050405020304" charset="0"/>
                <a:ea typeface="宋体" panose="02010600030101010101" pitchFamily="2" charset="-122"/>
              </a:endParaRPr>
            </a:p>
            <a:p>
              <a:pPr lvl="0" algn="ctr"/>
              <a:r>
                <a:rPr lang="zh-CN" altLang="en-US" sz="1600" b="1">
                  <a:solidFill>
                    <a:schemeClr val="tx1"/>
                  </a:solidFill>
                  <a:latin typeface="Times New Roman" panose="02020603050405020304" charset="0"/>
                  <a:ea typeface="宋体" panose="02010600030101010101" pitchFamily="2" charset="-122"/>
                </a:rPr>
                <a:t>设备驱动器</a:t>
              </a:r>
              <a:endParaRPr lang="zh-CN" altLang="en-US" sz="1600" b="1">
                <a:solidFill>
                  <a:schemeClr val="tx1"/>
                </a:solidFill>
                <a:latin typeface="Arial" panose="02080604020202020204" pitchFamily="34" charset="0"/>
                <a:ea typeface="宋体" panose="02010600030101010101" pitchFamily="2" charset="-122"/>
              </a:endParaRPr>
            </a:p>
          </p:txBody>
        </p:sp>
        <p:sp>
          <p:nvSpPr>
            <p:cNvPr id="78866" name="文本框 55314"/>
            <p:cNvSpPr txBox="1"/>
            <p:nvPr/>
          </p:nvSpPr>
          <p:spPr>
            <a:xfrm>
              <a:off x="5346" y="1611"/>
              <a:ext cx="1226" cy="624"/>
            </a:xfrm>
            <a:prstGeom prst="rect">
              <a:avLst/>
            </a:prstGeom>
            <a:noFill/>
            <a:ln w="9525">
              <a:noFill/>
              <a:miter/>
            </a:ln>
          </p:spPr>
          <p:txBody>
            <a:bodyPr anchor="t"/>
            <a:p>
              <a:pPr lvl="0" algn="ctr"/>
              <a:r>
                <a:rPr lang="zh-CN" altLang="en-US" sz="1600" b="1">
                  <a:solidFill>
                    <a:schemeClr val="tx1"/>
                  </a:solidFill>
                  <a:latin typeface="Times New Roman" panose="02020603050405020304" charset="0"/>
                  <a:ea typeface="宋体" panose="02010600030101010101" pitchFamily="2" charset="-122"/>
                </a:rPr>
                <a:t>软盘</a:t>
              </a:r>
              <a:endParaRPr lang="zh-CN" altLang="en-US" sz="1600" b="1">
                <a:solidFill>
                  <a:schemeClr val="tx1"/>
                </a:solidFill>
                <a:latin typeface="Times New Roman" panose="02020603050405020304" charset="0"/>
                <a:ea typeface="宋体" panose="02010600030101010101" pitchFamily="2" charset="-122"/>
              </a:endParaRPr>
            </a:p>
            <a:p>
              <a:pPr lvl="0" algn="ctr"/>
              <a:r>
                <a:rPr lang="zh-CN" altLang="en-US" sz="1600" b="1">
                  <a:solidFill>
                    <a:schemeClr val="tx1"/>
                  </a:solidFill>
                  <a:latin typeface="Times New Roman" panose="02020603050405020304" charset="0"/>
                  <a:ea typeface="宋体" panose="02010600030101010101" pitchFamily="2" charset="-122"/>
                </a:rPr>
                <a:t>设备驱动器</a:t>
              </a:r>
              <a:endParaRPr lang="zh-CN" altLang="en-US" sz="1600" b="1">
                <a:solidFill>
                  <a:schemeClr val="tx1"/>
                </a:solidFill>
                <a:latin typeface="Arial" panose="02080604020202020204" pitchFamily="34" charset="0"/>
                <a:ea typeface="宋体" panose="02010600030101010101" pitchFamily="2" charset="-122"/>
              </a:endParaRPr>
            </a:p>
          </p:txBody>
        </p:sp>
        <p:sp>
          <p:nvSpPr>
            <p:cNvPr id="78867" name="文本框 55315"/>
            <p:cNvSpPr txBox="1"/>
            <p:nvPr/>
          </p:nvSpPr>
          <p:spPr>
            <a:xfrm>
              <a:off x="6858" y="1761"/>
              <a:ext cx="742" cy="468"/>
            </a:xfrm>
            <a:prstGeom prst="rect">
              <a:avLst/>
            </a:prstGeom>
            <a:noFill/>
            <a:ln w="9525">
              <a:noFill/>
              <a:miter/>
            </a:ln>
          </p:spPr>
          <p:txBody>
            <a:bodyPr anchor="t"/>
            <a:p>
              <a:pPr lvl="0" algn="just"/>
              <a:r>
                <a:rPr lang="en-US" altLang="zh-CN" sz="1600" b="1">
                  <a:solidFill>
                    <a:schemeClr val="tx1"/>
                  </a:solidFill>
                  <a:latin typeface="宋体" panose="02010600030101010101" pitchFamily="2" charset="-122"/>
                  <a:ea typeface="宋体" panose="02010600030101010101" pitchFamily="2" charset="-122"/>
                </a:rPr>
                <a:t>…</a:t>
              </a:r>
              <a:endParaRPr lang="en-US" altLang="zh-CN" sz="1600" b="1">
                <a:solidFill>
                  <a:schemeClr val="tx1"/>
                </a:solidFill>
                <a:latin typeface="Arial" panose="02080604020202020204" pitchFamily="34" charset="0"/>
                <a:ea typeface="宋体" panose="02010600030101010101" pitchFamily="2" charset="-122"/>
              </a:endParaRPr>
            </a:p>
          </p:txBody>
        </p:sp>
        <p:grpSp>
          <p:nvGrpSpPr>
            <p:cNvPr id="78868" name="组合 55316"/>
            <p:cNvGrpSpPr/>
            <p:nvPr/>
          </p:nvGrpSpPr>
          <p:grpSpPr>
            <a:xfrm>
              <a:off x="530" y="2487"/>
              <a:ext cx="7131" cy="780"/>
              <a:chOff x="0" y="0"/>
              <a:chExt cx="7131" cy="780"/>
            </a:xfrm>
          </p:grpSpPr>
          <p:sp>
            <p:nvSpPr>
              <p:cNvPr id="78869" name="文本框 55317"/>
              <p:cNvSpPr txBox="1"/>
              <p:nvPr/>
            </p:nvSpPr>
            <p:spPr>
              <a:xfrm>
                <a:off x="135" y="0"/>
                <a:ext cx="6996" cy="780"/>
              </a:xfrm>
              <a:prstGeom prst="rect">
                <a:avLst/>
              </a:prstGeom>
              <a:solidFill>
                <a:srgbClr val="969696"/>
              </a:solidFill>
              <a:ln w="9525" cap="flat" cmpd="sng">
                <a:solidFill>
                  <a:srgbClr val="000000"/>
                </a:solidFill>
                <a:prstDash val="solid"/>
                <a:miter/>
                <a:headEnd type="none" w="med" len="med"/>
                <a:tailEnd type="none" w="med" len="med"/>
              </a:ln>
            </p:spPr>
            <p:txBody>
              <a:bodyPr anchor="t"/>
              <a:p>
                <a:pPr lvl="0"/>
                <a:endParaRPr sz="1600" b="1">
                  <a:solidFill>
                    <a:schemeClr val="tx1"/>
                  </a:solidFill>
                  <a:latin typeface="Arial" panose="02080604020202020204" pitchFamily="34" charset="0"/>
                  <a:ea typeface="宋体" panose="02010600030101010101" pitchFamily="2" charset="-122"/>
                </a:endParaRPr>
              </a:p>
            </p:txBody>
          </p:sp>
          <p:sp>
            <p:nvSpPr>
              <p:cNvPr id="78870" name="直接连接符 55318"/>
              <p:cNvSpPr/>
              <p:nvPr/>
            </p:nvSpPr>
            <p:spPr>
              <a:xfrm>
                <a:off x="1211" y="0"/>
                <a:ext cx="0" cy="76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8871" name="直接连接符 55319"/>
              <p:cNvSpPr/>
              <p:nvPr/>
            </p:nvSpPr>
            <p:spPr>
              <a:xfrm>
                <a:off x="2407" y="15"/>
                <a:ext cx="0" cy="76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8872" name="直接连接符 55320"/>
              <p:cNvSpPr/>
              <p:nvPr/>
            </p:nvSpPr>
            <p:spPr>
              <a:xfrm>
                <a:off x="3637" y="0"/>
                <a:ext cx="0" cy="76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8873" name="直接连接符 55321"/>
              <p:cNvSpPr/>
              <p:nvPr/>
            </p:nvSpPr>
            <p:spPr>
              <a:xfrm>
                <a:off x="4862" y="15"/>
                <a:ext cx="0" cy="76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8874" name="直接连接符 55322"/>
              <p:cNvSpPr/>
              <p:nvPr/>
            </p:nvSpPr>
            <p:spPr>
              <a:xfrm>
                <a:off x="6077" y="0"/>
                <a:ext cx="0" cy="765"/>
              </a:xfrm>
              <a:prstGeom prst="line">
                <a:avLst/>
              </a:prstGeom>
              <a:ln w="9525"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8875" name="文本框 55323"/>
              <p:cNvSpPr txBox="1"/>
              <p:nvPr/>
            </p:nvSpPr>
            <p:spPr>
              <a:xfrm>
                <a:off x="0" y="111"/>
                <a:ext cx="1378" cy="624"/>
              </a:xfrm>
              <a:prstGeom prst="rect">
                <a:avLst/>
              </a:prstGeom>
              <a:noFill/>
              <a:ln w="9525">
                <a:noFill/>
                <a:miter/>
              </a:ln>
            </p:spPr>
            <p:txBody>
              <a:bodyPr anchor="t"/>
              <a:p>
                <a:pPr lvl="0" algn="ctr"/>
                <a:r>
                  <a:rPr lang="en-US" altLang="zh-CN" sz="1600" b="1">
                    <a:solidFill>
                      <a:schemeClr val="tx1"/>
                    </a:solidFill>
                    <a:latin typeface="Times New Roman" panose="02020603050405020304" charset="0"/>
                    <a:ea typeface="宋体" panose="02010600030101010101" pitchFamily="2" charset="-122"/>
                  </a:rPr>
                  <a:t>SCSI</a:t>
                </a:r>
                <a:endParaRPr lang="en-US" altLang="zh-CN" sz="1600" b="1">
                  <a:solidFill>
                    <a:schemeClr val="tx1"/>
                  </a:solidFill>
                  <a:latin typeface="Times New Roman" panose="02020603050405020304" charset="0"/>
                  <a:ea typeface="宋体" panose="02010600030101010101" pitchFamily="2" charset="-122"/>
                </a:endParaRPr>
              </a:p>
              <a:p>
                <a:pPr lvl="0" algn="ctr"/>
                <a:r>
                  <a:rPr lang="zh-CN" altLang="en-US" sz="1600" b="1">
                    <a:solidFill>
                      <a:schemeClr val="tx1"/>
                    </a:solidFill>
                    <a:latin typeface="Times New Roman" panose="02020603050405020304" charset="0"/>
                    <a:ea typeface="宋体" panose="02010600030101010101" pitchFamily="2" charset="-122"/>
                  </a:rPr>
                  <a:t>设备控制器</a:t>
                </a:r>
                <a:endParaRPr lang="zh-CN" altLang="en-US" sz="1600" b="1">
                  <a:solidFill>
                    <a:schemeClr val="tx1"/>
                  </a:solidFill>
                  <a:latin typeface="Arial" panose="02080604020202020204" pitchFamily="34" charset="0"/>
                  <a:ea typeface="宋体" panose="02010600030101010101" pitchFamily="2" charset="-122"/>
                </a:endParaRPr>
              </a:p>
            </p:txBody>
          </p:sp>
          <p:sp>
            <p:nvSpPr>
              <p:cNvPr id="78876" name="文本框 55324"/>
              <p:cNvSpPr txBox="1"/>
              <p:nvPr/>
            </p:nvSpPr>
            <p:spPr>
              <a:xfrm>
                <a:off x="1166" y="105"/>
                <a:ext cx="1226" cy="624"/>
              </a:xfrm>
              <a:prstGeom prst="rect">
                <a:avLst/>
              </a:prstGeom>
              <a:noFill/>
              <a:ln w="9525">
                <a:noFill/>
                <a:miter/>
              </a:ln>
            </p:spPr>
            <p:txBody>
              <a:bodyPr anchor="t"/>
              <a:p>
                <a:pPr lvl="0" algn="ctr"/>
                <a:r>
                  <a:rPr lang="zh-CN" altLang="en-US" sz="1600" b="1">
                    <a:solidFill>
                      <a:schemeClr val="tx1"/>
                    </a:solidFill>
                    <a:latin typeface="Times New Roman" panose="02020603050405020304" charset="0"/>
                    <a:ea typeface="宋体" panose="02010600030101010101" pitchFamily="2" charset="-122"/>
                  </a:rPr>
                  <a:t>键盘</a:t>
                </a:r>
                <a:endParaRPr lang="zh-CN" altLang="en-US" sz="1600" b="1">
                  <a:solidFill>
                    <a:schemeClr val="tx1"/>
                  </a:solidFill>
                  <a:latin typeface="Times New Roman" panose="02020603050405020304" charset="0"/>
                  <a:ea typeface="宋体" panose="02010600030101010101" pitchFamily="2" charset="-122"/>
                </a:endParaRPr>
              </a:p>
              <a:p>
                <a:pPr lvl="0" algn="ctr"/>
                <a:r>
                  <a:rPr lang="zh-CN" altLang="en-US" sz="1600" b="1">
                    <a:solidFill>
                      <a:schemeClr val="tx1"/>
                    </a:solidFill>
                    <a:latin typeface="Times New Roman" panose="02020603050405020304" charset="0"/>
                    <a:ea typeface="宋体" panose="02010600030101010101" pitchFamily="2" charset="-122"/>
                  </a:rPr>
                  <a:t>设备控制器</a:t>
                </a:r>
                <a:endParaRPr lang="zh-CN" altLang="en-US" sz="1600" b="1">
                  <a:solidFill>
                    <a:schemeClr val="tx1"/>
                  </a:solidFill>
                  <a:latin typeface="Arial" panose="02080604020202020204" pitchFamily="34" charset="0"/>
                  <a:ea typeface="宋体" panose="02010600030101010101" pitchFamily="2" charset="-122"/>
                </a:endParaRPr>
              </a:p>
            </p:txBody>
          </p:sp>
          <p:sp>
            <p:nvSpPr>
              <p:cNvPr id="78877" name="文本框 55325"/>
              <p:cNvSpPr txBox="1"/>
              <p:nvPr/>
            </p:nvSpPr>
            <p:spPr>
              <a:xfrm>
                <a:off x="2362" y="105"/>
                <a:ext cx="1226" cy="624"/>
              </a:xfrm>
              <a:prstGeom prst="rect">
                <a:avLst/>
              </a:prstGeom>
              <a:noFill/>
              <a:ln w="9525">
                <a:noFill/>
                <a:miter/>
              </a:ln>
            </p:spPr>
            <p:txBody>
              <a:bodyPr anchor="t"/>
              <a:p>
                <a:pPr lvl="0" algn="ctr"/>
                <a:r>
                  <a:rPr lang="zh-CN" altLang="en-US" sz="1600" b="1">
                    <a:solidFill>
                      <a:schemeClr val="tx1"/>
                    </a:solidFill>
                    <a:latin typeface="Times New Roman" panose="02020603050405020304" charset="0"/>
                    <a:ea typeface="宋体" panose="02010600030101010101" pitchFamily="2" charset="-122"/>
                  </a:rPr>
                  <a:t>鼠标</a:t>
                </a:r>
                <a:endParaRPr lang="zh-CN" altLang="en-US" sz="1600" b="1">
                  <a:solidFill>
                    <a:schemeClr val="tx1"/>
                  </a:solidFill>
                  <a:latin typeface="Times New Roman" panose="02020603050405020304" charset="0"/>
                  <a:ea typeface="宋体" panose="02010600030101010101" pitchFamily="2" charset="-122"/>
                </a:endParaRPr>
              </a:p>
              <a:p>
                <a:pPr lvl="0" algn="ctr"/>
                <a:r>
                  <a:rPr lang="zh-CN" altLang="en-US" sz="1600" b="1">
                    <a:solidFill>
                      <a:schemeClr val="tx1"/>
                    </a:solidFill>
                    <a:latin typeface="Times New Roman" panose="02020603050405020304" charset="0"/>
                    <a:ea typeface="宋体" panose="02010600030101010101" pitchFamily="2" charset="-122"/>
                  </a:rPr>
                  <a:t>设备控制器</a:t>
                </a:r>
                <a:endParaRPr lang="zh-CN" altLang="en-US" sz="1600" b="1">
                  <a:solidFill>
                    <a:schemeClr val="tx1"/>
                  </a:solidFill>
                  <a:latin typeface="Arial" panose="02080604020202020204" pitchFamily="34" charset="0"/>
                  <a:ea typeface="宋体" panose="02010600030101010101" pitchFamily="2" charset="-122"/>
                </a:endParaRPr>
              </a:p>
            </p:txBody>
          </p:sp>
          <p:sp>
            <p:nvSpPr>
              <p:cNvPr id="78878" name="文本框 55326"/>
              <p:cNvSpPr txBox="1"/>
              <p:nvPr/>
            </p:nvSpPr>
            <p:spPr>
              <a:xfrm>
                <a:off x="3604" y="105"/>
                <a:ext cx="1226" cy="624"/>
              </a:xfrm>
              <a:prstGeom prst="rect">
                <a:avLst/>
              </a:prstGeom>
              <a:noFill/>
              <a:ln w="9525">
                <a:noFill/>
                <a:miter/>
              </a:ln>
            </p:spPr>
            <p:txBody>
              <a:bodyPr anchor="t"/>
              <a:p>
                <a:pPr lvl="0" algn="ctr"/>
                <a:r>
                  <a:rPr lang="en-US" altLang="zh-CN" sz="1600" b="1">
                    <a:solidFill>
                      <a:schemeClr val="tx1"/>
                    </a:solidFill>
                    <a:latin typeface="Times New Roman" panose="02020603050405020304" charset="0"/>
                    <a:ea typeface="宋体" panose="02010600030101010101" pitchFamily="2" charset="-122"/>
                  </a:rPr>
                  <a:t>PCI</a:t>
                </a:r>
                <a:r>
                  <a:rPr lang="zh-CN" altLang="en-US" sz="1600" b="1">
                    <a:solidFill>
                      <a:schemeClr val="tx1"/>
                    </a:solidFill>
                    <a:latin typeface="Times New Roman" panose="02020603050405020304" charset="0"/>
                    <a:ea typeface="宋体" panose="02010600030101010101" pitchFamily="2" charset="-122"/>
                  </a:rPr>
                  <a:t>总线</a:t>
                </a:r>
                <a:endParaRPr lang="zh-CN" altLang="en-US" sz="1600" b="1">
                  <a:solidFill>
                    <a:schemeClr val="tx1"/>
                  </a:solidFill>
                  <a:latin typeface="Times New Roman" panose="02020603050405020304" charset="0"/>
                  <a:ea typeface="宋体" panose="02010600030101010101" pitchFamily="2" charset="-122"/>
                </a:endParaRPr>
              </a:p>
              <a:p>
                <a:pPr lvl="0" algn="ctr"/>
                <a:r>
                  <a:rPr lang="zh-CN" altLang="en-US" sz="1600" b="1">
                    <a:solidFill>
                      <a:schemeClr val="tx1"/>
                    </a:solidFill>
                    <a:latin typeface="Times New Roman" panose="02020603050405020304" charset="0"/>
                    <a:ea typeface="宋体" panose="02010600030101010101" pitchFamily="2" charset="-122"/>
                  </a:rPr>
                  <a:t>设备控制器</a:t>
                </a:r>
                <a:endParaRPr lang="zh-CN" altLang="en-US" sz="1600" b="1">
                  <a:solidFill>
                    <a:schemeClr val="tx1"/>
                  </a:solidFill>
                  <a:latin typeface="Arial" panose="02080604020202020204" pitchFamily="34" charset="0"/>
                  <a:ea typeface="宋体" panose="02010600030101010101" pitchFamily="2" charset="-122"/>
                </a:endParaRPr>
              </a:p>
            </p:txBody>
          </p:sp>
          <p:sp>
            <p:nvSpPr>
              <p:cNvPr id="78879" name="文本框 55327"/>
              <p:cNvSpPr txBox="1"/>
              <p:nvPr/>
            </p:nvSpPr>
            <p:spPr>
              <a:xfrm>
                <a:off x="4831" y="120"/>
                <a:ext cx="1226" cy="624"/>
              </a:xfrm>
              <a:prstGeom prst="rect">
                <a:avLst/>
              </a:prstGeom>
              <a:noFill/>
              <a:ln w="9525">
                <a:noFill/>
                <a:miter/>
              </a:ln>
            </p:spPr>
            <p:txBody>
              <a:bodyPr anchor="t"/>
              <a:p>
                <a:pPr lvl="0" algn="ctr"/>
                <a:r>
                  <a:rPr lang="zh-CN" altLang="en-US" sz="1600" b="1">
                    <a:solidFill>
                      <a:schemeClr val="tx1"/>
                    </a:solidFill>
                    <a:latin typeface="Times New Roman" panose="02020603050405020304" charset="0"/>
                    <a:ea typeface="宋体" panose="02010600030101010101" pitchFamily="2" charset="-122"/>
                  </a:rPr>
                  <a:t>软盘</a:t>
                </a:r>
                <a:endParaRPr lang="zh-CN" altLang="en-US" sz="1600" b="1">
                  <a:solidFill>
                    <a:schemeClr val="tx1"/>
                  </a:solidFill>
                  <a:latin typeface="Times New Roman" panose="02020603050405020304" charset="0"/>
                  <a:ea typeface="宋体" panose="02010600030101010101" pitchFamily="2" charset="-122"/>
                </a:endParaRPr>
              </a:p>
              <a:p>
                <a:pPr lvl="0" algn="ctr"/>
                <a:r>
                  <a:rPr lang="zh-CN" altLang="en-US" sz="1600" b="1">
                    <a:solidFill>
                      <a:schemeClr val="tx1"/>
                    </a:solidFill>
                    <a:latin typeface="Times New Roman" panose="02020603050405020304" charset="0"/>
                    <a:ea typeface="宋体" panose="02010600030101010101" pitchFamily="2" charset="-122"/>
                  </a:rPr>
                  <a:t>设备控制器</a:t>
                </a:r>
                <a:endParaRPr lang="zh-CN" altLang="en-US" sz="1600" b="1">
                  <a:solidFill>
                    <a:schemeClr val="tx1"/>
                  </a:solidFill>
                  <a:latin typeface="Arial" panose="02080604020202020204" pitchFamily="34" charset="0"/>
                  <a:ea typeface="宋体" panose="02010600030101010101" pitchFamily="2" charset="-122"/>
                </a:endParaRPr>
              </a:p>
            </p:txBody>
          </p:sp>
          <p:sp>
            <p:nvSpPr>
              <p:cNvPr id="78880" name="文本框 55328"/>
              <p:cNvSpPr txBox="1"/>
              <p:nvPr/>
            </p:nvSpPr>
            <p:spPr>
              <a:xfrm>
                <a:off x="6344" y="261"/>
                <a:ext cx="742" cy="468"/>
              </a:xfrm>
              <a:prstGeom prst="rect">
                <a:avLst/>
              </a:prstGeom>
              <a:noFill/>
              <a:ln w="9525">
                <a:noFill/>
                <a:miter/>
              </a:ln>
            </p:spPr>
            <p:txBody>
              <a:bodyPr anchor="t"/>
              <a:p>
                <a:pPr lvl="0" algn="just"/>
                <a:r>
                  <a:rPr lang="en-US" altLang="zh-CN" sz="1600" b="1">
                    <a:solidFill>
                      <a:schemeClr val="tx1"/>
                    </a:solidFill>
                    <a:latin typeface="宋体" panose="02010600030101010101" pitchFamily="2" charset="-122"/>
                    <a:ea typeface="宋体" panose="02010600030101010101" pitchFamily="2" charset="-122"/>
                  </a:rPr>
                  <a:t>…</a:t>
                </a:r>
                <a:endParaRPr lang="en-US" altLang="zh-CN" sz="1600" b="1">
                  <a:solidFill>
                    <a:schemeClr val="tx1"/>
                  </a:solidFill>
                  <a:latin typeface="Arial" panose="02080604020202020204" pitchFamily="34" charset="0"/>
                  <a:ea typeface="宋体" panose="02010600030101010101" pitchFamily="2" charset="-122"/>
                </a:endParaRPr>
              </a:p>
            </p:txBody>
          </p:sp>
        </p:grpSp>
        <p:sp>
          <p:nvSpPr>
            <p:cNvPr id="78881" name="文本框 55329"/>
            <p:cNvSpPr txBox="1"/>
            <p:nvPr/>
          </p:nvSpPr>
          <p:spPr>
            <a:xfrm>
              <a:off x="788" y="3889"/>
              <a:ext cx="848" cy="780"/>
            </a:xfrm>
            <a:prstGeom prst="rect">
              <a:avLst/>
            </a:prstGeom>
            <a:solidFill>
              <a:srgbClr val="C0C0C0"/>
            </a:solidFill>
            <a:ln w="9525" cap="flat" cmpd="sng">
              <a:solidFill>
                <a:srgbClr val="000000"/>
              </a:solidFill>
              <a:prstDash val="solid"/>
              <a:miter/>
              <a:headEnd type="none" w="med" len="med"/>
              <a:tailEnd type="none" w="med" len="med"/>
            </a:ln>
          </p:spPr>
          <p:txBody>
            <a:bodyPr anchor="t"/>
            <a:p>
              <a:pPr lvl="0" algn="ctr"/>
              <a:r>
                <a:rPr lang="en-US" altLang="zh-CN" sz="1600" b="1">
                  <a:solidFill>
                    <a:schemeClr val="tx1"/>
                  </a:solidFill>
                  <a:latin typeface="Times New Roman" panose="02020603050405020304" charset="0"/>
                  <a:ea typeface="宋体" panose="02010600030101010101" pitchFamily="2" charset="-122"/>
                </a:rPr>
                <a:t>SCSI</a:t>
              </a:r>
              <a:endParaRPr lang="en-US" altLang="zh-CN" sz="1600" b="1">
                <a:solidFill>
                  <a:schemeClr val="tx1"/>
                </a:solidFill>
                <a:latin typeface="Times New Roman" panose="02020603050405020304" charset="0"/>
                <a:ea typeface="宋体" panose="02010600030101010101" pitchFamily="2" charset="-122"/>
              </a:endParaRPr>
            </a:p>
            <a:p>
              <a:pPr lvl="0" algn="ctr"/>
              <a:r>
                <a:rPr lang="zh-CN" altLang="en-US" sz="1600" b="1">
                  <a:solidFill>
                    <a:schemeClr val="tx1"/>
                  </a:solidFill>
                  <a:latin typeface="Times New Roman" panose="02020603050405020304" charset="0"/>
                  <a:ea typeface="宋体" panose="02010600030101010101" pitchFamily="2" charset="-122"/>
                </a:rPr>
                <a:t>设备</a:t>
              </a:r>
              <a:endParaRPr lang="zh-CN" altLang="en-US" sz="1600" b="1">
                <a:solidFill>
                  <a:schemeClr val="tx1"/>
                </a:solidFill>
                <a:latin typeface="Arial" panose="02080604020202020204" pitchFamily="34" charset="0"/>
                <a:ea typeface="宋体" panose="02010600030101010101" pitchFamily="2" charset="-122"/>
              </a:endParaRPr>
            </a:p>
          </p:txBody>
        </p:sp>
        <p:sp>
          <p:nvSpPr>
            <p:cNvPr id="78882" name="文本框 55330"/>
            <p:cNvSpPr txBox="1"/>
            <p:nvPr/>
          </p:nvSpPr>
          <p:spPr>
            <a:xfrm>
              <a:off x="1954" y="3890"/>
              <a:ext cx="848" cy="780"/>
            </a:xfrm>
            <a:prstGeom prst="rect">
              <a:avLst/>
            </a:prstGeom>
            <a:solidFill>
              <a:srgbClr val="C0C0C0"/>
            </a:solidFill>
            <a:ln w="9525" cap="flat" cmpd="sng">
              <a:solidFill>
                <a:srgbClr val="000000"/>
              </a:solidFill>
              <a:prstDash val="solid"/>
              <a:miter/>
              <a:headEnd type="none" w="med" len="med"/>
              <a:tailEnd type="none" w="med" len="med"/>
            </a:ln>
          </p:spPr>
          <p:txBody>
            <a:bodyPr anchor="t"/>
            <a:p>
              <a:pPr lvl="0" algn="ctr"/>
              <a:r>
                <a:rPr lang="zh-CN" altLang="en-US" sz="1600" b="1">
                  <a:solidFill>
                    <a:schemeClr val="tx1"/>
                  </a:solidFill>
                  <a:latin typeface="Times New Roman" panose="02020603050405020304" charset="0"/>
                  <a:ea typeface="宋体" panose="02010600030101010101" pitchFamily="2" charset="-122"/>
                </a:rPr>
                <a:t>键盘</a:t>
              </a:r>
              <a:endParaRPr lang="zh-CN" altLang="en-US" sz="1600" b="1">
                <a:solidFill>
                  <a:schemeClr val="tx1"/>
                </a:solidFill>
                <a:latin typeface="Arial" panose="02080604020202020204" pitchFamily="34" charset="0"/>
                <a:ea typeface="宋体" panose="02010600030101010101" pitchFamily="2" charset="-122"/>
              </a:endParaRPr>
            </a:p>
          </p:txBody>
        </p:sp>
        <p:sp>
          <p:nvSpPr>
            <p:cNvPr id="78883" name="文本框 55331"/>
            <p:cNvSpPr txBox="1"/>
            <p:nvPr/>
          </p:nvSpPr>
          <p:spPr>
            <a:xfrm>
              <a:off x="3150" y="3890"/>
              <a:ext cx="848" cy="780"/>
            </a:xfrm>
            <a:prstGeom prst="rect">
              <a:avLst/>
            </a:prstGeom>
            <a:solidFill>
              <a:srgbClr val="C0C0C0"/>
            </a:solidFill>
            <a:ln w="9525" cap="flat" cmpd="sng">
              <a:solidFill>
                <a:srgbClr val="000000"/>
              </a:solidFill>
              <a:prstDash val="solid"/>
              <a:miter/>
              <a:headEnd type="none" w="med" len="med"/>
              <a:tailEnd type="none" w="med" len="med"/>
            </a:ln>
          </p:spPr>
          <p:txBody>
            <a:bodyPr anchor="t"/>
            <a:p>
              <a:pPr lvl="0" algn="ctr"/>
              <a:r>
                <a:rPr lang="zh-CN" altLang="en-US" sz="1600" b="1">
                  <a:solidFill>
                    <a:schemeClr val="tx1"/>
                  </a:solidFill>
                  <a:latin typeface="Times New Roman" panose="02020603050405020304" charset="0"/>
                  <a:ea typeface="宋体" panose="02010600030101010101" pitchFamily="2" charset="-122"/>
                </a:rPr>
                <a:t>鼠标</a:t>
              </a:r>
              <a:endParaRPr lang="zh-CN" altLang="en-US" sz="1600" b="1">
                <a:solidFill>
                  <a:schemeClr val="tx1"/>
                </a:solidFill>
                <a:latin typeface="Arial" panose="02080604020202020204" pitchFamily="34" charset="0"/>
                <a:ea typeface="宋体" panose="02010600030101010101" pitchFamily="2" charset="-122"/>
              </a:endParaRPr>
            </a:p>
          </p:txBody>
        </p:sp>
        <p:sp>
          <p:nvSpPr>
            <p:cNvPr id="78884" name="文本框 55332"/>
            <p:cNvSpPr txBox="1"/>
            <p:nvPr/>
          </p:nvSpPr>
          <p:spPr>
            <a:xfrm>
              <a:off x="4346" y="3890"/>
              <a:ext cx="848" cy="780"/>
            </a:xfrm>
            <a:prstGeom prst="rect">
              <a:avLst/>
            </a:prstGeom>
            <a:solidFill>
              <a:srgbClr val="C0C0C0"/>
            </a:solidFill>
            <a:ln w="9525" cap="flat" cmpd="sng">
              <a:solidFill>
                <a:srgbClr val="000000"/>
              </a:solidFill>
              <a:prstDash val="solid"/>
              <a:miter/>
              <a:headEnd type="none" w="med" len="med"/>
              <a:tailEnd type="none" w="med" len="med"/>
            </a:ln>
          </p:spPr>
          <p:txBody>
            <a:bodyPr anchor="t"/>
            <a:p>
              <a:pPr lvl="0" algn="ctr"/>
              <a:r>
                <a:rPr lang="en-US" altLang="zh-CN" sz="1600" b="1">
                  <a:solidFill>
                    <a:schemeClr val="tx1"/>
                  </a:solidFill>
                  <a:latin typeface="Times New Roman" panose="02020603050405020304" charset="0"/>
                  <a:ea typeface="宋体" panose="02010600030101010101" pitchFamily="2" charset="-122"/>
                </a:rPr>
                <a:t>PCI</a:t>
              </a:r>
              <a:endParaRPr lang="en-US" altLang="zh-CN" sz="1600" b="1">
                <a:solidFill>
                  <a:schemeClr val="tx1"/>
                </a:solidFill>
                <a:latin typeface="Times New Roman" panose="02020603050405020304" charset="0"/>
                <a:ea typeface="宋体" panose="02010600030101010101" pitchFamily="2" charset="-122"/>
              </a:endParaRPr>
            </a:p>
            <a:p>
              <a:pPr lvl="0" algn="ctr"/>
              <a:r>
                <a:rPr lang="zh-CN" altLang="en-US" sz="1600" b="1">
                  <a:solidFill>
                    <a:schemeClr val="tx1"/>
                  </a:solidFill>
                  <a:latin typeface="Times New Roman" panose="02020603050405020304" charset="0"/>
                  <a:ea typeface="宋体" panose="02010600030101010101" pitchFamily="2" charset="-122"/>
                </a:rPr>
                <a:t>总线</a:t>
              </a:r>
              <a:endParaRPr lang="zh-CN" altLang="en-US" sz="1600" b="1">
                <a:solidFill>
                  <a:schemeClr val="tx1"/>
                </a:solidFill>
                <a:latin typeface="Arial" panose="02080604020202020204" pitchFamily="34" charset="0"/>
                <a:ea typeface="宋体" panose="02010600030101010101" pitchFamily="2" charset="-122"/>
              </a:endParaRPr>
            </a:p>
          </p:txBody>
        </p:sp>
        <p:sp>
          <p:nvSpPr>
            <p:cNvPr id="78885" name="文本框 55333"/>
            <p:cNvSpPr txBox="1"/>
            <p:nvPr/>
          </p:nvSpPr>
          <p:spPr>
            <a:xfrm>
              <a:off x="5512" y="3890"/>
              <a:ext cx="907" cy="780"/>
            </a:xfrm>
            <a:prstGeom prst="rect">
              <a:avLst/>
            </a:prstGeom>
            <a:solidFill>
              <a:srgbClr val="C0C0C0"/>
            </a:solidFill>
            <a:ln w="9525" cap="flat" cmpd="sng">
              <a:solidFill>
                <a:srgbClr val="000000"/>
              </a:solidFill>
              <a:prstDash val="solid"/>
              <a:miter/>
              <a:headEnd type="none" w="med" len="med"/>
              <a:tailEnd type="none" w="med" len="med"/>
            </a:ln>
          </p:spPr>
          <p:txBody>
            <a:bodyPr anchor="t"/>
            <a:p>
              <a:pPr lvl="0" algn="ctr"/>
              <a:r>
                <a:rPr lang="zh-CN" altLang="en-US" sz="1600" b="1">
                  <a:solidFill>
                    <a:schemeClr val="tx1"/>
                  </a:solidFill>
                  <a:latin typeface="Times New Roman" panose="02020603050405020304" charset="0"/>
                  <a:ea typeface="宋体" panose="02010600030101010101" pitchFamily="2" charset="-122"/>
                </a:rPr>
                <a:t>软盘</a:t>
              </a:r>
              <a:endParaRPr lang="zh-CN" altLang="en-US" sz="1600" b="1">
                <a:solidFill>
                  <a:schemeClr val="tx1"/>
                </a:solidFill>
                <a:latin typeface="Times New Roman" panose="02020603050405020304" charset="0"/>
                <a:ea typeface="宋体" panose="02010600030101010101" pitchFamily="2" charset="-122"/>
              </a:endParaRPr>
            </a:p>
            <a:p>
              <a:pPr lvl="0" algn="ctr"/>
              <a:r>
                <a:rPr lang="zh-CN" altLang="en-US" sz="1600" b="1">
                  <a:solidFill>
                    <a:schemeClr val="tx1"/>
                  </a:solidFill>
                  <a:latin typeface="Times New Roman" panose="02020603050405020304" charset="0"/>
                  <a:ea typeface="宋体" panose="02010600030101010101" pitchFamily="2" charset="-122"/>
                </a:rPr>
                <a:t>驱动器</a:t>
              </a:r>
              <a:endParaRPr lang="zh-CN" altLang="en-US" sz="1600" b="1">
                <a:solidFill>
                  <a:schemeClr val="tx1"/>
                </a:solidFill>
                <a:latin typeface="Arial" panose="02080604020202020204" pitchFamily="34" charset="0"/>
                <a:ea typeface="宋体" panose="02010600030101010101" pitchFamily="2" charset="-122"/>
              </a:endParaRPr>
            </a:p>
          </p:txBody>
        </p:sp>
        <p:sp>
          <p:nvSpPr>
            <p:cNvPr id="78886" name="文本框 55334"/>
            <p:cNvSpPr txBox="1"/>
            <p:nvPr/>
          </p:nvSpPr>
          <p:spPr>
            <a:xfrm>
              <a:off x="6708" y="3890"/>
              <a:ext cx="907" cy="780"/>
            </a:xfrm>
            <a:prstGeom prst="rect">
              <a:avLst/>
            </a:prstGeom>
            <a:solidFill>
              <a:srgbClr val="C0C0C0"/>
            </a:solidFill>
            <a:ln w="9525" cap="flat" cmpd="sng">
              <a:solidFill>
                <a:srgbClr val="000000"/>
              </a:solidFill>
              <a:prstDash val="solid"/>
              <a:miter/>
              <a:headEnd type="none" w="med" len="med"/>
              <a:tailEnd type="none" w="med" len="med"/>
            </a:ln>
          </p:spPr>
          <p:txBody>
            <a:bodyPr anchor="t"/>
            <a:p>
              <a:pPr lvl="0"/>
              <a:endParaRPr sz="1600" b="1">
                <a:solidFill>
                  <a:schemeClr val="tx1"/>
                </a:solidFill>
                <a:latin typeface="Arial" panose="02080604020202020204" pitchFamily="34" charset="0"/>
                <a:ea typeface="宋体" panose="02010600030101010101" pitchFamily="2" charset="-122"/>
              </a:endParaRPr>
            </a:p>
          </p:txBody>
        </p:sp>
        <p:sp>
          <p:nvSpPr>
            <p:cNvPr id="78887" name="文本框 55335"/>
            <p:cNvSpPr txBox="1"/>
            <p:nvPr/>
          </p:nvSpPr>
          <p:spPr>
            <a:xfrm>
              <a:off x="6889" y="4046"/>
              <a:ext cx="742" cy="468"/>
            </a:xfrm>
            <a:prstGeom prst="rect">
              <a:avLst/>
            </a:prstGeom>
            <a:noFill/>
            <a:ln w="9525">
              <a:noFill/>
              <a:miter/>
            </a:ln>
          </p:spPr>
          <p:txBody>
            <a:bodyPr anchor="t"/>
            <a:p>
              <a:pPr lvl="0" algn="just"/>
              <a:r>
                <a:rPr lang="en-US" altLang="zh-CN" sz="1600" b="1">
                  <a:solidFill>
                    <a:schemeClr val="tx1"/>
                  </a:solidFill>
                  <a:latin typeface="宋体" panose="02010600030101010101" pitchFamily="2" charset="-122"/>
                  <a:ea typeface="宋体" panose="02010600030101010101" pitchFamily="2" charset="-122"/>
                </a:rPr>
                <a:t>…</a:t>
              </a:r>
              <a:endParaRPr lang="en-US" altLang="zh-CN" sz="1600" b="1">
                <a:solidFill>
                  <a:schemeClr val="tx1"/>
                </a:solidFill>
                <a:latin typeface="Arial" panose="02080604020202020204" pitchFamily="34" charset="0"/>
                <a:ea typeface="宋体" panose="02010600030101010101" pitchFamily="2" charset="-122"/>
              </a:endParaRPr>
            </a:p>
          </p:txBody>
        </p:sp>
        <p:sp>
          <p:nvSpPr>
            <p:cNvPr id="78888" name="直接连接符 55336"/>
            <p:cNvSpPr/>
            <p:nvPr/>
          </p:nvSpPr>
          <p:spPr>
            <a:xfrm>
              <a:off x="1196" y="3276"/>
              <a:ext cx="0" cy="624"/>
            </a:xfrm>
            <a:prstGeom prst="line">
              <a:avLst/>
            </a:prstGeom>
            <a:ln w="9525" cap="flat" cmpd="sng">
              <a:solidFill>
                <a:srgbClr val="000000"/>
              </a:solidFill>
              <a:prstDash val="solid"/>
              <a:round/>
              <a:headEnd type="triangle" w="sm"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8889" name="直接连接符 55337"/>
            <p:cNvSpPr/>
            <p:nvPr/>
          </p:nvSpPr>
          <p:spPr>
            <a:xfrm>
              <a:off x="2377" y="3261"/>
              <a:ext cx="0" cy="624"/>
            </a:xfrm>
            <a:prstGeom prst="line">
              <a:avLst/>
            </a:prstGeom>
            <a:ln w="9525" cap="flat" cmpd="sng">
              <a:solidFill>
                <a:srgbClr val="000000"/>
              </a:solidFill>
              <a:prstDash val="solid"/>
              <a:round/>
              <a:headEnd type="triangle" w="sm"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8890" name="直接连接符 55338"/>
            <p:cNvSpPr/>
            <p:nvPr/>
          </p:nvSpPr>
          <p:spPr>
            <a:xfrm>
              <a:off x="3574" y="3261"/>
              <a:ext cx="0" cy="624"/>
            </a:xfrm>
            <a:prstGeom prst="line">
              <a:avLst/>
            </a:prstGeom>
            <a:ln w="9525" cap="flat" cmpd="sng">
              <a:solidFill>
                <a:srgbClr val="000000"/>
              </a:solidFill>
              <a:prstDash val="solid"/>
              <a:round/>
              <a:headEnd type="triangle" w="sm"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8891" name="直接连接符 55339"/>
            <p:cNvSpPr/>
            <p:nvPr/>
          </p:nvSpPr>
          <p:spPr>
            <a:xfrm>
              <a:off x="4770" y="3246"/>
              <a:ext cx="0" cy="624"/>
            </a:xfrm>
            <a:prstGeom prst="line">
              <a:avLst/>
            </a:prstGeom>
            <a:ln w="9525" cap="flat" cmpd="sng">
              <a:solidFill>
                <a:srgbClr val="000000"/>
              </a:solidFill>
              <a:prstDash val="solid"/>
              <a:round/>
              <a:headEnd type="triangle" w="sm"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8892" name="直接连接符 55340"/>
            <p:cNvSpPr/>
            <p:nvPr/>
          </p:nvSpPr>
          <p:spPr>
            <a:xfrm>
              <a:off x="5965" y="3246"/>
              <a:ext cx="0" cy="624"/>
            </a:xfrm>
            <a:prstGeom prst="line">
              <a:avLst/>
            </a:prstGeom>
            <a:ln w="9525" cap="flat" cmpd="sng">
              <a:solidFill>
                <a:srgbClr val="000000"/>
              </a:solidFill>
              <a:prstDash val="solid"/>
              <a:round/>
              <a:headEnd type="triangle" w="sm"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8893" name="直接连接符 55341"/>
            <p:cNvSpPr/>
            <p:nvPr/>
          </p:nvSpPr>
          <p:spPr>
            <a:xfrm>
              <a:off x="7162" y="3246"/>
              <a:ext cx="0" cy="624"/>
            </a:xfrm>
            <a:prstGeom prst="line">
              <a:avLst/>
            </a:prstGeom>
            <a:ln w="9525" cap="flat" cmpd="sng">
              <a:solidFill>
                <a:srgbClr val="000000"/>
              </a:solidFill>
              <a:prstDash val="solid"/>
              <a:round/>
              <a:headEnd type="triangle" w="sm"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78894" name="文本框 55342"/>
            <p:cNvSpPr txBox="1"/>
            <p:nvPr/>
          </p:nvSpPr>
          <p:spPr>
            <a:xfrm>
              <a:off x="0" y="588"/>
              <a:ext cx="742" cy="468"/>
            </a:xfrm>
            <a:prstGeom prst="rect">
              <a:avLst/>
            </a:prstGeom>
            <a:noFill/>
            <a:ln w="9525">
              <a:noFill/>
              <a:miter/>
            </a:ln>
          </p:spPr>
          <p:txBody>
            <a:bodyPr anchor="t"/>
            <a:p>
              <a:pPr lvl="0" algn="just"/>
              <a:r>
                <a:rPr lang="zh-CN" altLang="en-US" sz="1600" b="1">
                  <a:solidFill>
                    <a:schemeClr val="tx1"/>
                  </a:solidFill>
                  <a:latin typeface="Times New Roman" panose="02020603050405020304" charset="0"/>
                  <a:ea typeface="宋体" panose="02010600030101010101" pitchFamily="2" charset="-122"/>
                </a:rPr>
                <a:t>软件</a:t>
              </a:r>
              <a:endParaRPr lang="zh-CN" altLang="en-US" sz="1600" b="1">
                <a:solidFill>
                  <a:schemeClr val="tx1"/>
                </a:solidFill>
                <a:latin typeface="Arial" panose="02080604020202020204" pitchFamily="34" charset="0"/>
                <a:ea typeface="宋体" panose="02010600030101010101" pitchFamily="2" charset="-122"/>
              </a:endParaRPr>
            </a:p>
          </p:txBody>
        </p:sp>
        <p:sp>
          <p:nvSpPr>
            <p:cNvPr id="78895" name="文本框 55343"/>
            <p:cNvSpPr txBox="1"/>
            <p:nvPr/>
          </p:nvSpPr>
          <p:spPr>
            <a:xfrm>
              <a:off x="45" y="3120"/>
              <a:ext cx="742" cy="468"/>
            </a:xfrm>
            <a:prstGeom prst="rect">
              <a:avLst/>
            </a:prstGeom>
            <a:noFill/>
            <a:ln w="9525">
              <a:noFill/>
              <a:miter/>
            </a:ln>
          </p:spPr>
          <p:txBody>
            <a:bodyPr anchor="t"/>
            <a:p>
              <a:pPr lvl="0" algn="just"/>
              <a:r>
                <a:rPr lang="zh-CN" altLang="en-US" sz="1600" b="1">
                  <a:solidFill>
                    <a:schemeClr val="tx1"/>
                  </a:solidFill>
                  <a:latin typeface="Times New Roman" panose="02020603050405020304" charset="0"/>
                  <a:ea typeface="宋体" panose="02010600030101010101" pitchFamily="2" charset="-122"/>
                </a:rPr>
                <a:t>硬件</a:t>
              </a:r>
              <a:endParaRPr lang="zh-CN" altLang="en-US" sz="1600" b="1">
                <a:solidFill>
                  <a:schemeClr val="tx1"/>
                </a:solidFill>
                <a:latin typeface="Arial" panose="02080604020202020204" pitchFamily="34" charset="0"/>
                <a:ea typeface="宋体" panose="02010600030101010101" pitchFamily="2" charset="-122"/>
              </a:endParaRPr>
            </a:p>
          </p:txBody>
        </p:sp>
      </p:grpSp>
      <p:sp>
        <p:nvSpPr>
          <p:cNvPr id="55345" name="文本框 55344"/>
          <p:cNvSpPr txBox="1"/>
          <p:nvPr/>
        </p:nvSpPr>
        <p:spPr>
          <a:xfrm>
            <a:off x="3540125" y="6172200"/>
            <a:ext cx="2463800" cy="336550"/>
          </a:xfrm>
          <a:prstGeom prst="rect">
            <a:avLst/>
          </a:prstGeom>
          <a:noFill/>
          <a:ln w="9525">
            <a:noFill/>
            <a:miter/>
          </a:ln>
        </p:spPr>
        <p:txBody>
          <a:bodyPr anchor="t">
            <a:spAutoFit/>
          </a:bodyPr>
          <a:p>
            <a:pPr lvl="0">
              <a:spcBef>
                <a:spcPct val="30000"/>
              </a:spcBef>
              <a:buClr>
                <a:srgbClr val="000000"/>
              </a:buClr>
            </a:pPr>
            <a:r>
              <a:rPr lang="zh-CN" altLang="en-US" sz="1600">
                <a:solidFill>
                  <a:schemeClr val="tx1"/>
                </a:solidFill>
                <a:latin typeface="Times New Roman" panose="02020603050405020304" charset="0"/>
                <a:ea typeface="宋体" panose="02010600030101010101" pitchFamily="2" charset="-122"/>
              </a:rPr>
              <a:t>一个典型的</a:t>
            </a:r>
            <a:r>
              <a:rPr lang="en-US" altLang="zh-CN" sz="1600">
                <a:solidFill>
                  <a:schemeClr val="tx1"/>
                </a:solidFill>
                <a:latin typeface="Times New Roman" panose="02020603050405020304" charset="0"/>
                <a:ea typeface="宋体" panose="02010600030101010101" pitchFamily="2" charset="-122"/>
              </a:rPr>
              <a:t>PC</a:t>
            </a:r>
            <a:r>
              <a:rPr lang="zh-CN" altLang="en-US" sz="1600">
                <a:solidFill>
                  <a:schemeClr val="tx1"/>
                </a:solidFill>
                <a:latin typeface="Times New Roman" panose="02020603050405020304" charset="0"/>
                <a:ea typeface="宋体" panose="02010600030101010101" pitchFamily="2" charset="-122"/>
              </a:rPr>
              <a:t>总线结构</a:t>
            </a:r>
            <a:endParaRPr lang="zh-CN" altLang="en-US" sz="1600">
              <a:solidFill>
                <a:schemeClr val="tx1"/>
              </a:solidFill>
              <a:latin typeface="Times New Roman" panose="02020603050405020304" charset="0"/>
              <a:ea typeface="宋体" panose="02010600030101010101" pitchFamily="2" charset="-122"/>
            </a:endParaRPr>
          </a:p>
        </p:txBody>
      </p:sp>
      <p:sp>
        <p:nvSpPr>
          <p:cNvPr id="55346" name="矩形 5534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设备控制</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55299" grpId="0" build="p"/>
      <p:bldP spid="55345"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文本框 5632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38</a:t>
            </a:r>
            <a:endParaRPr lang="en-US" altLang="zh-CN" sz="1400">
              <a:solidFill>
                <a:schemeClr val="tx2"/>
              </a:solidFill>
              <a:latin typeface="Times New Roman" panose="02020603050405020304" charset="0"/>
              <a:ea typeface="宋体" panose="02010600030101010101" pitchFamily="2" charset="-122"/>
            </a:endParaRPr>
          </a:p>
        </p:txBody>
      </p:sp>
      <p:sp>
        <p:nvSpPr>
          <p:cNvPr id="56323" name="矩形 56322"/>
          <p:cNvSpPr/>
          <p:nvPr/>
        </p:nvSpPr>
        <p:spPr>
          <a:xfrm>
            <a:off x="397193" y="601663"/>
            <a:ext cx="8426450" cy="478028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effectLst/>
                <a:latin typeface="Times New Roman" panose="02020603050405020304" charset="0"/>
                <a:ea typeface="宋体" panose="02010600030101010101" pitchFamily="2" charset="-122"/>
                <a:cs typeface="+mn-ea"/>
              </a:rPr>
              <a:t>(2) </a:t>
            </a:r>
            <a:r>
              <a:rPr lang="zh-CN" altLang="en-US" sz="2800" b="1" strike="noStrike" noProof="1">
                <a:solidFill>
                  <a:srgbClr val="A50021"/>
                </a:solidFill>
                <a:effectLst/>
                <a:latin typeface="Times New Roman" panose="02020603050405020304" charset="0"/>
                <a:ea typeface="宋体" panose="02010600030101010101" pitchFamily="2" charset="-122"/>
                <a:cs typeface="+mn-ea"/>
              </a:rPr>
              <a:t>各类设备的用户接口</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1 </a:t>
            </a:r>
            <a:r>
              <a:rPr lang="zh-CN" altLang="en-US" sz="2400" strike="noStrike" noProof="1">
                <a:solidFill>
                  <a:schemeClr val="tx1"/>
                </a:solidFill>
                <a:latin typeface="Times New Roman" panose="02020603050405020304" charset="0"/>
                <a:ea typeface="宋体" panose="02010600030101010101" pitchFamily="2" charset="-122"/>
                <a:cs typeface="+mn-ea"/>
              </a:rPr>
              <a:t>块设备接口：  </a:t>
            </a:r>
            <a:r>
              <a:rPr lang="en-US" altLang="zh-CN" sz="2400" strike="noStrike" noProof="1">
                <a:solidFill>
                  <a:schemeClr val="tx1"/>
                </a:solidFill>
                <a:latin typeface="Times New Roman" panose="02020603050405020304" charset="0"/>
                <a:ea typeface="宋体" panose="02010600030101010101" pitchFamily="2" charset="-122"/>
                <a:cs typeface="+mn-ea"/>
              </a:rPr>
              <a:t>read    write     seek</a:t>
            </a:r>
            <a:endParaRPr lang="zh-CN" altLang="en-US" sz="24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2 </a:t>
            </a:r>
            <a:r>
              <a:rPr lang="zh-CN" altLang="en-US" sz="2400" strike="noStrike" noProof="1">
                <a:solidFill>
                  <a:schemeClr val="tx1"/>
                </a:solidFill>
                <a:latin typeface="Times New Roman" panose="02020603050405020304" charset="0"/>
                <a:ea typeface="宋体" panose="02010600030101010101" pitchFamily="2" charset="-122"/>
                <a:cs typeface="+mn-ea"/>
              </a:rPr>
              <a:t>主存映射接口： </a:t>
            </a:r>
            <a:r>
              <a:rPr lang="en-US" altLang="zh-CN" sz="2400" strike="noStrike" noProof="1">
                <a:solidFill>
                  <a:schemeClr val="tx1"/>
                </a:solidFill>
                <a:latin typeface="Times New Roman" panose="02020603050405020304" charset="0"/>
                <a:ea typeface="宋体" panose="02010600030101010101" pitchFamily="2" charset="-122"/>
                <a:cs typeface="+mn-ea"/>
              </a:rPr>
              <a:t>mmap</a:t>
            </a:r>
            <a:endParaRPr lang="zh-CN" altLang="en-US" sz="24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3 </a:t>
            </a:r>
            <a:r>
              <a:rPr lang="zh-CN" altLang="en-US" sz="2400" strike="noStrike" noProof="1">
                <a:solidFill>
                  <a:schemeClr val="tx1"/>
                </a:solidFill>
                <a:latin typeface="Times New Roman" panose="02020603050405020304" charset="0"/>
                <a:ea typeface="宋体" panose="02010600030101010101" pitchFamily="2" charset="-122"/>
                <a:cs typeface="+mn-ea"/>
              </a:rPr>
              <a:t>字符流设备接口： </a:t>
            </a:r>
            <a:r>
              <a:rPr lang="en-US" altLang="zh-CN" sz="2400" strike="noStrike" noProof="1">
                <a:solidFill>
                  <a:schemeClr val="tx1"/>
                </a:solidFill>
                <a:latin typeface="Times New Roman" panose="02020603050405020304" charset="0"/>
                <a:ea typeface="宋体" panose="02010600030101010101" pitchFamily="2" charset="-122"/>
                <a:cs typeface="+mn-ea"/>
              </a:rPr>
              <a:t>get   put     </a:t>
            </a:r>
            <a:r>
              <a:rPr lang="zh-CN" altLang="en-US" sz="2400" strike="noStrike" noProof="1">
                <a:solidFill>
                  <a:schemeClr val="tx1"/>
                </a:solidFill>
                <a:latin typeface="Times New Roman" panose="02020603050405020304" charset="0"/>
                <a:ea typeface="宋体" panose="02010600030101010101" pitchFamily="2" charset="-122"/>
                <a:cs typeface="+mn-ea"/>
              </a:rPr>
              <a:t>行缓冲</a:t>
            </a:r>
            <a:r>
              <a:rPr lang="en-US" altLang="zh-CN" sz="2400" strike="noStrike" noProof="1">
                <a:solidFill>
                  <a:schemeClr val="tx1"/>
                </a:solidFill>
                <a:latin typeface="Times New Roman" panose="02020603050405020304" charset="0"/>
                <a:ea typeface="宋体" panose="02010600030101010101" pitchFamily="2" charset="-122"/>
                <a:cs typeface="+mn-ea"/>
              </a:rPr>
              <a:t>/</a:t>
            </a:r>
            <a:r>
              <a:rPr lang="zh-CN" altLang="en-US" sz="2400" strike="noStrike" noProof="1">
                <a:solidFill>
                  <a:schemeClr val="tx1"/>
                </a:solidFill>
                <a:latin typeface="Times New Roman" panose="02020603050405020304" charset="0"/>
                <a:ea typeface="宋体" panose="02010600030101010101" pitchFamily="2" charset="-122"/>
                <a:cs typeface="+mn-ea"/>
              </a:rPr>
              <a:t>编辑</a:t>
            </a:r>
            <a:endParaRPr lang="zh-CN" altLang="en-US" sz="24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4 </a:t>
            </a:r>
            <a:r>
              <a:rPr lang="zh-CN" altLang="en-US" sz="2400" strike="noStrike" noProof="1">
                <a:solidFill>
                  <a:schemeClr val="tx1"/>
                </a:solidFill>
                <a:latin typeface="Times New Roman" panose="02020603050405020304" charset="0"/>
                <a:ea typeface="宋体" panose="02010600030101010101" pitchFamily="2" charset="-122"/>
                <a:cs typeface="+mn-ea"/>
              </a:rPr>
              <a:t>网络套接字接口：</a:t>
            </a:r>
            <a:r>
              <a:rPr lang="en-US" altLang="zh-CN" sz="2400" strike="noStrike" noProof="1">
                <a:solidFill>
                  <a:schemeClr val="tx1"/>
                </a:solidFill>
                <a:latin typeface="Times New Roman" panose="02020603050405020304" charset="0"/>
                <a:ea typeface="宋体" panose="02010600030101010101" pitchFamily="2" charset="-122"/>
                <a:cs typeface="+mn-ea"/>
              </a:rPr>
              <a:t>socket    bind   listen   accept    send   recv</a:t>
            </a:r>
            <a:endParaRPr lang="zh-CN" altLang="en-US" sz="24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5 </a:t>
            </a:r>
            <a:r>
              <a:rPr lang="zh-CN" altLang="en-US" sz="2400" strike="noStrike" noProof="1">
                <a:solidFill>
                  <a:schemeClr val="tx1"/>
                </a:solidFill>
                <a:latin typeface="Times New Roman" panose="02020603050405020304" charset="0"/>
                <a:ea typeface="宋体" panose="02010600030101010101" pitchFamily="2" charset="-122"/>
                <a:cs typeface="+mn-ea"/>
              </a:rPr>
              <a:t>声音设备接口</a:t>
            </a:r>
            <a:endParaRPr lang="zh-CN" altLang="en-US" sz="24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6 </a:t>
            </a:r>
            <a:r>
              <a:rPr lang="zh-CN" altLang="en-US" sz="2400" strike="noStrike" noProof="1">
                <a:solidFill>
                  <a:schemeClr val="tx1"/>
                </a:solidFill>
                <a:latin typeface="Times New Roman" panose="02020603050405020304" charset="0"/>
                <a:ea typeface="宋体" panose="02010600030101010101" pitchFamily="2" charset="-122"/>
                <a:cs typeface="+mn-ea"/>
              </a:rPr>
              <a:t>显示设备接口</a:t>
            </a:r>
            <a:endParaRPr lang="zh-CN" altLang="en-US" sz="24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 </a:t>
            </a:r>
            <a:r>
              <a:rPr lang="zh-CN" altLang="en-US" sz="2400" strike="noStrike" noProof="1">
                <a:solidFill>
                  <a:schemeClr val="tx1"/>
                </a:solidFill>
                <a:latin typeface="Times New Roman" panose="02020603050405020304" charset="0"/>
                <a:ea typeface="宋体" panose="02010600030101010101" pitchFamily="2" charset="-122"/>
                <a:cs typeface="+mn-ea"/>
              </a:rPr>
              <a:t>等等</a:t>
            </a:r>
            <a:r>
              <a:rPr lang="zh-CN" altLang="en-US" sz="2000" strike="noStrike" noProof="1">
                <a:solidFill>
                  <a:schemeClr val="tx1"/>
                </a:solidFill>
                <a:latin typeface="Times New Roman" panose="02020603050405020304" charset="0"/>
                <a:ea typeface="宋体" panose="02010600030101010101" pitchFamily="2" charset="-122"/>
                <a:cs typeface="+mn-ea"/>
              </a:rPr>
              <a:t> </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56324" name="矩形 5632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设备控制</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56323" grpId="0" uiExpand="1"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1" name="矩形 58370"/>
          <p:cNvSpPr/>
          <p:nvPr/>
        </p:nvSpPr>
        <p:spPr>
          <a:xfrm>
            <a:off x="197485" y="530860"/>
            <a:ext cx="8761095" cy="607822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调用</a:t>
            </a:r>
            <a:r>
              <a:rPr lang="en-US" altLang="zh-CN" sz="2800" b="1" strike="noStrike" noProof="1">
                <a:solidFill>
                  <a:srgbClr val="A50021"/>
                </a:solidFill>
                <a:latin typeface="Times New Roman" panose="02020603050405020304" charset="0"/>
                <a:ea typeface="宋体" panose="02010600030101010101" pitchFamily="2" charset="-122"/>
                <a:cs typeface="+mn-ea"/>
              </a:rPr>
              <a:t>I/O</a:t>
            </a:r>
            <a:r>
              <a:rPr lang="zh-CN" altLang="en-US" sz="2800" b="1" strike="noStrike" noProof="1">
                <a:solidFill>
                  <a:srgbClr val="A50021"/>
                </a:solidFill>
                <a:latin typeface="Times New Roman" panose="02020603050405020304" charset="0"/>
                <a:ea typeface="宋体" panose="02010600030101010101" pitchFamily="2" charset="-122"/>
                <a:cs typeface="+mn-ea"/>
              </a:rPr>
              <a:t>核心模块的方式</a:t>
            </a:r>
            <a:endParaRPr lang="x-none" altLang="zh-CN" sz="2800" b="1" strike="noStrike" noProof="1">
              <a:solidFill>
                <a:srgbClr val="A50021"/>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zh-CN" altLang="en-US" sz="2000" strike="noStrike" noProof="1">
                <a:solidFill>
                  <a:schemeClr val="tx1"/>
                </a:solidFill>
                <a:effectLst/>
                <a:latin typeface="Times New Roman" panose="02020603050405020304" charset="0"/>
                <a:ea typeface="宋体" panose="02010600030101010101" pitchFamily="2" charset="-122"/>
                <a:cs typeface="+mn-ea"/>
              </a:rPr>
              <a:t>控制设备I/O工作的核心模块通常称为设备驱动程序，</a:t>
            </a:r>
            <a:endParaRPr lang="zh-CN" altLang="en-US" sz="20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zh-CN" altLang="en-US" sz="2000" strike="noStrike" noProof="1">
                <a:solidFill>
                  <a:schemeClr val="tx1"/>
                </a:solidFill>
                <a:effectLst/>
                <a:latin typeface="Times New Roman" panose="02020603050405020304" charset="0"/>
                <a:ea typeface="宋体" panose="02010600030101010101" pitchFamily="2" charset="-122"/>
                <a:cs typeface="+mn-ea"/>
              </a:rPr>
              <a:t>用户调用设备驱动程序的方式有以下两种：</a:t>
            </a:r>
            <a:endParaRPr lang="en-US" altLang="zh-CN" sz="2400" b="1" strike="noStrike" noProof="1">
              <a:solidFill>
                <a:srgbClr val="000099"/>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ea"/>
              </a:rPr>
              <a:t>①</a:t>
            </a:r>
            <a:r>
              <a:rPr lang="en-US" altLang="zh-CN"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以设备处理进程的方式</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algn="just" fontAlgn="base">
              <a:lnSpc>
                <a:spcPct val="130000"/>
              </a:lnSpc>
              <a:spcBef>
                <a:spcPct val="30000"/>
              </a:spcBef>
              <a:buNone/>
            </a:pPr>
            <a:r>
              <a:rPr lang="zh-CN" altLang="en-US" sz="2000" strike="noStrike" noProof="1">
                <a:solidFill>
                  <a:schemeClr val="tx1"/>
                </a:solidFill>
                <a:effectLst/>
                <a:latin typeface="Times New Roman" panose="02020603050405020304" charset="0"/>
                <a:ea typeface="宋体" panose="02010600030101010101" pitchFamily="2" charset="-122"/>
                <a:cs typeface="+mn-ea"/>
              </a:rPr>
              <a:t>      ⅰ 为每一类设备设置一个设备处理进程；</a:t>
            </a:r>
            <a:endParaRPr lang="zh-CN" altLang="en-US" sz="20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just" fontAlgn="base">
              <a:lnSpc>
                <a:spcPct val="130000"/>
              </a:lnSpc>
              <a:spcBef>
                <a:spcPct val="30000"/>
              </a:spcBef>
              <a:buNone/>
            </a:pPr>
            <a:r>
              <a:rPr lang="zh-CN" altLang="en-US" sz="2000" strike="noStrike" noProof="1">
                <a:solidFill>
                  <a:schemeClr val="tx1"/>
                </a:solidFill>
                <a:effectLst/>
                <a:latin typeface="Times New Roman" panose="02020603050405020304" charset="0"/>
                <a:ea typeface="宋体" panose="02010600030101010101" pitchFamily="2" charset="-122"/>
                <a:cs typeface="+mn-ea"/>
              </a:rPr>
              <a:t>      ⅱ 当有I/O请求来到时该进程被唤醒，进行设备驱动工作；</a:t>
            </a:r>
            <a:endParaRPr lang="zh-CN" altLang="en-US" sz="20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just" fontAlgn="base">
              <a:lnSpc>
                <a:spcPct val="130000"/>
              </a:lnSpc>
              <a:spcBef>
                <a:spcPct val="30000"/>
              </a:spcBef>
              <a:buNone/>
            </a:pPr>
            <a:r>
              <a:rPr lang="zh-CN" altLang="en-US" sz="2000" strike="noStrike" noProof="1">
                <a:solidFill>
                  <a:schemeClr val="tx1"/>
                </a:solidFill>
                <a:effectLst/>
                <a:latin typeface="Times New Roman" panose="02020603050405020304" charset="0"/>
                <a:ea typeface="宋体" panose="02010600030101010101" pitchFamily="2" charset="-122"/>
                <a:cs typeface="+mn-ea"/>
              </a:rPr>
              <a:t>            当没有I/O请求时，该进程睡眠。</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2000" strike="noStrike" noProof="1">
                <a:solidFill>
                  <a:schemeClr val="tx1"/>
                </a:solidFill>
                <a:effectLst/>
                <a:latin typeface="Times New Roman" panose="02020603050405020304" charset="0"/>
                <a:ea typeface="宋体" panose="02010600030101010101" pitchFamily="2" charset="-122"/>
                <a:cs typeface="+mn-ea"/>
              </a:rPr>
              <a:t>由I/O控制模块的接口程序负责解释用户的I/O系统调用，将其转换成 </a:t>
            </a:r>
            <a:r>
              <a:rPr lang="en-US" altLang="zh-CN" sz="2000" strike="noStrike" noProof="1">
                <a:solidFill>
                  <a:schemeClr val="tx1"/>
                </a:solidFill>
                <a:effectLst/>
                <a:latin typeface="Times New Roman" panose="02020603050405020304" charset="0"/>
                <a:ea typeface="宋体" panose="02010600030101010101" pitchFamily="2" charset="-122"/>
                <a:cs typeface="+mn-ea"/>
              </a:rPr>
              <a:t>I/O</a:t>
            </a:r>
            <a:r>
              <a:rPr lang="zh-CN" altLang="en-US" sz="2000" strike="noStrike" noProof="1">
                <a:solidFill>
                  <a:schemeClr val="tx1"/>
                </a:solidFill>
                <a:effectLst/>
                <a:latin typeface="Times New Roman" panose="02020603050405020304" charset="0"/>
                <a:ea typeface="宋体" panose="02010600030101010101" pitchFamily="2" charset="-122"/>
                <a:cs typeface="+mn-ea"/>
              </a:rPr>
              <a:t>控制模块认识的命令形式后，将</a:t>
            </a:r>
            <a:r>
              <a:rPr lang="en-US" altLang="zh-CN" sz="2000" strike="noStrike" noProof="1">
                <a:solidFill>
                  <a:schemeClr val="tx1"/>
                </a:solidFill>
                <a:effectLst/>
                <a:latin typeface="Times New Roman" panose="02020603050405020304" charset="0"/>
                <a:ea typeface="宋体" panose="02010600030101010101" pitchFamily="2" charset="-122"/>
                <a:cs typeface="+mn-ea"/>
              </a:rPr>
              <a:t>I/O</a:t>
            </a:r>
            <a:r>
              <a:rPr lang="zh-CN" altLang="en-US" sz="2000" strike="noStrike" noProof="1">
                <a:solidFill>
                  <a:schemeClr val="tx1"/>
                </a:solidFill>
                <a:effectLst/>
                <a:latin typeface="Times New Roman" panose="02020603050405020304" charset="0"/>
                <a:ea typeface="宋体" panose="02010600030101010101" pitchFamily="2" charset="-122"/>
                <a:cs typeface="+mn-ea"/>
              </a:rPr>
              <a:t>请求发给对应的设备处理进程。</a:t>
            </a:r>
            <a:endParaRPr lang="zh-CN" altLang="en-US" sz="2000" strike="noStrike" noProof="1">
              <a:solidFill>
                <a:schemeClr val="tx1"/>
              </a:solidFill>
              <a:latin typeface="Times New Roman" panose="02020603050405020304" charset="0"/>
              <a:ea typeface="宋体" panose="02010600030101010101" pitchFamily="2" charset="-122"/>
            </a:endParaRPr>
          </a:p>
          <a:p>
            <a:pPr marL="533400" lvl="0" indent="-533400" algn="just" fontAlgn="base">
              <a:lnSpc>
                <a:spcPct val="13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ea"/>
              </a:rPr>
              <a:t>②</a:t>
            </a:r>
            <a:r>
              <a:rPr lang="en-US" altLang="zh-CN"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将设备与文件一样对待</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algn="just" fontAlgn="base">
              <a:lnSpc>
                <a:spcPct val="130000"/>
              </a:lnSpc>
              <a:spcBef>
                <a:spcPct val="30000"/>
              </a:spcBef>
              <a:buNone/>
            </a:pPr>
            <a:r>
              <a:rPr lang="zh-CN" altLang="en-US" sz="2000" strike="noStrike" noProof="1">
                <a:solidFill>
                  <a:schemeClr val="tx1"/>
                </a:solidFill>
                <a:effectLst/>
                <a:latin typeface="Times New Roman" panose="02020603050405020304" charset="0"/>
                <a:ea typeface="宋体" panose="02010600030101010101" pitchFamily="2" charset="-122"/>
                <a:cs typeface="+mn-ea"/>
              </a:rPr>
              <a:t>将设备与文件一样对待，使用文件系统的系统调用进行设备的读写。设备作为特殊文件也有相应的索引节点，通过索引节点进入该设备的驱动程序。</a:t>
            </a:r>
            <a:endParaRPr lang="zh-CN" altLang="en-US" sz="2800" strike="noStrike" noProof="1">
              <a:solidFill>
                <a:schemeClr val="tx1"/>
              </a:solidFill>
              <a:latin typeface="Times New Roman" panose="02020603050405020304" charset="0"/>
              <a:ea typeface="宋体" panose="02010600030101010101" pitchFamily="2" charset="-122"/>
            </a:endParaRPr>
          </a:p>
        </p:txBody>
      </p:sp>
      <p:sp>
        <p:nvSpPr>
          <p:cNvPr id="58372" name="矩形 58371"/>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设备控制</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58371" grpId="0" uiExpand="1"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文本框 5734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39</a:t>
            </a:r>
            <a:endParaRPr lang="en-US" altLang="zh-CN" sz="1400">
              <a:solidFill>
                <a:schemeClr val="tx2"/>
              </a:solidFill>
              <a:latin typeface="Times New Roman" panose="02020603050405020304" charset="0"/>
              <a:ea typeface="宋体" panose="02010600030101010101" pitchFamily="2" charset="-122"/>
            </a:endParaRPr>
          </a:p>
        </p:txBody>
      </p:sp>
      <p:sp>
        <p:nvSpPr>
          <p:cNvPr id="57347" name="矩形 57346"/>
          <p:cNvSpPr/>
          <p:nvPr/>
        </p:nvSpPr>
        <p:spPr>
          <a:xfrm>
            <a:off x="613410" y="904875"/>
            <a:ext cx="7719060" cy="360045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(3) I/O</a:t>
            </a:r>
            <a:r>
              <a:rPr lang="zh-CN" altLang="en-US" sz="2800" b="1" strike="noStrike" noProof="1">
                <a:solidFill>
                  <a:srgbClr val="A50021"/>
                </a:solidFill>
                <a:latin typeface="Times New Roman" panose="02020603050405020304" charset="0"/>
                <a:ea typeface="宋体" panose="02010600030101010101" pitchFamily="2" charset="-122"/>
                <a:cs typeface="+mn-ea"/>
              </a:rPr>
              <a:t>子系统的功能</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ea"/>
              </a:rPr>
              <a:t>①</a:t>
            </a:r>
            <a:r>
              <a:rPr lang="en-US" altLang="zh-CN"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解释用户的</a:t>
            </a:r>
            <a:r>
              <a:rPr lang="en-US" altLang="zh-CN" sz="2400" b="1" strike="noStrike" noProof="1">
                <a:solidFill>
                  <a:srgbClr val="000099"/>
                </a:solidFill>
                <a:latin typeface="Times New Roman" panose="02020603050405020304" charset="0"/>
                <a:ea typeface="宋体" panose="02010600030101010101" pitchFamily="2" charset="-122"/>
                <a:cs typeface="+mn-ea"/>
              </a:rPr>
              <a:t>I/O</a:t>
            </a:r>
            <a:r>
              <a:rPr lang="zh-CN" altLang="en-US" sz="2400" b="1" strike="noStrike" noProof="1">
                <a:solidFill>
                  <a:srgbClr val="000099"/>
                </a:solidFill>
                <a:latin typeface="Times New Roman" panose="02020603050405020304" charset="0"/>
                <a:ea typeface="宋体" panose="02010600030101010101" pitchFamily="2" charset="-122"/>
                <a:cs typeface="+mn-ea"/>
              </a:rPr>
              <a:t>系统调用      </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ea"/>
              </a:rPr>
              <a:t>②</a:t>
            </a:r>
            <a:r>
              <a:rPr lang="en-US" altLang="zh-CN"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设备驱动</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ea"/>
              </a:rPr>
              <a:t>③</a:t>
            </a:r>
            <a:r>
              <a:rPr lang="en-US" altLang="zh-CN"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中断处理</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None/>
            </a:pP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rPr>
              <a:t>一般完整操作一个设备的软件模块也分为这三部分。</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57348" name="矩形 5734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设备控制</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57347" grpId="0" uiExpand="1"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文本框 5939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41</a:t>
            </a:r>
            <a:endParaRPr lang="en-US" altLang="zh-CN" sz="1400">
              <a:solidFill>
                <a:schemeClr val="tx2"/>
              </a:solidFill>
              <a:latin typeface="Times New Roman" panose="02020603050405020304" charset="0"/>
              <a:ea typeface="宋体" panose="02010600030101010101" pitchFamily="2" charset="-122"/>
            </a:endParaRPr>
          </a:p>
        </p:txBody>
      </p:sp>
      <p:sp>
        <p:nvSpPr>
          <p:cNvPr id="59395" name="矩形 59394"/>
          <p:cNvSpPr/>
          <p:nvPr/>
        </p:nvSpPr>
        <p:spPr>
          <a:xfrm>
            <a:off x="171450" y="701675"/>
            <a:ext cx="8426450" cy="495935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b="1" strike="noStrike" noProof="1" dirty="0">
                <a:solidFill>
                  <a:srgbClr val="990000"/>
                </a:solidFill>
                <a:latin typeface="Times New Roman" panose="02020603050405020304" charset="0"/>
                <a:ea typeface="宋体" panose="02010600030101010101" pitchFamily="2" charset="-122"/>
                <a:cs typeface="+mn-ea"/>
              </a:rPr>
              <a:t>3.  </a:t>
            </a:r>
            <a:r>
              <a:rPr lang="zh-CN" altLang="en-US" b="1" strike="noStrike" noProof="1" dirty="0">
                <a:solidFill>
                  <a:srgbClr val="990000"/>
                </a:solidFill>
                <a:latin typeface="Arial" panose="02080604020202020204" pitchFamily="34" charset="0"/>
                <a:ea typeface="宋体" panose="02010600030101010101" pitchFamily="2" charset="-122"/>
                <a:cs typeface="+mn-ea"/>
              </a:rPr>
              <a:t>输入/输出控制</a:t>
            </a:r>
            <a:r>
              <a:rPr lang="x-none" altLang="zh-CN" b="1" strike="noStrike" noProof="1" dirty="0">
                <a:solidFill>
                  <a:srgbClr val="990000"/>
                </a:solidFill>
                <a:latin typeface="Arial" panose="02080604020202020204" pitchFamily="34" charset="0"/>
                <a:ea typeface="宋体" panose="02010600030101010101" pitchFamily="2" charset="-122"/>
                <a:cs typeface="+mn-ea"/>
              </a:rPr>
              <a:t>的简单例子：</a:t>
            </a:r>
            <a:endParaRPr lang="zh-CN" altLang="en-US" b="1" strike="noStrike" noProof="1" dirty="0">
              <a:solidFill>
                <a:srgbClr val="A5002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800" b="1" strike="noStrike" noProof="1" dirty="0">
                <a:solidFill>
                  <a:srgbClr val="A50021"/>
                </a:solidFill>
                <a:latin typeface="Times New Roman" panose="02020603050405020304" charset="0"/>
                <a:ea typeface="宋体" panose="02010600030101010101" pitchFamily="2" charset="-122"/>
                <a:cs typeface="+mn-ea"/>
              </a:rPr>
              <a:t>      (1) 用户进程请求I/O的系统调用</a:t>
            </a:r>
            <a:endParaRPr lang="zh-CN" altLang="en-US" sz="2800" b="1" strike="noStrike" noProof="1" dirty="0">
              <a:solidFill>
                <a:srgbClr val="A50021"/>
              </a:solidFill>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2000" strike="noStrike" noProof="1" dirty="0">
                <a:solidFill>
                  <a:schemeClr val="tx1"/>
                </a:solidFill>
                <a:effectLst/>
                <a:latin typeface="Times New Roman" panose="02020603050405020304" charset="0"/>
                <a:ea typeface="宋体" panose="02010600030101010101" pitchFamily="2" charset="-122"/>
                <a:cs typeface="+mn-ea"/>
              </a:rPr>
              <a:t>               </a:t>
            </a:r>
            <a:r>
              <a:rPr lang="zh-CN" altLang="en-US" sz="2400" b="1" strike="noStrike" noProof="1" dirty="0">
                <a:solidFill>
                  <a:schemeClr val="tx1"/>
                </a:solidFill>
                <a:effectLst/>
                <a:latin typeface="Times New Roman" panose="02020603050405020304" charset="0"/>
                <a:ea typeface="宋体" panose="02010600030101010101" pitchFamily="2" charset="-122"/>
                <a:cs typeface="+mn-ea"/>
              </a:rPr>
              <a:t>系统功能调用的形式为：</a:t>
            </a:r>
            <a:endParaRPr lang="zh-CN" altLang="en-US" sz="2400" b="1" strike="noStrike" noProof="1" dirty="0">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2400" b="1" strike="noStrike" noProof="1" dirty="0">
                <a:solidFill>
                  <a:schemeClr val="tx1"/>
                </a:solidFill>
                <a:effectLst/>
                <a:latin typeface="Times New Roman" panose="02020603050405020304" charset="0"/>
                <a:ea typeface="宋体" panose="02010600030101010101" pitchFamily="2" charset="-122"/>
                <a:cs typeface="+mn-ea"/>
              </a:rPr>
              <a:t>             doio(ldev,mode,amount,addr);</a:t>
            </a:r>
            <a:endParaRPr lang="zh-CN" altLang="en-US" sz="2400" b="1" strike="noStrike" noProof="1" dirty="0">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2400" b="1" strike="noStrike" noProof="1" dirty="0">
                <a:solidFill>
                  <a:schemeClr val="tx1"/>
                </a:solidFill>
                <a:effectLst/>
                <a:latin typeface="Times New Roman" panose="02020603050405020304" charset="0"/>
                <a:ea typeface="宋体" panose="02010600030101010101" pitchFamily="2" charset="-122"/>
                <a:cs typeface="+mn-ea"/>
              </a:rPr>
              <a:t>             ldev：      逻辑设备名</a:t>
            </a:r>
            <a:endParaRPr lang="zh-CN" altLang="en-US" sz="2400" b="1" strike="noStrike" noProof="1" dirty="0">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2400" b="1" strike="noStrike" noProof="1" dirty="0">
                <a:solidFill>
                  <a:schemeClr val="tx1"/>
                </a:solidFill>
                <a:effectLst/>
                <a:latin typeface="Times New Roman" panose="02020603050405020304" charset="0"/>
                <a:ea typeface="宋体" panose="02010600030101010101" pitchFamily="2" charset="-122"/>
                <a:cs typeface="+mn-ea"/>
              </a:rPr>
              <a:t>             mode：    操作模式</a:t>
            </a:r>
            <a:endParaRPr lang="zh-CN" altLang="en-US" sz="2400" b="1" strike="noStrike" noProof="1" dirty="0">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2400" b="1" strike="noStrike" noProof="1" dirty="0">
                <a:solidFill>
                  <a:schemeClr val="tx1"/>
                </a:solidFill>
                <a:effectLst/>
                <a:latin typeface="Times New Roman" panose="02020603050405020304" charset="0"/>
                <a:ea typeface="宋体" panose="02010600030101010101" pitchFamily="2" charset="-122"/>
                <a:cs typeface="+mn-ea"/>
              </a:rPr>
              <a:t>             amount：传输数据的数目</a:t>
            </a:r>
            <a:endParaRPr lang="zh-CN" altLang="en-US" sz="2400" b="1" strike="noStrike" noProof="1" dirty="0">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2400" b="1" strike="noStrike" noProof="1" dirty="0">
                <a:solidFill>
                  <a:schemeClr val="tx1"/>
                </a:solidFill>
                <a:effectLst/>
                <a:latin typeface="Times New Roman" panose="02020603050405020304" charset="0"/>
                <a:ea typeface="宋体" panose="02010600030101010101" pitchFamily="2" charset="-122"/>
                <a:cs typeface="+mn-ea"/>
              </a:rPr>
              <a:t>             addr：     传送</a:t>
            </a:r>
            <a:r>
              <a:rPr lang="x-none" altLang="zh-CN" sz="2400" b="1" strike="noStrike" noProof="1" dirty="0">
                <a:solidFill>
                  <a:schemeClr val="tx1"/>
                </a:solidFill>
                <a:effectLst/>
                <a:latin typeface="Times New Roman" panose="02020603050405020304" charset="0"/>
                <a:ea typeface="宋体" panose="02010600030101010101" pitchFamily="2" charset="-122"/>
                <a:cs typeface="+mn-ea"/>
              </a:rPr>
              <a:t>数据的内存</a:t>
            </a:r>
            <a:r>
              <a:rPr lang="zh-CN" altLang="en-US" sz="2400" b="1" strike="noStrike" noProof="1" dirty="0">
                <a:solidFill>
                  <a:schemeClr val="tx1"/>
                </a:solidFill>
                <a:effectLst/>
                <a:latin typeface="Times New Roman" panose="02020603050405020304" charset="0"/>
                <a:ea typeface="宋体" panose="02010600030101010101" pitchFamily="2" charset="-122"/>
                <a:cs typeface="+mn-ea"/>
              </a:rPr>
              <a:t>地址</a:t>
            </a:r>
            <a:r>
              <a:rPr lang="zh-CN" altLang="en-US" sz="2400" strike="noStrike" noProof="1" dirty="0">
                <a:solidFill>
                  <a:schemeClr val="tx1"/>
                </a:solidFill>
                <a:latin typeface="Times New Roman" panose="02020603050405020304" charset="0"/>
                <a:ea typeface="宋体" panose="02010600030101010101" pitchFamily="2" charset="-122"/>
                <a:cs typeface="+mn-ea"/>
              </a:rPr>
              <a:t>        </a:t>
            </a:r>
            <a:endParaRPr lang="zh-CN" altLang="en-US" sz="2400" strike="noStrike" noProof="1" dirty="0">
              <a:solidFill>
                <a:schemeClr val="tx1"/>
              </a:solidFill>
              <a:latin typeface="Times New Roman" panose="02020603050405020304" charset="0"/>
              <a:ea typeface="宋体" panose="02010600030101010101" pitchFamily="2" charset="-122"/>
            </a:endParaRPr>
          </a:p>
        </p:txBody>
      </p:sp>
      <p:sp>
        <p:nvSpPr>
          <p:cNvPr id="59396" name="矩形 5939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设备控制</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59395" grpId="0" uiExpand="1"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文本框 6041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42</a:t>
            </a:r>
            <a:endParaRPr lang="en-US" altLang="zh-CN" sz="1400">
              <a:solidFill>
                <a:schemeClr val="tx2"/>
              </a:solidFill>
              <a:latin typeface="Times New Roman" panose="02020603050405020304" charset="0"/>
              <a:ea typeface="宋体" panose="02010600030101010101" pitchFamily="2" charset="-122"/>
            </a:endParaRPr>
          </a:p>
        </p:txBody>
      </p:sp>
      <p:sp>
        <p:nvSpPr>
          <p:cNvPr id="60419" name="矩形 60418"/>
          <p:cNvSpPr/>
          <p:nvPr/>
        </p:nvSpPr>
        <p:spPr>
          <a:xfrm>
            <a:off x="222250" y="554038"/>
            <a:ext cx="8756650" cy="583565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(2) I/O</a:t>
            </a:r>
            <a:r>
              <a:rPr lang="x-none" altLang="en-US" sz="2800" b="1" strike="noStrike" noProof="1">
                <a:solidFill>
                  <a:srgbClr val="A50021"/>
                </a:solidFill>
                <a:latin typeface="Times New Roman" panose="02020603050405020304" charset="0"/>
                <a:ea typeface="宋体" panose="02010600030101010101" pitchFamily="2" charset="-122"/>
                <a:cs typeface="+mn-ea"/>
              </a:rPr>
              <a:t>系统调用</a:t>
            </a:r>
            <a:r>
              <a:rPr lang="zh-CN" altLang="en-US" sz="2800" b="1" strike="noStrike" noProof="1">
                <a:solidFill>
                  <a:srgbClr val="A50021"/>
                </a:solidFill>
                <a:latin typeface="Times New Roman" panose="02020603050405020304" charset="0"/>
                <a:ea typeface="宋体" panose="02010600030101010101" pitchFamily="2" charset="-122"/>
                <a:cs typeface="+mn-ea"/>
              </a:rPr>
              <a:t>过程</a:t>
            </a:r>
            <a:endParaRPr lang="en-US" altLang="zh-CN"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en-US" altLang="zh-CN" sz="2400" b="1" strike="noStrike" noProof="1">
                <a:solidFill>
                  <a:srgbClr val="000099"/>
                </a:solidFill>
                <a:latin typeface="Times New Roman" panose="02020603050405020304" charset="0"/>
                <a:ea typeface="宋体" panose="02010600030101010101" pitchFamily="2" charset="-122"/>
                <a:cs typeface="+mn-ea"/>
              </a:rPr>
              <a:t>①</a:t>
            </a:r>
            <a:r>
              <a:rPr lang="en-US" altLang="zh-CN"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将逻辑设备转换为物理设备</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en-US" altLang="zh-CN" sz="2400" strike="noStrike" noProof="1">
                <a:solidFill>
                  <a:schemeClr val="tx1"/>
                </a:solidFill>
                <a:latin typeface="宋体" panose="02010600030101010101" pitchFamily="2" charset="-122"/>
                <a:ea typeface="宋体" panose="02010600030101010101" pitchFamily="2" charset="-122"/>
                <a:cs typeface="+mn-ea"/>
              </a:rPr>
              <a:t>ⅰ </a:t>
            </a:r>
            <a:r>
              <a:rPr lang="zh-CN" altLang="en-US" sz="2400" strike="noStrike" noProof="1">
                <a:solidFill>
                  <a:schemeClr val="tx1"/>
                </a:solidFill>
                <a:latin typeface="Times New Roman" panose="02020603050405020304" charset="0"/>
                <a:ea typeface="宋体" panose="02010600030101010101" pitchFamily="2" charset="-122"/>
                <a:cs typeface="+mn-ea"/>
              </a:rPr>
              <a:t>获得 </a:t>
            </a:r>
            <a:r>
              <a:rPr lang="en-US" altLang="zh-CN" sz="2400" strike="noStrike" noProof="1">
                <a:solidFill>
                  <a:schemeClr val="tx1"/>
                </a:solidFill>
                <a:latin typeface="Times New Roman" panose="02020603050405020304" charset="0"/>
                <a:ea typeface="宋体" panose="02010600030101010101" pitchFamily="2" charset="-122"/>
                <a:cs typeface="+mn-ea"/>
              </a:rPr>
              <a:t>I/O</a:t>
            </a:r>
            <a:r>
              <a:rPr lang="zh-CN" altLang="en-US" sz="2400" strike="noStrike" noProof="1">
                <a:solidFill>
                  <a:schemeClr val="tx1"/>
                </a:solidFill>
                <a:latin typeface="Times New Roman" panose="02020603050405020304" charset="0"/>
                <a:ea typeface="宋体" panose="02010600030101010101" pitchFamily="2" charset="-122"/>
                <a:cs typeface="+mn-ea"/>
              </a:rPr>
              <a:t>系统调用中给出的逻辑设备名 </a:t>
            </a:r>
            <a:r>
              <a:rPr lang="en-US" altLang="zh-CN" sz="2400" strike="noStrike" noProof="1">
                <a:solidFill>
                  <a:schemeClr val="tx1"/>
                </a:solidFill>
                <a:latin typeface="Times New Roman" panose="02020603050405020304" charset="0"/>
                <a:ea typeface="宋体" panose="02010600030101010101" pitchFamily="2" charset="-122"/>
                <a:cs typeface="+mn-ea"/>
              </a:rPr>
              <a:t>(ldev)</a:t>
            </a:r>
            <a:r>
              <a:rPr lang="zh-CN" altLang="en-US" sz="2400" strike="noStrike" noProof="1">
                <a:solidFill>
                  <a:schemeClr val="tx1"/>
                </a:solidFill>
                <a:latin typeface="Times New Roman" panose="02020603050405020304" charset="0"/>
                <a:ea typeface="宋体" panose="02010600030101010101" pitchFamily="2" charset="-122"/>
                <a:cs typeface="+mn-ea"/>
              </a:rPr>
              <a:t>；</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en-US" altLang="zh-CN" sz="2400" strike="noStrike" noProof="1">
                <a:solidFill>
                  <a:schemeClr val="tx1"/>
                </a:solidFill>
                <a:latin typeface="宋体" panose="02010600030101010101" pitchFamily="2" charset="-122"/>
                <a:ea typeface="宋体" panose="02010600030101010101" pitchFamily="2" charset="-122"/>
                <a:cs typeface="+mn-ea"/>
              </a:rPr>
              <a:t>ⅱ </a:t>
            </a:r>
            <a:r>
              <a:rPr lang="zh-CN" altLang="en-US" sz="2400" strike="noStrike" noProof="1">
                <a:solidFill>
                  <a:schemeClr val="tx1"/>
                </a:solidFill>
                <a:latin typeface="Times New Roman" panose="02020603050405020304" charset="0"/>
                <a:ea typeface="宋体" panose="02010600030101010101" pitchFamily="2" charset="-122"/>
                <a:cs typeface="+mn-ea"/>
              </a:rPr>
              <a:t>根据逻辑设备描述器，将逻辑设备名转换为物理设备名。</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en-US" altLang="zh-CN" sz="2400" b="1" strike="noStrike" noProof="1">
                <a:solidFill>
                  <a:srgbClr val="000099"/>
                </a:solidFill>
                <a:latin typeface="Times New Roman" panose="02020603050405020304" charset="0"/>
                <a:ea typeface="宋体" panose="02010600030101010101" pitchFamily="2" charset="-122"/>
                <a:cs typeface="+mn-ea"/>
              </a:rPr>
              <a:t>②</a:t>
            </a:r>
            <a:r>
              <a:rPr lang="en-US" altLang="zh-CN"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合法性检查</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b="1" strike="noStrike" noProof="1">
                <a:solidFill>
                  <a:srgbClr val="000099"/>
                </a:solidFill>
                <a:latin typeface="Times New Roman" panose="02020603050405020304" charset="0"/>
                <a:ea typeface="宋体" panose="02010600030101010101" pitchFamily="2" charset="-122"/>
                <a:cs typeface="+mn-ea"/>
              </a:rPr>
              <a:t>       </a:t>
            </a:r>
            <a:r>
              <a:rPr lang="en-US" altLang="zh-CN" sz="2400" strike="noStrike" noProof="1">
                <a:solidFill>
                  <a:schemeClr val="tx1"/>
                </a:solidFill>
                <a:latin typeface="Times New Roman" panose="02020603050405020304" charset="0"/>
                <a:ea typeface="宋体" panose="02010600030101010101" pitchFamily="2" charset="-122"/>
                <a:cs typeface="+mn-ea"/>
              </a:rPr>
              <a:t>ⅰ </a:t>
            </a:r>
            <a:r>
              <a:rPr lang="zh-CN" altLang="en-US" sz="2400" strike="noStrike" noProof="1">
                <a:solidFill>
                  <a:schemeClr val="tx1"/>
                </a:solidFill>
                <a:latin typeface="Times New Roman" panose="02020603050405020304" charset="0"/>
                <a:ea typeface="宋体" panose="02010600030101010101" pitchFamily="2" charset="-122"/>
                <a:cs typeface="+mn-ea"/>
              </a:rPr>
              <a:t>获得 </a:t>
            </a:r>
            <a:r>
              <a:rPr lang="en-US" altLang="zh-CN" sz="2400" strike="noStrike" noProof="1">
                <a:solidFill>
                  <a:schemeClr val="tx1"/>
                </a:solidFill>
                <a:latin typeface="Times New Roman" panose="02020603050405020304" charset="0"/>
                <a:ea typeface="宋体" panose="02010600030101010101" pitchFamily="2" charset="-122"/>
                <a:cs typeface="+mn-ea"/>
              </a:rPr>
              <a:t>I/O</a:t>
            </a:r>
            <a:r>
              <a:rPr lang="zh-CN" altLang="en-US" sz="2400" strike="noStrike" noProof="1">
                <a:solidFill>
                  <a:schemeClr val="tx1"/>
                </a:solidFill>
                <a:latin typeface="Times New Roman" panose="02020603050405020304" charset="0"/>
                <a:ea typeface="宋体" panose="02010600030101010101" pitchFamily="2" charset="-122"/>
                <a:cs typeface="+mn-ea"/>
              </a:rPr>
              <a:t>系统调用中给出的操作模式</a:t>
            </a:r>
            <a:r>
              <a:rPr lang="en-US" altLang="zh-CN" sz="2400" strike="noStrike" noProof="1">
                <a:solidFill>
                  <a:schemeClr val="tx1"/>
                </a:solidFill>
                <a:latin typeface="Times New Roman" panose="02020603050405020304" charset="0"/>
                <a:ea typeface="宋体" panose="02010600030101010101" pitchFamily="2" charset="-122"/>
                <a:cs typeface="+mn-ea"/>
              </a:rPr>
              <a:t>mode</a:t>
            </a:r>
            <a:r>
              <a:rPr lang="zh-CN" altLang="en-US" sz="2400" strike="noStrike" noProof="1">
                <a:solidFill>
                  <a:schemeClr val="tx1"/>
                </a:solidFill>
                <a:latin typeface="Times New Roman" panose="02020603050405020304" charset="0"/>
                <a:ea typeface="宋体" panose="02010600030101010101" pitchFamily="2" charset="-122"/>
                <a:cs typeface="+mn-ea"/>
              </a:rPr>
              <a:t>；</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en-US" altLang="zh-CN" sz="2400" strike="noStrike" noProof="1">
                <a:solidFill>
                  <a:schemeClr val="tx1"/>
                </a:solidFill>
                <a:latin typeface="Times New Roman" panose="02020603050405020304" charset="0"/>
                <a:ea typeface="宋体" panose="02010600030101010101" pitchFamily="2" charset="-122"/>
                <a:cs typeface="+mn-ea"/>
              </a:rPr>
              <a:t>ⅱ  </a:t>
            </a:r>
            <a:r>
              <a:rPr lang="zh-CN" altLang="en-US" sz="2400" strike="noStrike" noProof="1">
                <a:solidFill>
                  <a:schemeClr val="tx1"/>
                </a:solidFill>
                <a:latin typeface="Times New Roman" panose="02020603050405020304" charset="0"/>
                <a:ea typeface="宋体" panose="02010600030101010101" pitchFamily="2" charset="-122"/>
                <a:cs typeface="+mn-ea"/>
              </a:rPr>
              <a:t>根据</a:t>
            </a:r>
            <a:r>
              <a:rPr lang="en-US" altLang="zh-CN" sz="2400" strike="noStrike" noProof="1">
                <a:solidFill>
                  <a:schemeClr val="tx1"/>
                </a:solidFill>
                <a:latin typeface="Times New Roman" panose="02020603050405020304" charset="0"/>
                <a:ea typeface="宋体" panose="02010600030101010101" pitchFamily="2" charset="-122"/>
                <a:cs typeface="+mn-ea"/>
              </a:rPr>
              <a:t>DCB</a:t>
            </a:r>
            <a:r>
              <a:rPr lang="zh-CN" altLang="en-US" sz="2400" strike="noStrike" noProof="1">
                <a:solidFill>
                  <a:schemeClr val="tx1"/>
                </a:solidFill>
                <a:latin typeface="Times New Roman" panose="02020603050405020304" charset="0"/>
                <a:ea typeface="宋体" panose="02010600030101010101" pitchFamily="2" charset="-122"/>
                <a:cs typeface="+mn-ea"/>
              </a:rPr>
              <a:t>中命令转换表中允许的操作，检查操作的合</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法性。</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ea"/>
              </a:rPr>
              <a:t>③</a:t>
            </a:r>
            <a:r>
              <a:rPr lang="en-US" altLang="zh-CN"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形成</a:t>
            </a:r>
            <a:r>
              <a:rPr lang="en-US" altLang="zh-CN" sz="2400" b="1" strike="noStrike" noProof="1">
                <a:solidFill>
                  <a:srgbClr val="000099"/>
                </a:solidFill>
                <a:latin typeface="Times New Roman" panose="02020603050405020304" charset="0"/>
                <a:ea typeface="宋体" panose="02010600030101010101" pitchFamily="2" charset="-122"/>
                <a:cs typeface="+mn-ea"/>
              </a:rPr>
              <a:t>I/O</a:t>
            </a:r>
            <a:r>
              <a:rPr lang="zh-CN" altLang="en-US" sz="2400" b="1" strike="noStrike" noProof="1">
                <a:solidFill>
                  <a:srgbClr val="000099"/>
                </a:solidFill>
                <a:latin typeface="Times New Roman" panose="02020603050405020304" charset="0"/>
                <a:ea typeface="宋体" panose="02010600030101010101" pitchFamily="2" charset="-122"/>
                <a:cs typeface="+mn-ea"/>
              </a:rPr>
              <a:t>请求块，发消息给对应的设备处理进程</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b="1" strike="noStrike" noProof="1">
                <a:solidFill>
                  <a:srgbClr val="000099"/>
                </a:solidFill>
                <a:latin typeface="Times New Roman" panose="02020603050405020304" charset="0"/>
                <a:ea typeface="宋体" panose="02010600030101010101" pitchFamily="2" charset="-122"/>
                <a:cs typeface="+mn-ea"/>
              </a:rPr>
              <a:t>      </a:t>
            </a:r>
            <a:r>
              <a:rPr lang="en-US" altLang="zh-CN" sz="2400" strike="noStrike" noProof="1">
                <a:solidFill>
                  <a:schemeClr val="tx1"/>
                </a:solidFill>
                <a:latin typeface="Times New Roman" panose="02020603050405020304" charset="0"/>
                <a:ea typeface="宋体" panose="02010600030101010101" pitchFamily="2" charset="-122"/>
                <a:cs typeface="+mn-ea"/>
              </a:rPr>
              <a:t>ⅰ </a:t>
            </a:r>
            <a:r>
              <a:rPr lang="zh-CN" altLang="en-US" sz="2400" strike="noStrike" noProof="1">
                <a:solidFill>
                  <a:schemeClr val="tx1"/>
                </a:solidFill>
                <a:latin typeface="Times New Roman" panose="02020603050405020304" charset="0"/>
                <a:ea typeface="宋体" panose="02010600030101010101" pitchFamily="2" charset="-122"/>
                <a:cs typeface="+mn-ea"/>
              </a:rPr>
              <a:t>根据请求的参数形成</a:t>
            </a:r>
            <a:r>
              <a:rPr lang="en-US" altLang="zh-CN" sz="2400" strike="noStrike" noProof="1">
                <a:solidFill>
                  <a:schemeClr val="tx1"/>
                </a:solidFill>
                <a:latin typeface="Times New Roman" panose="02020603050405020304" charset="0"/>
                <a:ea typeface="宋体" panose="02010600030101010101" pitchFamily="2" charset="-122"/>
                <a:cs typeface="+mn-ea"/>
              </a:rPr>
              <a:t>I/O</a:t>
            </a:r>
            <a:r>
              <a:rPr lang="zh-CN" altLang="en-US" sz="2400" strike="noStrike" noProof="1">
                <a:solidFill>
                  <a:schemeClr val="tx1"/>
                </a:solidFill>
                <a:latin typeface="Times New Roman" panose="02020603050405020304" charset="0"/>
                <a:ea typeface="宋体" panose="02010600030101010101" pitchFamily="2" charset="-122"/>
                <a:cs typeface="+mn-ea"/>
              </a:rPr>
              <a:t>请求块 </a:t>
            </a:r>
            <a:r>
              <a:rPr lang="en-US" altLang="zh-CN" sz="2400" strike="noStrike" noProof="1">
                <a:solidFill>
                  <a:schemeClr val="tx1"/>
                </a:solidFill>
                <a:latin typeface="Times New Roman" panose="02020603050405020304" charset="0"/>
                <a:ea typeface="宋体" panose="02010600030101010101" pitchFamily="2" charset="-122"/>
                <a:cs typeface="+mn-ea"/>
              </a:rPr>
              <a:t>(IORB)</a:t>
            </a:r>
            <a:r>
              <a:rPr lang="zh-CN" altLang="en-US" sz="2400" strike="noStrike" noProof="1">
                <a:solidFill>
                  <a:schemeClr val="tx1"/>
                </a:solidFill>
                <a:latin typeface="Times New Roman" panose="02020603050405020304" charset="0"/>
                <a:ea typeface="宋体" panose="02010600030101010101" pitchFamily="2" charset="-122"/>
                <a:cs typeface="+mn-ea"/>
              </a:rPr>
              <a:t>；</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en-US" altLang="zh-CN" sz="2400" strike="noStrike" noProof="1">
                <a:solidFill>
                  <a:schemeClr val="tx1"/>
                </a:solidFill>
                <a:latin typeface="Times New Roman" panose="02020603050405020304" charset="0"/>
                <a:ea typeface="宋体" panose="02010600030101010101" pitchFamily="2" charset="-122"/>
                <a:cs typeface="+mn-ea"/>
              </a:rPr>
              <a:t>ⅱ </a:t>
            </a:r>
            <a:r>
              <a:rPr lang="zh-CN" altLang="en-US" sz="2400" strike="noStrike" noProof="1">
                <a:solidFill>
                  <a:schemeClr val="tx1"/>
                </a:solidFill>
                <a:latin typeface="Times New Roman" panose="02020603050405020304" charset="0"/>
                <a:ea typeface="宋体" panose="02010600030101010101" pitchFamily="2" charset="-122"/>
                <a:cs typeface="+mn-ea"/>
              </a:rPr>
              <a:t>将</a:t>
            </a:r>
            <a:r>
              <a:rPr lang="en-US" altLang="zh-CN" sz="2400" strike="noStrike" noProof="1">
                <a:solidFill>
                  <a:schemeClr val="tx1"/>
                </a:solidFill>
                <a:latin typeface="Times New Roman" panose="02020603050405020304" charset="0"/>
                <a:ea typeface="宋体" panose="02010600030101010101" pitchFamily="2" charset="-122"/>
                <a:cs typeface="+mn-ea"/>
              </a:rPr>
              <a:t>I/O</a:t>
            </a:r>
            <a:r>
              <a:rPr lang="zh-CN" altLang="en-US" sz="2400" strike="noStrike" noProof="1">
                <a:solidFill>
                  <a:schemeClr val="tx1"/>
                </a:solidFill>
                <a:latin typeface="Times New Roman" panose="02020603050405020304" charset="0"/>
                <a:ea typeface="宋体" panose="02010600030101010101" pitchFamily="2" charset="-122"/>
                <a:cs typeface="+mn-ea"/>
              </a:rPr>
              <a:t>请求块 </a:t>
            </a:r>
            <a:r>
              <a:rPr lang="en-US" altLang="zh-CN" sz="2400" strike="noStrike" noProof="1">
                <a:solidFill>
                  <a:schemeClr val="tx1"/>
                </a:solidFill>
                <a:latin typeface="Times New Roman" panose="02020603050405020304" charset="0"/>
                <a:ea typeface="宋体" panose="02010600030101010101" pitchFamily="2" charset="-122"/>
                <a:cs typeface="+mn-ea"/>
              </a:rPr>
              <a:t>(IORB)</a:t>
            </a:r>
            <a:r>
              <a:rPr lang="zh-CN" altLang="en-US" sz="2400" strike="noStrike" noProof="1">
                <a:solidFill>
                  <a:schemeClr val="tx1"/>
                </a:solidFill>
                <a:latin typeface="Times New Roman" panose="02020603050405020304" charset="0"/>
                <a:ea typeface="宋体" panose="02010600030101010101" pitchFamily="2" charset="-122"/>
                <a:cs typeface="+mn-ea"/>
              </a:rPr>
              <a:t>挂到对应的设备请求队列。</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60420" name="矩形 6041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设备控制</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60419" grpId="0" uiExpand="1"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1" name="矩形 63490"/>
          <p:cNvSpPr/>
          <p:nvPr/>
        </p:nvSpPr>
        <p:spPr>
          <a:xfrm>
            <a:off x="368300" y="531495"/>
            <a:ext cx="8406130" cy="279019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(3) </a:t>
            </a:r>
            <a:r>
              <a:rPr lang="zh-CN" altLang="en-US" sz="2800" b="1" strike="noStrike" noProof="1">
                <a:solidFill>
                  <a:srgbClr val="A50021"/>
                </a:solidFill>
                <a:latin typeface="Times New Roman" panose="02020603050405020304" charset="0"/>
                <a:ea typeface="宋体" panose="02010600030101010101" pitchFamily="2" charset="-122"/>
                <a:cs typeface="+mn-ea"/>
              </a:rPr>
              <a:t>设备处理进程</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15000"/>
              </a:lnSpc>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rPr>
              <a:t>        该程序是能直接控制设备进行运作的程序。</a:t>
            </a:r>
            <a:endParaRPr lang="zh-CN" altLang="en-US" sz="20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15000"/>
              </a:lnSpc>
              <a:buNone/>
            </a:pPr>
            <a:r>
              <a:rPr lang="en-US" altLang="zh-CN" sz="2000" b="1" strike="noStrike" noProof="1">
                <a:solidFill>
                  <a:schemeClr val="tx1"/>
                </a:solidFill>
                <a:effectLst/>
                <a:latin typeface="Times New Roman" panose="02020603050405020304" charset="0"/>
                <a:ea typeface="宋体" panose="02010600030101010101" pitchFamily="2" charset="-122"/>
              </a:rPr>
              <a:t>	</a:t>
            </a:r>
            <a:r>
              <a:rPr lang="zh-CN" altLang="en-US" sz="2000" b="1" strike="noStrike" noProof="1">
                <a:solidFill>
                  <a:schemeClr val="tx1"/>
                </a:solidFill>
                <a:effectLst/>
                <a:latin typeface="Times New Roman" panose="02020603050405020304" charset="0"/>
                <a:ea typeface="宋体" panose="02010600030101010101" pitchFamily="2" charset="-122"/>
              </a:rPr>
              <a:t>执行一个连续不断的循环，其功能是从</a:t>
            </a:r>
            <a:r>
              <a:rPr lang="en-US" altLang="zh-CN" sz="2000" b="1" strike="noStrike" noProof="1">
                <a:solidFill>
                  <a:schemeClr val="tx1"/>
                </a:solidFill>
                <a:effectLst/>
                <a:latin typeface="Times New Roman" panose="02020603050405020304" charset="0"/>
                <a:ea typeface="宋体" panose="02010600030101010101" pitchFamily="2" charset="-122"/>
              </a:rPr>
              <a:t>I/O</a:t>
            </a:r>
            <a:r>
              <a:rPr lang="zh-CN" altLang="en-US" sz="2000" b="1" strike="noStrike" noProof="1">
                <a:solidFill>
                  <a:schemeClr val="tx1"/>
                </a:solidFill>
                <a:effectLst/>
                <a:latin typeface="Times New Roman" panose="02020603050405020304" charset="0"/>
                <a:ea typeface="宋体" panose="02010600030101010101" pitchFamily="2" charset="-122"/>
              </a:rPr>
              <a:t>请求队列中取出一个</a:t>
            </a:r>
            <a:r>
              <a:rPr lang="en-US" altLang="zh-CN" sz="2000" b="1" strike="noStrike" noProof="1">
                <a:solidFill>
                  <a:schemeClr val="tx1"/>
                </a:solidFill>
                <a:effectLst/>
                <a:latin typeface="Times New Roman" panose="02020603050405020304" charset="0"/>
                <a:ea typeface="宋体" panose="02010600030101010101" pitchFamily="2" charset="-122"/>
              </a:rPr>
              <a:t>iorb</a:t>
            </a:r>
            <a:r>
              <a:rPr lang="zh-CN" altLang="en-US" sz="2000" b="1" strike="noStrike" noProof="1">
                <a:solidFill>
                  <a:schemeClr val="tx1"/>
                </a:solidFill>
                <a:effectLst/>
                <a:latin typeface="Times New Roman" panose="02020603050405020304" charset="0"/>
                <a:ea typeface="宋体" panose="02010600030101010101" pitchFamily="2" charset="-122"/>
              </a:rPr>
              <a:t>，启动相应的</a:t>
            </a:r>
            <a:r>
              <a:rPr lang="en-US" altLang="zh-CN" sz="2000" b="1" strike="noStrike" noProof="1">
                <a:solidFill>
                  <a:schemeClr val="tx1"/>
                </a:solidFill>
                <a:effectLst/>
                <a:latin typeface="Times New Roman" panose="02020603050405020304" charset="0"/>
                <a:ea typeface="宋体" panose="02010600030101010101" pitchFamily="2" charset="-122"/>
              </a:rPr>
              <a:t>I/O</a:t>
            </a:r>
            <a:r>
              <a:rPr lang="zh-CN" altLang="en-US" sz="2000" b="1" strike="noStrike" noProof="1">
                <a:solidFill>
                  <a:schemeClr val="tx1"/>
                </a:solidFill>
                <a:effectLst/>
                <a:latin typeface="Times New Roman" panose="02020603050405020304" charset="0"/>
                <a:ea typeface="宋体" panose="02010600030101010101" pitchFamily="2" charset="-122"/>
              </a:rPr>
              <a:t>操作，然后进入等待状态，等待</a:t>
            </a:r>
            <a:r>
              <a:rPr lang="en-US" altLang="zh-CN" sz="2000" b="1" strike="noStrike" noProof="1">
                <a:solidFill>
                  <a:schemeClr val="tx1"/>
                </a:solidFill>
                <a:effectLst/>
                <a:latin typeface="Times New Roman" panose="02020603050405020304" charset="0"/>
                <a:ea typeface="宋体" panose="02010600030101010101" pitchFamily="2" charset="-122"/>
              </a:rPr>
              <a:t>I/O</a:t>
            </a:r>
            <a:r>
              <a:rPr lang="zh-CN" altLang="en-US" sz="2000" b="1" strike="noStrike" noProof="1">
                <a:solidFill>
                  <a:schemeClr val="tx1"/>
                </a:solidFill>
                <a:effectLst/>
                <a:latin typeface="Times New Roman" panose="02020603050405020304" charset="0"/>
                <a:ea typeface="宋体" panose="02010600030101010101" pitchFamily="2" charset="-122"/>
              </a:rPr>
              <a:t>完成。</a:t>
            </a:r>
            <a:endParaRPr lang="zh-CN" altLang="en-US" sz="20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15000"/>
              </a:lnSpc>
              <a:buNone/>
            </a:pPr>
            <a:endParaRPr lang="zh-CN" altLang="en-US" sz="20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15000"/>
              </a:lnSpc>
              <a:buNone/>
            </a:pPr>
            <a:r>
              <a:rPr lang="en-US" altLang="zh-CN" sz="2000" b="1" strike="noStrike" noProof="1">
                <a:solidFill>
                  <a:schemeClr val="tx1"/>
                </a:solidFill>
                <a:effectLst/>
                <a:latin typeface="Times New Roman" panose="02020603050405020304" charset="0"/>
                <a:ea typeface="宋体" panose="02010600030101010101" pitchFamily="2" charset="-122"/>
              </a:rPr>
              <a:t>	I/O</a:t>
            </a:r>
            <a:r>
              <a:rPr lang="zh-CN" altLang="en-US" sz="2000" b="1" strike="noStrike" noProof="1">
                <a:solidFill>
                  <a:schemeClr val="tx1"/>
                </a:solidFill>
                <a:effectLst/>
                <a:latin typeface="Times New Roman" panose="02020603050405020304" charset="0"/>
                <a:ea typeface="宋体" panose="02010600030101010101" pitchFamily="2" charset="-122"/>
              </a:rPr>
              <a:t>完成之后，唤醒请求</a:t>
            </a:r>
            <a:r>
              <a:rPr lang="en-US" altLang="zh-CN" sz="2000" b="1" strike="noStrike" noProof="1">
                <a:solidFill>
                  <a:schemeClr val="tx1"/>
                </a:solidFill>
                <a:effectLst/>
                <a:latin typeface="Times New Roman" panose="02020603050405020304" charset="0"/>
                <a:ea typeface="宋体" panose="02010600030101010101" pitchFamily="2" charset="-122"/>
              </a:rPr>
              <a:t>/</a:t>
            </a:r>
            <a:r>
              <a:rPr lang="zh-CN" altLang="en-US" sz="2000" b="1" strike="noStrike" noProof="1">
                <a:solidFill>
                  <a:schemeClr val="tx1"/>
                </a:solidFill>
                <a:effectLst/>
                <a:latin typeface="Times New Roman" panose="02020603050405020304" charset="0"/>
                <a:ea typeface="宋体" panose="02010600030101010101" pitchFamily="2" charset="-122"/>
              </a:rPr>
              <a:t>输出的用户进程。</a:t>
            </a:r>
            <a:endParaRPr lang="zh-CN" altLang="en-US" sz="1600" b="1" strike="noStrike" noProof="1">
              <a:solidFill>
                <a:schemeClr val="tx1"/>
              </a:solidFill>
              <a:effectLst/>
              <a:latin typeface="Times New Roman" panose="02020603050405020304" charset="0"/>
              <a:ea typeface="宋体" panose="02010600030101010101" pitchFamily="2" charset="-122"/>
            </a:endParaRPr>
          </a:p>
        </p:txBody>
      </p:sp>
      <p:sp>
        <p:nvSpPr>
          <p:cNvPr id="63492" name="矩形 63491"/>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设备控制</a:t>
            </a:r>
            <a:endParaRPr lang="zh-CN" altLang="en-US" sz="2400" strike="noStrike" noProof="1">
              <a:latin typeface="Times New Roman" panose="02020603050405020304" charset="0"/>
              <a:ea typeface="宋体" panose="02010600030101010101" pitchFamily="2" charset="-122"/>
            </a:endParaRPr>
          </a:p>
        </p:txBody>
      </p:sp>
      <p:sp>
        <p:nvSpPr>
          <p:cNvPr id="2" name="矩形 1"/>
          <p:cNvSpPr/>
          <p:nvPr/>
        </p:nvSpPr>
        <p:spPr>
          <a:xfrm>
            <a:off x="405765" y="3521710"/>
            <a:ext cx="8406130" cy="189992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(4) </a:t>
            </a:r>
            <a:r>
              <a:rPr lang="zh-CN" altLang="en-US" sz="2800" b="1" strike="noStrike" noProof="1">
                <a:solidFill>
                  <a:srgbClr val="A50021"/>
                </a:solidFill>
                <a:latin typeface="Times New Roman" panose="02020603050405020304" charset="0"/>
                <a:ea typeface="宋体" panose="02010600030101010101" pitchFamily="2" charset="-122"/>
                <a:cs typeface="+mn-ea"/>
              </a:rPr>
              <a:t>中断处理程序</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15000"/>
              </a:lnSpc>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rPr>
              <a:t>          当设备的</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I/O</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完成之后，产生中断使得</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CPU</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进入中断处理程序</a:t>
            </a:r>
            <a:r>
              <a:rPr lang="zh-CN" altLang="en-US" sz="2000" b="1" strike="noStrike" noProof="1">
                <a:solidFill>
                  <a:schemeClr val="tx1"/>
                </a:solidFill>
                <a:effectLst/>
                <a:latin typeface="Times New Roman" panose="02020603050405020304" charset="0"/>
                <a:ea typeface="宋体" panose="02010600030101010101" pitchFamily="2" charset="-122"/>
              </a:rPr>
              <a:t>。</a:t>
            </a:r>
            <a:endParaRPr lang="zh-CN" altLang="en-US" sz="20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15000"/>
              </a:lnSpc>
              <a:buNone/>
            </a:pPr>
            <a:r>
              <a:rPr lang="en-US" altLang="zh-CN" sz="2000" b="1" strike="noStrike" noProof="1">
                <a:solidFill>
                  <a:schemeClr val="tx1"/>
                </a:solidFill>
                <a:effectLst/>
                <a:latin typeface="Times New Roman" panose="02020603050405020304" charset="0"/>
                <a:ea typeface="宋体" panose="02010600030101010101" pitchFamily="2" charset="-122"/>
              </a:rPr>
              <a:t>	</a:t>
            </a:r>
            <a:r>
              <a:rPr lang="zh-CN" altLang="en-US" sz="2000" b="1" strike="noStrike" noProof="1">
                <a:solidFill>
                  <a:schemeClr val="tx1"/>
                </a:solidFill>
                <a:effectLst/>
                <a:latin typeface="Times New Roman" panose="02020603050405020304" charset="0"/>
                <a:ea typeface="宋体" panose="02010600030101010101" pitchFamily="2" charset="-122"/>
              </a:rPr>
              <a:t>在中断处理程序中唤醒设备处理进程。</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15000"/>
              </a:lnSpc>
              <a:buNone/>
            </a:pPr>
            <a:endParaRPr lang="zh-CN" altLang="en-US" sz="1600" b="1" strike="noStrike" noProof="1">
              <a:solidFill>
                <a:schemeClr val="tx1"/>
              </a:solidFill>
              <a:effectLst/>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63491" grpId="0" uiExpand="1" build="p"/>
      <p:bldP spid="2" grpId="0" uiExpand="1"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矩形 64513"/>
          <p:cNvSpPr/>
          <p:nvPr/>
        </p:nvSpPr>
        <p:spPr>
          <a:xfrm>
            <a:off x="128588" y="501650"/>
            <a:ext cx="8716962" cy="1114425"/>
          </a:xfrm>
          <a:prstGeom prst="rect">
            <a:avLst/>
          </a:prstGeom>
          <a:noFill/>
          <a:ln w="9525">
            <a:noFill/>
            <a:miter/>
          </a:ln>
        </p:spPr>
        <p:txBody>
          <a:bodyPr anchor="t">
            <a:spAutoFit/>
          </a:bodyPr>
          <a:p>
            <a:pPr marL="533400" lvl="0" indent="-533400">
              <a:lnSpc>
                <a:spcPct val="120000"/>
              </a:lnSpc>
              <a:spcBef>
                <a:spcPct val="30000"/>
              </a:spcBef>
              <a:buClr>
                <a:schemeClr val="tx2"/>
              </a:buClr>
              <a:buSzPct val="95000"/>
              <a:buFont typeface="Wingdings" panose="05000000000000000000" pitchFamily="2" charset="2"/>
              <a:buNone/>
            </a:pPr>
            <a:r>
              <a:rPr lang="zh-CN" altLang="en-US" sz="2800" b="1" dirty="0">
                <a:solidFill>
                  <a:srgbClr val="990000"/>
                </a:solidFill>
                <a:latin typeface="Times New Roman" panose="02020603050405020304" charset="0"/>
                <a:ea typeface="宋体" panose="02010600030101010101" pitchFamily="2" charset="-122"/>
              </a:rPr>
              <a:t>请求I/O的</a:t>
            </a:r>
            <a:r>
              <a:rPr lang="zh-CN" altLang="zh-CN" sz="2800" b="1" dirty="0">
                <a:solidFill>
                  <a:srgbClr val="990000"/>
                </a:solidFill>
                <a:latin typeface="Times New Roman" panose="02020603050405020304" charset="0"/>
                <a:ea typeface="宋体" panose="02010600030101010101" pitchFamily="2" charset="-122"/>
              </a:rPr>
              <a:t>用户</a:t>
            </a:r>
            <a:r>
              <a:rPr lang="zh-CN" altLang="en-US" sz="2800" b="1" dirty="0">
                <a:solidFill>
                  <a:srgbClr val="990000"/>
                </a:solidFill>
                <a:latin typeface="Times New Roman" panose="02020603050405020304" charset="0"/>
                <a:ea typeface="宋体" panose="02010600030101010101" pitchFamily="2" charset="-122"/>
              </a:rPr>
              <a:t>进程、I/O</a:t>
            </a:r>
            <a:r>
              <a:rPr lang="zh-CN" altLang="zh-CN" sz="2800" b="1" dirty="0">
                <a:solidFill>
                  <a:srgbClr val="990000"/>
                </a:solidFill>
                <a:latin typeface="Times New Roman" panose="02020603050405020304" charset="0"/>
                <a:ea typeface="宋体" panose="02010600030101010101" pitchFamily="2" charset="-122"/>
              </a:rPr>
              <a:t>系统调用</a:t>
            </a:r>
            <a:r>
              <a:rPr lang="zh-CN" altLang="en-US" sz="2800" b="1" dirty="0">
                <a:solidFill>
                  <a:srgbClr val="990000"/>
                </a:solidFill>
                <a:latin typeface="Times New Roman" panose="02020603050405020304" charset="0"/>
                <a:ea typeface="宋体" panose="02010600030101010101" pitchFamily="2" charset="-122"/>
              </a:rPr>
              <a:t>过程、设备处理进程、中断处理程序之间的同步关系</a:t>
            </a:r>
            <a:endParaRPr lang="zh-CN" altLang="en-US" sz="2800" b="1" dirty="0">
              <a:solidFill>
                <a:srgbClr val="990000"/>
              </a:solidFill>
              <a:latin typeface="Times New Roman" panose="02020603050405020304" charset="0"/>
              <a:ea typeface="宋体" panose="02010600030101010101" pitchFamily="2" charset="-122"/>
            </a:endParaRPr>
          </a:p>
        </p:txBody>
      </p:sp>
      <p:sp>
        <p:nvSpPr>
          <p:cNvPr id="83970" name="文本框 64514"/>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46</a:t>
            </a:r>
            <a:endParaRPr lang="en-US" altLang="zh-CN" sz="1400">
              <a:solidFill>
                <a:schemeClr val="tx2"/>
              </a:solidFill>
              <a:latin typeface="Times New Roman" panose="02020603050405020304" charset="0"/>
              <a:ea typeface="宋体" panose="02010600030101010101" pitchFamily="2" charset="-122"/>
            </a:endParaRPr>
          </a:p>
        </p:txBody>
      </p:sp>
      <p:grpSp>
        <p:nvGrpSpPr>
          <p:cNvPr id="64516" name="组合 64515"/>
          <p:cNvGrpSpPr/>
          <p:nvPr/>
        </p:nvGrpSpPr>
        <p:grpSpPr>
          <a:xfrm>
            <a:off x="779463" y="1681163"/>
            <a:ext cx="8178800" cy="4684712"/>
            <a:chOff x="0" y="0"/>
            <a:chExt cx="5152" cy="2951"/>
          </a:xfrm>
        </p:grpSpPr>
        <p:sp>
          <p:nvSpPr>
            <p:cNvPr id="83972" name="文本框 64516"/>
            <p:cNvSpPr txBox="1"/>
            <p:nvPr/>
          </p:nvSpPr>
          <p:spPr>
            <a:xfrm>
              <a:off x="4157" y="956"/>
              <a:ext cx="995" cy="301"/>
            </a:xfrm>
            <a:prstGeom prst="rect">
              <a:avLst/>
            </a:prstGeom>
            <a:noFill/>
            <a:ln w="9525">
              <a:noFill/>
              <a:miter/>
            </a:ln>
          </p:spPr>
          <p:txBody>
            <a:bodyPr anchor="t"/>
            <a:p>
              <a:pPr lvl="0" algn="just">
                <a:buClr>
                  <a:srgbClr val="000000"/>
                </a:buClr>
              </a:pPr>
              <a:r>
                <a:rPr lang="zh-CN" altLang="en-US" sz="1400" b="1">
                  <a:solidFill>
                    <a:schemeClr val="accent2">
                      <a:lumMod val="60000"/>
                      <a:lumOff val="40000"/>
                    </a:schemeClr>
                  </a:solidFill>
                  <a:latin typeface="Times New Roman" panose="02020603050405020304" charset="0"/>
                  <a:ea typeface="宋体" panose="02010600030101010101" pitchFamily="2" charset="-122"/>
                </a:rPr>
                <a:t>中断处理程序</a:t>
              </a:r>
              <a:endParaRPr lang="zh-CN" altLang="en-US" sz="1400" b="1">
                <a:solidFill>
                  <a:schemeClr val="accent2">
                    <a:lumMod val="60000"/>
                    <a:lumOff val="40000"/>
                  </a:schemeClr>
                </a:solidFill>
                <a:latin typeface="Times New Roman" panose="02020603050405020304" charset="0"/>
                <a:ea typeface="宋体" panose="02010600030101010101" pitchFamily="2" charset="-122"/>
              </a:endParaRPr>
            </a:p>
          </p:txBody>
        </p:sp>
        <p:sp>
          <p:nvSpPr>
            <p:cNvPr id="83973" name="文本框 64517"/>
            <p:cNvSpPr txBox="1"/>
            <p:nvPr/>
          </p:nvSpPr>
          <p:spPr>
            <a:xfrm>
              <a:off x="0" y="297"/>
              <a:ext cx="932" cy="1816"/>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lnSpc>
                  <a:spcPct val="120000"/>
                </a:lnSpc>
                <a:buClr>
                  <a:srgbClr val="000000"/>
                </a:buClr>
              </a:pPr>
              <a:r>
                <a:rPr lang="en-US" altLang="zh-CN" sz="1400" b="1">
                  <a:solidFill>
                    <a:schemeClr val="tx1"/>
                  </a:solidFill>
                  <a:latin typeface="Times New Roman" panose="02020603050405020304" charset="0"/>
                  <a:ea typeface="宋体" panose="02010600030101010101" pitchFamily="2" charset="-122"/>
                </a:rPr>
                <a:t>          ...</a:t>
              </a:r>
              <a:endParaRPr lang="en-US" altLang="zh-CN" sz="1400" b="1">
                <a:solidFill>
                  <a:schemeClr val="tx1"/>
                </a:solidFill>
                <a:latin typeface="宋体" panose="02010600030101010101" pitchFamily="2" charset="-122"/>
                <a:ea typeface="宋体" panose="02010600030101010101" pitchFamily="2" charset="-122"/>
                <a:sym typeface="MT Extra" panose="05050102010205020202" pitchFamily="2" charset="2"/>
              </a:endParaRPr>
            </a:p>
            <a:p>
              <a:pPr lvl="0" algn="just">
                <a:lnSpc>
                  <a:spcPct val="120000"/>
                </a:lnSpc>
                <a:buClr>
                  <a:srgbClr val="000000"/>
                </a:buClr>
              </a:pPr>
              <a:r>
                <a:rPr lang="en-US" altLang="zh-CN" sz="1400" b="1">
                  <a:solidFill>
                    <a:schemeClr val="tx1"/>
                  </a:solidFill>
                  <a:latin typeface="Times New Roman" panose="02020603050405020304" charset="0"/>
                  <a:ea typeface="宋体" panose="02010600030101010101" pitchFamily="2" charset="-122"/>
                </a:rPr>
                <a:t>doio(ldev,</a:t>
              </a:r>
              <a:endParaRPr lang="en-US" altLang="zh-CN" sz="1400" b="1">
                <a:solidFill>
                  <a:schemeClr val="tx1"/>
                </a:solidFill>
                <a:latin typeface="Times New Roman" panose="02020603050405020304" charset="0"/>
                <a:ea typeface="宋体" panose="02010600030101010101" pitchFamily="2" charset="-122"/>
              </a:endParaRPr>
            </a:p>
            <a:p>
              <a:pPr lvl="0" algn="just">
                <a:lnSpc>
                  <a:spcPct val="120000"/>
                </a:lnSpc>
                <a:buClr>
                  <a:srgbClr val="000000"/>
                </a:buClr>
              </a:pPr>
              <a:r>
                <a:rPr lang="en-US" altLang="zh-CN" sz="1400" b="1">
                  <a:solidFill>
                    <a:schemeClr val="tx1"/>
                  </a:solidFill>
                  <a:latin typeface="Times New Roman" panose="02020603050405020304" charset="0"/>
                  <a:ea typeface="宋体" panose="02010600030101010101" pitchFamily="2" charset="-122"/>
                </a:rPr>
                <a:t>mode,</a:t>
              </a:r>
              <a:endParaRPr lang="en-US" altLang="zh-CN" sz="1400" b="1">
                <a:solidFill>
                  <a:schemeClr val="tx1"/>
                </a:solidFill>
                <a:latin typeface="Times New Roman" panose="02020603050405020304" charset="0"/>
                <a:ea typeface="宋体" panose="02010600030101010101" pitchFamily="2" charset="-122"/>
              </a:endParaRPr>
            </a:p>
            <a:p>
              <a:pPr lvl="0" algn="just">
                <a:lnSpc>
                  <a:spcPct val="120000"/>
                </a:lnSpc>
                <a:buClr>
                  <a:srgbClr val="000000"/>
                </a:buClr>
              </a:pPr>
              <a:r>
                <a:rPr lang="en-US" altLang="zh-CN" sz="1400" b="1">
                  <a:solidFill>
                    <a:schemeClr val="tx1"/>
                  </a:solidFill>
                  <a:latin typeface="Times New Roman" panose="02020603050405020304" charset="0"/>
                  <a:ea typeface="宋体" panose="02010600030101010101" pitchFamily="2" charset="-122"/>
                </a:rPr>
                <a:t>amount,</a:t>
              </a:r>
              <a:endParaRPr lang="en-US" altLang="zh-CN" sz="1400" b="1">
                <a:solidFill>
                  <a:schemeClr val="tx1"/>
                </a:solidFill>
                <a:latin typeface="Times New Roman" panose="02020603050405020304" charset="0"/>
                <a:ea typeface="宋体" panose="02010600030101010101" pitchFamily="2" charset="-122"/>
              </a:endParaRPr>
            </a:p>
            <a:p>
              <a:pPr lvl="0" algn="just">
                <a:lnSpc>
                  <a:spcPct val="120000"/>
                </a:lnSpc>
                <a:buClr>
                  <a:srgbClr val="000000"/>
                </a:buClr>
              </a:pPr>
              <a:r>
                <a:rPr lang="en-US" altLang="zh-CN" sz="1400" b="1">
                  <a:solidFill>
                    <a:schemeClr val="tx1"/>
                  </a:solidFill>
                  <a:latin typeface="Times New Roman" panose="02020603050405020304" charset="0"/>
                  <a:ea typeface="宋体" panose="02010600030101010101" pitchFamily="2" charset="-122"/>
                </a:rPr>
                <a:t>addr);</a:t>
              </a:r>
              <a:endParaRPr lang="en-US" altLang="zh-CN" sz="1400" b="1">
                <a:solidFill>
                  <a:schemeClr val="tx1"/>
                </a:solidFill>
                <a:latin typeface="Times New Roman" panose="02020603050405020304" charset="0"/>
                <a:ea typeface="宋体" panose="02010600030101010101" pitchFamily="2" charset="-122"/>
              </a:endParaRPr>
            </a:p>
            <a:p>
              <a:pPr lvl="0" algn="just">
                <a:lnSpc>
                  <a:spcPct val="120000"/>
                </a:lnSpc>
                <a:buClr>
                  <a:srgbClr val="000000"/>
                </a:buClr>
              </a:pPr>
              <a:endParaRPr lang="en-US" altLang="zh-CN" sz="1400" b="1">
                <a:solidFill>
                  <a:schemeClr val="tx1"/>
                </a:solidFill>
                <a:latin typeface="Times New Roman" panose="02020603050405020304" charset="0"/>
                <a:ea typeface="宋体" panose="02010600030101010101" pitchFamily="2" charset="-122"/>
              </a:endParaRPr>
            </a:p>
            <a:p>
              <a:pPr lvl="0" algn="just">
                <a:lnSpc>
                  <a:spcPct val="120000"/>
                </a:lnSpc>
                <a:buClr>
                  <a:srgbClr val="000000"/>
                </a:buClr>
              </a:pPr>
              <a:r>
                <a:rPr lang="en-US" altLang="zh-CN" sz="1400" b="1">
                  <a:solidFill>
                    <a:schemeClr val="tx1"/>
                  </a:solidFill>
                  <a:latin typeface="Times New Roman" panose="02020603050405020304" charset="0"/>
                  <a:ea typeface="宋体" panose="02010600030101010101" pitchFamily="2" charset="-122"/>
                </a:rPr>
                <a:t>/* </a:t>
              </a:r>
              <a:r>
                <a:rPr lang="zh-CN" altLang="en-US" sz="1400" b="1">
                  <a:solidFill>
                    <a:schemeClr val="tx1"/>
                  </a:solidFill>
                  <a:latin typeface="Times New Roman" panose="02020603050405020304" charset="0"/>
                  <a:ea typeface="宋体" panose="02010600030101010101" pitchFamily="2" charset="-122"/>
                </a:rPr>
                <a:t>等</a:t>
              </a:r>
              <a:r>
                <a:rPr lang="en-US" altLang="zh-CN" sz="1400" b="1">
                  <a:solidFill>
                    <a:schemeClr val="tx1"/>
                  </a:solidFill>
                  <a:latin typeface="Times New Roman" panose="02020603050405020304" charset="0"/>
                  <a:ea typeface="宋体" panose="02010600030101010101" pitchFamily="2" charset="-122"/>
                </a:rPr>
                <a:t>I</a:t>
              </a:r>
              <a:r>
                <a:rPr lang="en-US" altLang="zh-CN" sz="1400" b="1">
                  <a:solidFill>
                    <a:schemeClr val="tx1"/>
                  </a:solidFill>
                  <a:latin typeface="Lucida Console" pitchFamily="1" charset="0"/>
                  <a:ea typeface="宋体" panose="02010600030101010101" pitchFamily="2" charset="-122"/>
                </a:rPr>
                <a:t>/</a:t>
              </a:r>
              <a:r>
                <a:rPr lang="en-US" altLang="zh-CN" sz="1400" b="1">
                  <a:solidFill>
                    <a:schemeClr val="tx1"/>
                  </a:solidFill>
                  <a:latin typeface="Times New Roman" panose="02020603050405020304" charset="0"/>
                  <a:ea typeface="宋体" panose="02010600030101010101" pitchFamily="2" charset="-122"/>
                </a:rPr>
                <a:t>O</a:t>
              </a:r>
              <a:r>
                <a:rPr lang="zh-CN" altLang="en-US" sz="1400" b="1">
                  <a:solidFill>
                    <a:schemeClr val="tx1"/>
                  </a:solidFill>
                  <a:latin typeface="Times New Roman" panose="02020603050405020304" charset="0"/>
                  <a:ea typeface="宋体" panose="02010600030101010101" pitchFamily="2" charset="-122"/>
                </a:rPr>
                <a:t>完成</a:t>
              </a:r>
              <a:r>
                <a:rPr lang="en-US" altLang="zh-CN" sz="1400" b="1">
                  <a:solidFill>
                    <a:schemeClr val="tx1"/>
                  </a:solidFill>
                  <a:latin typeface="Times New Roman" panose="02020603050405020304" charset="0"/>
                  <a:ea typeface="宋体" panose="02010600030101010101" pitchFamily="2" charset="-122"/>
                </a:rPr>
                <a:t>*/</a:t>
              </a:r>
              <a:endParaRPr lang="en-US" altLang="zh-CN" sz="1400" b="1">
                <a:solidFill>
                  <a:schemeClr val="tx1"/>
                </a:solidFill>
                <a:latin typeface="Times New Roman" panose="02020603050405020304" charset="0"/>
                <a:ea typeface="宋体" panose="02010600030101010101" pitchFamily="2" charset="-122"/>
              </a:endParaRPr>
            </a:p>
            <a:p>
              <a:pPr lvl="0" algn="just">
                <a:lnSpc>
                  <a:spcPct val="120000"/>
                </a:lnSpc>
                <a:buClr>
                  <a:srgbClr val="000000"/>
                </a:buClr>
              </a:pPr>
              <a:r>
                <a:rPr lang="en-US" altLang="zh-CN" sz="1400" b="1">
                  <a:solidFill>
                    <a:schemeClr val="tx1"/>
                  </a:solidFill>
                  <a:latin typeface="Times New Roman" panose="02020603050405020304" charset="0"/>
                  <a:ea typeface="宋体" panose="02010600030101010101" pitchFamily="2" charset="-122"/>
                </a:rPr>
                <a:t>         ...</a:t>
              </a:r>
              <a:endParaRPr lang="en-US" altLang="zh-CN" sz="1400" b="1">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83974" name="文本框 64518"/>
            <p:cNvSpPr txBox="1"/>
            <p:nvPr/>
          </p:nvSpPr>
          <p:spPr>
            <a:xfrm>
              <a:off x="1371" y="297"/>
              <a:ext cx="1070" cy="1843"/>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lnSpc>
                  <a:spcPct val="120000"/>
                </a:lnSpc>
                <a:spcBef>
                  <a:spcPct val="20000"/>
                </a:spcBef>
                <a:buClr>
                  <a:srgbClr val="000000"/>
                </a:buClr>
              </a:pPr>
              <a:r>
                <a:rPr lang="zh-CN" altLang="en-US" sz="1400" b="1">
                  <a:solidFill>
                    <a:schemeClr val="tx1"/>
                  </a:solidFill>
                  <a:latin typeface="Times New Roman" panose="02020603050405020304" charset="0"/>
                  <a:ea typeface="宋体" panose="02010600030101010101" pitchFamily="2" charset="-122"/>
                </a:rPr>
                <a:t>标识设备；</a:t>
              </a:r>
              <a:endParaRPr lang="zh-CN" altLang="en-US" sz="1400" b="1">
                <a:solidFill>
                  <a:schemeClr val="tx1"/>
                </a:solidFill>
                <a:latin typeface="Times New Roman" panose="02020603050405020304" charset="0"/>
                <a:ea typeface="宋体" panose="02010600030101010101" pitchFamily="2" charset="-122"/>
              </a:endParaRPr>
            </a:p>
            <a:p>
              <a:pPr lvl="0" algn="just">
                <a:lnSpc>
                  <a:spcPct val="120000"/>
                </a:lnSpc>
                <a:spcBef>
                  <a:spcPct val="20000"/>
                </a:spcBef>
                <a:buClr>
                  <a:srgbClr val="000000"/>
                </a:buClr>
              </a:pPr>
              <a:r>
                <a:rPr lang="zh-CN" altLang="en-US" sz="1400" b="1">
                  <a:solidFill>
                    <a:schemeClr val="tx1"/>
                  </a:solidFill>
                  <a:latin typeface="Times New Roman" panose="02020603050405020304" charset="0"/>
                  <a:ea typeface="宋体" panose="02010600030101010101" pitchFamily="2" charset="-122"/>
                </a:rPr>
                <a:t>执行出错检查；</a:t>
              </a:r>
              <a:endParaRPr lang="zh-CN" altLang="en-US" sz="1400" b="1">
                <a:solidFill>
                  <a:schemeClr val="tx1"/>
                </a:solidFill>
                <a:latin typeface="Times New Roman" panose="02020603050405020304" charset="0"/>
                <a:ea typeface="宋体" panose="02010600030101010101" pitchFamily="2" charset="-122"/>
              </a:endParaRPr>
            </a:p>
            <a:p>
              <a:pPr lvl="0" algn="just">
                <a:lnSpc>
                  <a:spcPct val="120000"/>
                </a:lnSpc>
                <a:spcBef>
                  <a:spcPct val="20000"/>
                </a:spcBef>
                <a:buClr>
                  <a:srgbClr val="000000"/>
                </a:buClr>
              </a:pPr>
              <a:r>
                <a:rPr lang="zh-CN" altLang="en-US" sz="1400" b="1">
                  <a:solidFill>
                    <a:schemeClr val="tx1"/>
                  </a:solidFill>
                  <a:latin typeface="Times New Roman" panose="02020603050405020304" charset="0"/>
                  <a:ea typeface="宋体" panose="02010600030101010101" pitchFamily="2" charset="-122"/>
                </a:rPr>
                <a:t>构成</a:t>
              </a:r>
              <a:r>
                <a:rPr lang="en-US" altLang="zh-CN" sz="1400" b="1">
                  <a:solidFill>
                    <a:schemeClr val="tx1"/>
                  </a:solidFill>
                  <a:latin typeface="Times New Roman" panose="02020603050405020304" charset="0"/>
                  <a:ea typeface="宋体" panose="02010600030101010101" pitchFamily="2" charset="-122"/>
                </a:rPr>
                <a:t>io</a:t>
              </a:r>
              <a:r>
                <a:rPr lang="zh-CN" altLang="en-US" sz="1400" b="1">
                  <a:solidFill>
                    <a:schemeClr val="tx1"/>
                  </a:solidFill>
                  <a:latin typeface="Times New Roman" panose="02020603050405020304" charset="0"/>
                  <a:ea typeface="宋体" panose="02010600030101010101" pitchFamily="2" charset="-122"/>
                </a:rPr>
                <a:t>r</a:t>
              </a:r>
              <a:r>
                <a:rPr lang="en-US" altLang="zh-CN" sz="1400" b="1">
                  <a:solidFill>
                    <a:schemeClr val="tx1"/>
                  </a:solidFill>
                  <a:latin typeface="Times New Roman" panose="02020603050405020304" charset="0"/>
                  <a:ea typeface="宋体" panose="02010600030101010101" pitchFamily="2" charset="-122"/>
                </a:rPr>
                <a:t>b;</a:t>
              </a:r>
              <a:endParaRPr lang="en-US" altLang="zh-CN" sz="1400" b="1">
                <a:solidFill>
                  <a:schemeClr val="tx1"/>
                </a:solidFill>
                <a:latin typeface="Times New Roman" panose="02020603050405020304" charset="0"/>
                <a:ea typeface="宋体" panose="02010600030101010101" pitchFamily="2" charset="-122"/>
              </a:endParaRPr>
            </a:p>
            <a:p>
              <a:pPr lvl="0" algn="just">
                <a:lnSpc>
                  <a:spcPct val="120000"/>
                </a:lnSpc>
                <a:spcBef>
                  <a:spcPct val="20000"/>
                </a:spcBef>
                <a:buClr>
                  <a:srgbClr val="000000"/>
                </a:buClr>
              </a:pPr>
              <a:r>
                <a:rPr lang="zh-CN" altLang="en-US" sz="1400" b="1">
                  <a:solidFill>
                    <a:schemeClr val="tx1"/>
                  </a:solidFill>
                  <a:latin typeface="Times New Roman" panose="02020603050405020304" charset="0"/>
                  <a:ea typeface="宋体" panose="02010600030101010101" pitchFamily="2" charset="-122"/>
                </a:rPr>
                <a:t>将</a:t>
              </a:r>
              <a:r>
                <a:rPr lang="en-US" altLang="zh-CN" sz="1400" b="1">
                  <a:solidFill>
                    <a:schemeClr val="tx1"/>
                  </a:solidFill>
                  <a:latin typeface="Times New Roman" panose="02020603050405020304" charset="0"/>
                  <a:ea typeface="宋体" panose="02010600030101010101" pitchFamily="2" charset="-122"/>
                </a:rPr>
                <a:t>io</a:t>
              </a:r>
              <a:r>
                <a:rPr lang="zh-CN" altLang="en-US" sz="1400" b="1">
                  <a:solidFill>
                    <a:schemeClr val="tx1"/>
                  </a:solidFill>
                  <a:latin typeface="Times New Roman" panose="02020603050405020304" charset="0"/>
                  <a:ea typeface="宋体" panose="02010600030101010101" pitchFamily="2" charset="-122"/>
                </a:rPr>
                <a:t>r</a:t>
              </a:r>
              <a:r>
                <a:rPr lang="en-US" altLang="zh-CN" sz="1400" b="1">
                  <a:solidFill>
                    <a:schemeClr val="tx1"/>
                  </a:solidFill>
                  <a:latin typeface="Times New Roman" panose="02020603050405020304" charset="0"/>
                  <a:ea typeface="宋体" panose="02010600030101010101" pitchFamily="2" charset="-122"/>
                </a:rPr>
                <a:t>b</a:t>
              </a:r>
              <a:r>
                <a:rPr lang="zh-CN" altLang="en-US" sz="1400" b="1">
                  <a:solidFill>
                    <a:schemeClr val="tx1"/>
                  </a:solidFill>
                  <a:latin typeface="Times New Roman" panose="02020603050405020304" charset="0"/>
                  <a:ea typeface="宋体" panose="02010600030101010101" pitchFamily="2" charset="-122"/>
                </a:rPr>
                <a:t>送入设备请求队列；</a:t>
              </a:r>
              <a:endParaRPr lang="zh-CN" altLang="en-US" sz="1400" b="1">
                <a:solidFill>
                  <a:schemeClr val="tx1"/>
                </a:solidFill>
                <a:latin typeface="Times New Roman" panose="02020603050405020304" charset="0"/>
                <a:ea typeface="宋体" panose="02010600030101010101" pitchFamily="2" charset="-122"/>
              </a:endParaRPr>
            </a:p>
            <a:p>
              <a:pPr lvl="0" algn="just">
                <a:lnSpc>
                  <a:spcPct val="120000"/>
                </a:lnSpc>
                <a:spcBef>
                  <a:spcPct val="20000"/>
                </a:spcBef>
                <a:buClr>
                  <a:srgbClr val="000000"/>
                </a:buClr>
              </a:pPr>
              <a:r>
                <a:rPr lang="zh-CN" altLang="en-US" sz="1400" b="1">
                  <a:solidFill>
                    <a:schemeClr val="tx1"/>
                  </a:solidFill>
                  <a:latin typeface="Times New Roman" panose="02020603050405020304" charset="0"/>
                  <a:ea typeface="宋体" panose="02010600030101010101" pitchFamily="2" charset="-122"/>
                </a:rPr>
                <a:t>唤醒因等待</a:t>
              </a:r>
              <a:r>
                <a:rPr lang="en-US" altLang="zh-CN" sz="1400" b="1">
                  <a:solidFill>
                    <a:schemeClr val="tx1"/>
                  </a:solidFill>
                  <a:latin typeface="Times New Roman" panose="02020603050405020304" charset="0"/>
                  <a:ea typeface="宋体" panose="02010600030101010101" pitchFamily="2" charset="-122"/>
                </a:rPr>
                <a:t>I</a:t>
              </a:r>
              <a:r>
                <a:rPr lang="en-US" altLang="zh-CN" sz="1400" b="1">
                  <a:solidFill>
                    <a:schemeClr val="tx1"/>
                  </a:solidFill>
                  <a:latin typeface="Lucida Console" pitchFamily="1" charset="0"/>
                  <a:ea typeface="宋体" panose="02010600030101010101" pitchFamily="2" charset="-122"/>
                </a:rPr>
                <a:t>/</a:t>
              </a:r>
              <a:r>
                <a:rPr lang="en-US" altLang="zh-CN" sz="1400" b="1">
                  <a:solidFill>
                    <a:schemeClr val="tx1"/>
                  </a:solidFill>
                  <a:latin typeface="Times New Roman" panose="02020603050405020304" charset="0"/>
                  <a:ea typeface="宋体" panose="02010600030101010101" pitchFamily="2" charset="-122"/>
                </a:rPr>
                <a:t>O</a:t>
              </a:r>
              <a:r>
                <a:rPr lang="zh-CN" altLang="en-US" sz="1400" b="1">
                  <a:solidFill>
                    <a:schemeClr val="tx1"/>
                  </a:solidFill>
                  <a:latin typeface="Times New Roman" panose="02020603050405020304" charset="0"/>
                  <a:ea typeface="宋体" panose="02010600030101010101" pitchFamily="2" charset="-122"/>
                </a:rPr>
                <a:t>请求块而睡眠的</a:t>
              </a:r>
              <a:r>
                <a:rPr lang="en-US" altLang="zh-CN" sz="1400" b="1">
                  <a:solidFill>
                    <a:schemeClr val="tx1"/>
                  </a:solidFill>
                  <a:latin typeface="Times New Roman" panose="02020603050405020304" charset="0"/>
                  <a:ea typeface="宋体" panose="02010600030101010101" pitchFamily="2" charset="-122"/>
                </a:rPr>
                <a:t>I</a:t>
              </a:r>
              <a:r>
                <a:rPr lang="en-US" altLang="zh-CN" sz="1400" b="1">
                  <a:solidFill>
                    <a:schemeClr val="tx1"/>
                  </a:solidFill>
                  <a:latin typeface="Lucida Console" pitchFamily="1" charset="0"/>
                  <a:ea typeface="宋体" panose="02010600030101010101" pitchFamily="2" charset="-122"/>
                </a:rPr>
                <a:t>/</a:t>
              </a:r>
              <a:r>
                <a:rPr lang="en-US" altLang="zh-CN" sz="1400" b="1">
                  <a:solidFill>
                    <a:schemeClr val="tx1"/>
                  </a:solidFill>
                  <a:latin typeface="Times New Roman" panose="02020603050405020304" charset="0"/>
                  <a:ea typeface="宋体" panose="02010600030101010101" pitchFamily="2" charset="-122"/>
                </a:rPr>
                <a:t>O</a:t>
              </a:r>
              <a:r>
                <a:rPr lang="zh-CN" altLang="en-US" sz="1400" b="1">
                  <a:solidFill>
                    <a:schemeClr val="tx1"/>
                  </a:solidFill>
                  <a:latin typeface="Times New Roman" panose="02020603050405020304" charset="0"/>
                  <a:ea typeface="宋体" panose="02010600030101010101" pitchFamily="2" charset="-122"/>
                </a:rPr>
                <a:t>进程；</a:t>
              </a:r>
              <a:endParaRPr lang="zh-CN" altLang="en-US" sz="1400" b="1">
                <a:solidFill>
                  <a:schemeClr val="tx1"/>
                </a:solidFill>
                <a:latin typeface="Times New Roman" panose="02020603050405020304" charset="0"/>
                <a:ea typeface="宋体" panose="02010600030101010101" pitchFamily="2" charset="-122"/>
              </a:endParaRPr>
            </a:p>
          </p:txBody>
        </p:sp>
        <p:sp>
          <p:nvSpPr>
            <p:cNvPr id="83975" name="文本框 64519"/>
            <p:cNvSpPr txBox="1"/>
            <p:nvPr/>
          </p:nvSpPr>
          <p:spPr>
            <a:xfrm>
              <a:off x="2734" y="297"/>
              <a:ext cx="1070" cy="1843"/>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lnSpc>
                  <a:spcPct val="120000"/>
                </a:lnSpc>
                <a:spcBef>
                  <a:spcPct val="20000"/>
                </a:spcBef>
                <a:buClr>
                  <a:srgbClr val="000000"/>
                </a:buClr>
              </a:pPr>
              <a:r>
                <a:rPr lang="zh-CN" altLang="en-US" sz="1400" b="1">
                  <a:solidFill>
                    <a:schemeClr val="tx1"/>
                  </a:solidFill>
                  <a:latin typeface="Times New Roman" panose="02020603050405020304" charset="0"/>
                  <a:ea typeface="宋体" panose="02010600030101010101" pitchFamily="2" charset="-122"/>
                </a:rPr>
                <a:t>取</a:t>
              </a:r>
              <a:r>
                <a:rPr lang="en-US" altLang="zh-CN" sz="1400" b="1">
                  <a:solidFill>
                    <a:schemeClr val="tx1"/>
                  </a:solidFill>
                  <a:latin typeface="Times New Roman" panose="02020603050405020304" charset="0"/>
                  <a:ea typeface="宋体" panose="02010600030101010101" pitchFamily="2" charset="-122"/>
                </a:rPr>
                <a:t>io</a:t>
              </a:r>
              <a:r>
                <a:rPr lang="zh-CN" altLang="en-US" sz="1400" b="1">
                  <a:solidFill>
                    <a:schemeClr val="tx1"/>
                  </a:solidFill>
                  <a:latin typeface="Times New Roman" panose="02020603050405020304" charset="0"/>
                  <a:ea typeface="宋体" panose="02010600030101010101" pitchFamily="2" charset="-122"/>
                </a:rPr>
                <a:t>r</a:t>
              </a:r>
              <a:r>
                <a:rPr lang="en-US" altLang="zh-CN" sz="1400" b="1">
                  <a:solidFill>
                    <a:schemeClr val="tx1"/>
                  </a:solidFill>
                  <a:latin typeface="Times New Roman" panose="02020603050405020304" charset="0"/>
                  <a:ea typeface="宋体" panose="02010600030101010101" pitchFamily="2" charset="-122"/>
                </a:rPr>
                <a:t>b;</a:t>
              </a:r>
              <a:endParaRPr lang="en-US" altLang="zh-CN" sz="1400" b="1">
                <a:solidFill>
                  <a:schemeClr val="tx1"/>
                </a:solidFill>
                <a:latin typeface="Times New Roman" panose="02020603050405020304" charset="0"/>
                <a:ea typeface="宋体" panose="02010600030101010101" pitchFamily="2" charset="-122"/>
              </a:endParaRPr>
            </a:p>
            <a:p>
              <a:pPr lvl="0" algn="just">
                <a:lnSpc>
                  <a:spcPct val="120000"/>
                </a:lnSpc>
                <a:spcBef>
                  <a:spcPct val="20000"/>
                </a:spcBef>
                <a:buClr>
                  <a:srgbClr val="000000"/>
                </a:buClr>
              </a:pPr>
              <a:r>
                <a:rPr lang="zh-CN" altLang="en-US" sz="1400" b="1">
                  <a:solidFill>
                    <a:schemeClr val="tx1"/>
                  </a:solidFill>
                  <a:latin typeface="Times New Roman" panose="02020603050405020304" charset="0"/>
                  <a:ea typeface="宋体" panose="02010600030101010101" pitchFamily="2" charset="-122"/>
                </a:rPr>
                <a:t>如无</a:t>
              </a:r>
              <a:r>
                <a:rPr lang="en-US" altLang="zh-CN" sz="1400" b="1">
                  <a:solidFill>
                    <a:schemeClr val="tx1"/>
                  </a:solidFill>
                  <a:latin typeface="Times New Roman" panose="02020603050405020304" charset="0"/>
                  <a:ea typeface="宋体" panose="02010600030101010101" pitchFamily="2" charset="-122"/>
                </a:rPr>
                <a:t>io</a:t>
              </a:r>
              <a:r>
                <a:rPr lang="zh-CN" altLang="en-US" sz="1400" b="1">
                  <a:solidFill>
                    <a:schemeClr val="tx1"/>
                  </a:solidFill>
                  <a:latin typeface="Times New Roman" panose="02020603050405020304" charset="0"/>
                  <a:ea typeface="宋体" panose="02010600030101010101" pitchFamily="2" charset="-122"/>
                </a:rPr>
                <a:t>r</a:t>
              </a:r>
              <a:r>
                <a:rPr lang="en-US" altLang="zh-CN" sz="1400" b="1">
                  <a:solidFill>
                    <a:schemeClr val="tx1"/>
                  </a:solidFill>
                  <a:latin typeface="Times New Roman" panose="02020603050405020304" charset="0"/>
                  <a:ea typeface="宋体" panose="02010600030101010101" pitchFamily="2" charset="-122"/>
                </a:rPr>
                <a:t>b</a:t>
              </a:r>
              <a:r>
                <a:rPr lang="zh-CN" altLang="en-US" sz="1400" b="1">
                  <a:solidFill>
                    <a:schemeClr val="tx1"/>
                  </a:solidFill>
                  <a:latin typeface="Times New Roman" panose="02020603050405020304" charset="0"/>
                  <a:ea typeface="宋体" panose="02010600030101010101" pitchFamily="2" charset="-122"/>
                </a:rPr>
                <a:t>则等待；</a:t>
              </a:r>
              <a:endParaRPr lang="zh-CN" altLang="en-US" sz="1400" b="1">
                <a:solidFill>
                  <a:schemeClr val="tx1"/>
                </a:solidFill>
                <a:latin typeface="Times New Roman" panose="02020603050405020304" charset="0"/>
                <a:ea typeface="宋体" panose="02010600030101010101" pitchFamily="2" charset="-122"/>
              </a:endParaRPr>
            </a:p>
            <a:p>
              <a:pPr lvl="0" algn="just">
                <a:lnSpc>
                  <a:spcPct val="120000"/>
                </a:lnSpc>
                <a:spcBef>
                  <a:spcPct val="20000"/>
                </a:spcBef>
                <a:buClr>
                  <a:srgbClr val="000000"/>
                </a:buClr>
              </a:pPr>
              <a:r>
                <a:rPr lang="zh-CN" altLang="en-US" sz="1400" b="1">
                  <a:solidFill>
                    <a:schemeClr val="tx1"/>
                  </a:solidFill>
                  <a:latin typeface="Times New Roman" panose="02020603050405020304" charset="0"/>
                  <a:ea typeface="宋体" panose="02010600030101010101" pitchFamily="2" charset="-122"/>
                </a:rPr>
                <a:t>启动</a:t>
              </a:r>
              <a:r>
                <a:rPr lang="en-US" altLang="zh-CN" sz="1400" b="1">
                  <a:solidFill>
                    <a:schemeClr val="tx1"/>
                  </a:solidFill>
                  <a:latin typeface="Times New Roman" panose="02020603050405020304" charset="0"/>
                  <a:ea typeface="宋体" panose="02010600030101010101" pitchFamily="2" charset="-122"/>
                </a:rPr>
                <a:t>I</a:t>
              </a:r>
              <a:r>
                <a:rPr lang="en-US" altLang="zh-CN" sz="1400" b="1">
                  <a:solidFill>
                    <a:schemeClr val="tx1"/>
                  </a:solidFill>
                  <a:latin typeface="Lucida Console" pitchFamily="1" charset="0"/>
                  <a:ea typeface="宋体" panose="02010600030101010101" pitchFamily="2" charset="-122"/>
                </a:rPr>
                <a:t>/</a:t>
              </a:r>
              <a:r>
                <a:rPr lang="en-US" altLang="zh-CN" sz="1400" b="1">
                  <a:solidFill>
                    <a:schemeClr val="tx1"/>
                  </a:solidFill>
                  <a:latin typeface="Times New Roman" panose="02020603050405020304" charset="0"/>
                  <a:ea typeface="宋体" panose="02010600030101010101" pitchFamily="2" charset="-122"/>
                </a:rPr>
                <a:t>O</a:t>
              </a:r>
              <a:r>
                <a:rPr lang="zh-CN" altLang="en-US" sz="1400" b="1">
                  <a:solidFill>
                    <a:schemeClr val="tx1"/>
                  </a:solidFill>
                  <a:latin typeface="Times New Roman" panose="02020603050405020304" charset="0"/>
                  <a:ea typeface="宋体" panose="02010600030101010101" pitchFamily="2" charset="-122"/>
                </a:rPr>
                <a:t>操作；</a:t>
              </a:r>
              <a:endParaRPr lang="zh-CN" altLang="en-US" sz="1400" b="1">
                <a:solidFill>
                  <a:schemeClr val="tx1"/>
                </a:solidFill>
                <a:latin typeface="Times New Roman" panose="02020603050405020304" charset="0"/>
                <a:ea typeface="宋体" panose="02010600030101010101" pitchFamily="2" charset="-122"/>
              </a:endParaRPr>
            </a:p>
            <a:p>
              <a:pPr lvl="0" algn="just">
                <a:lnSpc>
                  <a:spcPct val="120000"/>
                </a:lnSpc>
                <a:spcBef>
                  <a:spcPct val="20000"/>
                </a:spcBef>
                <a:buClr>
                  <a:srgbClr val="000000"/>
                </a:buClr>
              </a:pPr>
              <a:r>
                <a:rPr lang="en-US" altLang="zh-CN" sz="1400" b="1">
                  <a:solidFill>
                    <a:schemeClr val="tx1"/>
                  </a:solidFill>
                  <a:latin typeface="Times New Roman" panose="02020603050405020304" charset="0"/>
                  <a:ea typeface="宋体" panose="02010600030101010101" pitchFamily="2" charset="-122"/>
                </a:rPr>
                <a:t>/*</a:t>
              </a:r>
              <a:r>
                <a:rPr lang="zh-CN" altLang="en-US" sz="1400" b="1">
                  <a:solidFill>
                    <a:schemeClr val="tx1"/>
                  </a:solidFill>
                  <a:latin typeface="Times New Roman" panose="02020603050405020304" charset="0"/>
                  <a:ea typeface="宋体" panose="02010600030101010101" pitchFamily="2" charset="-122"/>
                </a:rPr>
                <a:t>等</a:t>
              </a:r>
              <a:r>
                <a:rPr lang="en-US" altLang="zh-CN" sz="1400" b="1">
                  <a:solidFill>
                    <a:schemeClr val="tx1"/>
                  </a:solidFill>
                  <a:latin typeface="Times New Roman" panose="02020603050405020304" charset="0"/>
                  <a:ea typeface="宋体" panose="02010600030101010101" pitchFamily="2" charset="-122"/>
                </a:rPr>
                <a:t>I</a:t>
              </a:r>
              <a:r>
                <a:rPr lang="en-US" altLang="zh-CN" sz="1400" b="1">
                  <a:solidFill>
                    <a:schemeClr val="tx1"/>
                  </a:solidFill>
                  <a:latin typeface="Lucida Console" pitchFamily="1" charset="0"/>
                  <a:ea typeface="宋体" panose="02010600030101010101" pitchFamily="2" charset="-122"/>
                </a:rPr>
                <a:t>/</a:t>
              </a:r>
              <a:r>
                <a:rPr lang="en-US" altLang="zh-CN" sz="1400" b="1">
                  <a:solidFill>
                    <a:schemeClr val="tx1"/>
                  </a:solidFill>
                  <a:latin typeface="Times New Roman" panose="02020603050405020304" charset="0"/>
                  <a:ea typeface="宋体" panose="02010600030101010101" pitchFamily="2" charset="-122"/>
                </a:rPr>
                <a:t>O</a:t>
              </a:r>
              <a:r>
                <a:rPr lang="zh-CN" altLang="en-US" sz="1400" b="1">
                  <a:solidFill>
                    <a:schemeClr val="tx1"/>
                  </a:solidFill>
                  <a:latin typeface="Times New Roman" panose="02020603050405020304" charset="0"/>
                  <a:ea typeface="宋体" panose="02010600030101010101" pitchFamily="2" charset="-122"/>
                </a:rPr>
                <a:t>完成</a:t>
              </a:r>
              <a:r>
                <a:rPr lang="en-US" altLang="zh-CN" sz="1400" b="1">
                  <a:solidFill>
                    <a:schemeClr val="tx1"/>
                  </a:solidFill>
                  <a:latin typeface="Times New Roman" panose="02020603050405020304" charset="0"/>
                  <a:ea typeface="宋体" panose="02010600030101010101" pitchFamily="2" charset="-122"/>
                </a:rPr>
                <a:t>*/</a:t>
              </a:r>
              <a:endParaRPr lang="en-US" altLang="zh-CN" sz="1400" b="1">
                <a:solidFill>
                  <a:schemeClr val="tx1"/>
                </a:solidFill>
                <a:latin typeface="Times New Roman" panose="02020603050405020304" charset="0"/>
                <a:ea typeface="宋体" panose="02010600030101010101" pitchFamily="2" charset="-122"/>
              </a:endParaRPr>
            </a:p>
            <a:p>
              <a:pPr lvl="0" algn="just">
                <a:lnSpc>
                  <a:spcPct val="120000"/>
                </a:lnSpc>
                <a:spcBef>
                  <a:spcPct val="20000"/>
                </a:spcBef>
                <a:buClr>
                  <a:srgbClr val="000000"/>
                </a:buClr>
              </a:pPr>
              <a:r>
                <a:rPr lang="zh-CN" altLang="en-US" sz="1400" b="1">
                  <a:solidFill>
                    <a:schemeClr val="tx1"/>
                  </a:solidFill>
                  <a:latin typeface="Times New Roman" panose="02020603050405020304" charset="0"/>
                  <a:ea typeface="宋体" panose="02010600030101010101" pitchFamily="2" charset="-122"/>
                </a:rPr>
                <a:t>执行出错检查；</a:t>
              </a:r>
              <a:endParaRPr lang="zh-CN" altLang="en-US" sz="1400" b="1">
                <a:solidFill>
                  <a:schemeClr val="tx1"/>
                </a:solidFill>
                <a:latin typeface="Times New Roman" panose="02020603050405020304" charset="0"/>
                <a:ea typeface="宋体" panose="02010600030101010101" pitchFamily="2" charset="-122"/>
              </a:endParaRPr>
            </a:p>
            <a:p>
              <a:pPr lvl="0" algn="just">
                <a:lnSpc>
                  <a:spcPct val="120000"/>
                </a:lnSpc>
                <a:spcBef>
                  <a:spcPct val="20000"/>
                </a:spcBef>
                <a:buClr>
                  <a:srgbClr val="000000"/>
                </a:buClr>
              </a:pPr>
              <a:r>
                <a:rPr lang="zh-CN" altLang="en-US" sz="1400" b="1">
                  <a:solidFill>
                    <a:schemeClr val="tx1"/>
                  </a:solidFill>
                  <a:latin typeface="Times New Roman" panose="02020603050405020304" charset="0"/>
                  <a:ea typeface="宋体" panose="02010600030101010101" pitchFamily="2" charset="-122"/>
                </a:rPr>
                <a:t>          </a:t>
              </a:r>
              <a:r>
                <a:rPr lang="en-US" altLang="zh-CN" sz="1400" b="1">
                  <a:solidFill>
                    <a:schemeClr val="tx1"/>
                  </a:solidFill>
                  <a:latin typeface="Times New Roman" panose="02020603050405020304" charset="0"/>
                  <a:ea typeface="宋体" panose="02010600030101010101" pitchFamily="2" charset="-122"/>
                </a:rPr>
                <a:t>...</a:t>
              </a:r>
              <a:endParaRPr lang="en-US" altLang="zh-CN" sz="1400" b="1">
                <a:solidFill>
                  <a:schemeClr val="tx1"/>
                </a:solidFill>
                <a:latin typeface="Times New Roman" panose="02020603050405020304" charset="0"/>
                <a:ea typeface="宋体" panose="02010600030101010101" pitchFamily="2" charset="-122"/>
                <a:sym typeface="MT Extra" panose="05050102010205020202" pitchFamily="2" charset="2"/>
              </a:endParaRPr>
            </a:p>
            <a:p>
              <a:pPr lvl="0" algn="just">
                <a:lnSpc>
                  <a:spcPct val="120000"/>
                </a:lnSpc>
                <a:spcBef>
                  <a:spcPct val="20000"/>
                </a:spcBef>
                <a:buClr>
                  <a:srgbClr val="000000"/>
                </a:buClr>
              </a:pPr>
              <a:r>
                <a:rPr lang="zh-CN" altLang="en-US" sz="1400" b="1">
                  <a:solidFill>
                    <a:schemeClr val="tx1"/>
                  </a:solidFill>
                  <a:latin typeface="Times New Roman" panose="02020603050405020304" charset="0"/>
                  <a:ea typeface="宋体" panose="02010600030101010101" pitchFamily="2" charset="-122"/>
                </a:rPr>
                <a:t>唤醒等待</a:t>
              </a:r>
              <a:r>
                <a:rPr lang="en-US" altLang="zh-CN" sz="1400" b="1">
                  <a:solidFill>
                    <a:schemeClr val="tx1"/>
                  </a:solidFill>
                  <a:latin typeface="Times New Roman" panose="02020603050405020304" charset="0"/>
                  <a:ea typeface="宋体" panose="02010600030101010101" pitchFamily="2" charset="-122"/>
                </a:rPr>
                <a:t>I</a:t>
              </a:r>
              <a:r>
                <a:rPr lang="en-US" altLang="zh-CN" sz="1400" b="1">
                  <a:solidFill>
                    <a:schemeClr val="tx1"/>
                  </a:solidFill>
                  <a:latin typeface="Lucida Console" pitchFamily="1" charset="0"/>
                  <a:ea typeface="宋体" panose="02010600030101010101" pitchFamily="2" charset="-122"/>
                </a:rPr>
                <a:t>/</a:t>
              </a:r>
              <a:r>
                <a:rPr lang="en-US" altLang="zh-CN" sz="1400" b="1">
                  <a:solidFill>
                    <a:schemeClr val="tx1"/>
                  </a:solidFill>
                  <a:latin typeface="Times New Roman" panose="02020603050405020304" charset="0"/>
                  <a:ea typeface="宋体" panose="02010600030101010101" pitchFamily="2" charset="-122"/>
                </a:rPr>
                <a:t>O</a:t>
              </a:r>
              <a:r>
                <a:rPr lang="zh-CN" altLang="en-US" sz="1400" b="1">
                  <a:solidFill>
                    <a:schemeClr val="tx1"/>
                  </a:solidFill>
                  <a:latin typeface="Times New Roman" panose="02020603050405020304" charset="0"/>
                  <a:ea typeface="宋体" panose="02010600030101010101" pitchFamily="2" charset="-122"/>
                </a:rPr>
                <a:t>的进程；</a:t>
              </a:r>
              <a:endParaRPr lang="zh-CN" altLang="en-US" sz="1400" b="1">
                <a:solidFill>
                  <a:schemeClr val="tx1"/>
                </a:solidFill>
                <a:latin typeface="Times New Roman" panose="02020603050405020304" charset="0"/>
                <a:ea typeface="宋体" panose="02010600030101010101" pitchFamily="2" charset="-122"/>
              </a:endParaRPr>
            </a:p>
          </p:txBody>
        </p:sp>
        <p:sp>
          <p:nvSpPr>
            <p:cNvPr id="83976" name="直接连接符 64520"/>
            <p:cNvSpPr/>
            <p:nvPr/>
          </p:nvSpPr>
          <p:spPr>
            <a:xfrm>
              <a:off x="1125" y="0"/>
              <a:ext cx="0" cy="2462"/>
            </a:xfrm>
            <a:prstGeom prst="line">
              <a:avLst/>
            </a:prstGeom>
            <a:ln w="38100" cap="flat" cmpd="sng">
              <a:solidFill>
                <a:srgbClr val="000000"/>
              </a:solidFill>
              <a:prstDash val="solid"/>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3977" name="文本框 64521"/>
            <p:cNvSpPr txBox="1"/>
            <p:nvPr/>
          </p:nvSpPr>
          <p:spPr>
            <a:xfrm>
              <a:off x="4197" y="364"/>
              <a:ext cx="672" cy="308"/>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buClr>
                  <a:srgbClr val="000000"/>
                </a:buClr>
              </a:pPr>
              <a:r>
                <a:rPr lang="en-US" altLang="zh-CN" sz="1400" b="1">
                  <a:solidFill>
                    <a:schemeClr val="tx1"/>
                  </a:solidFill>
                  <a:latin typeface="Times New Roman" panose="02020603050405020304" charset="0"/>
                  <a:ea typeface="宋体" panose="02010600030101010101" pitchFamily="2" charset="-122"/>
                </a:rPr>
                <a:t>I</a:t>
              </a:r>
              <a:r>
                <a:rPr lang="en-US" altLang="zh-CN" sz="1400" b="1">
                  <a:solidFill>
                    <a:schemeClr val="tx1"/>
                  </a:solidFill>
                  <a:latin typeface="Lucida Console" pitchFamily="1" charset="0"/>
                  <a:ea typeface="宋体" panose="02010600030101010101" pitchFamily="2" charset="-122"/>
                </a:rPr>
                <a:t>/</a:t>
              </a:r>
              <a:r>
                <a:rPr lang="en-US" altLang="zh-CN" sz="1400" b="1">
                  <a:solidFill>
                    <a:schemeClr val="tx1"/>
                  </a:solidFill>
                  <a:latin typeface="Times New Roman" panose="02020603050405020304" charset="0"/>
                  <a:ea typeface="宋体" panose="02010600030101010101" pitchFamily="2" charset="-122"/>
                </a:rPr>
                <a:t>O</a:t>
              </a:r>
              <a:r>
                <a:rPr lang="zh-CN" altLang="en-US" sz="1400" b="1">
                  <a:solidFill>
                    <a:schemeClr val="tx1"/>
                  </a:solidFill>
                  <a:latin typeface="Times New Roman" panose="02020603050405020304" charset="0"/>
                  <a:ea typeface="宋体" panose="02010600030101010101" pitchFamily="2" charset="-122"/>
                </a:rPr>
                <a:t>设备</a:t>
              </a:r>
              <a:endParaRPr lang="zh-CN" altLang="en-US" sz="1400" b="1">
                <a:solidFill>
                  <a:schemeClr val="tx1"/>
                </a:solidFill>
                <a:latin typeface="Times New Roman" panose="02020603050405020304" charset="0"/>
                <a:ea typeface="宋体" panose="02010600030101010101" pitchFamily="2" charset="-122"/>
              </a:endParaRPr>
            </a:p>
          </p:txBody>
        </p:sp>
        <p:sp>
          <p:nvSpPr>
            <p:cNvPr id="83978" name="文本框 64522"/>
            <p:cNvSpPr txBox="1"/>
            <p:nvPr/>
          </p:nvSpPr>
          <p:spPr>
            <a:xfrm>
              <a:off x="4087" y="1157"/>
              <a:ext cx="886" cy="975"/>
            </a:xfrm>
            <a:prstGeom prst="rect">
              <a:avLst/>
            </a:prstGeom>
            <a:solidFill>
              <a:srgbClr val="FFFFFF"/>
            </a:solidFill>
            <a:ln w="9525" cap="flat" cmpd="sng">
              <a:solidFill>
                <a:srgbClr val="000000"/>
              </a:solidFill>
              <a:prstDash val="solid"/>
              <a:miter/>
              <a:headEnd type="none" w="med" len="med"/>
              <a:tailEnd type="none" w="med" len="med"/>
            </a:ln>
          </p:spPr>
          <p:txBody>
            <a:bodyPr anchor="t"/>
            <a:p>
              <a:pPr lvl="0" algn="just">
                <a:lnSpc>
                  <a:spcPct val="120000"/>
                </a:lnSpc>
                <a:spcBef>
                  <a:spcPct val="20000"/>
                </a:spcBef>
                <a:buClr>
                  <a:srgbClr val="000000"/>
                </a:buClr>
              </a:pPr>
              <a:r>
                <a:rPr lang="en-US" altLang="zh-CN" sz="1400" b="1">
                  <a:solidFill>
                    <a:schemeClr val="tx1"/>
                  </a:solidFill>
                  <a:latin typeface="Times New Roman" panose="02020603050405020304" charset="0"/>
                  <a:ea typeface="宋体" panose="02010600030101010101" pitchFamily="2" charset="-122"/>
                  <a:sym typeface="MT Extra" panose="05050102010205020202" pitchFamily="2" charset="2"/>
                </a:rPr>
                <a:t>       ...</a:t>
              </a:r>
              <a:endParaRPr lang="en-US" altLang="zh-CN" sz="1400" b="1">
                <a:solidFill>
                  <a:schemeClr val="tx1"/>
                </a:solidFill>
                <a:latin typeface="Times New Roman" panose="02020603050405020304" charset="0"/>
                <a:ea typeface="宋体" panose="02010600030101010101" pitchFamily="2" charset="-122"/>
                <a:sym typeface="MT Extra" panose="05050102010205020202" pitchFamily="2" charset="2"/>
              </a:endParaRPr>
            </a:p>
            <a:p>
              <a:pPr lvl="0" algn="just">
                <a:lnSpc>
                  <a:spcPct val="120000"/>
                </a:lnSpc>
                <a:spcBef>
                  <a:spcPct val="20000"/>
                </a:spcBef>
                <a:buClr>
                  <a:srgbClr val="000000"/>
                </a:buClr>
              </a:pPr>
              <a:r>
                <a:rPr lang="en-US" altLang="zh-CN" sz="1400" b="1">
                  <a:solidFill>
                    <a:schemeClr val="tx1"/>
                  </a:solidFill>
                  <a:latin typeface="Times New Roman" panose="02020603050405020304" charset="0"/>
                  <a:ea typeface="宋体" panose="02010600030101010101" pitchFamily="2" charset="-122"/>
                </a:rPr>
                <a:t> </a:t>
              </a:r>
              <a:r>
                <a:rPr lang="zh-CN" altLang="en-US" sz="1400" b="1">
                  <a:solidFill>
                    <a:schemeClr val="tx1"/>
                  </a:solidFill>
                  <a:latin typeface="Times New Roman" panose="02020603050405020304" charset="0"/>
                  <a:ea typeface="宋体" panose="02010600030101010101" pitchFamily="2" charset="-122"/>
                </a:rPr>
                <a:t>中断服务；</a:t>
              </a:r>
              <a:endParaRPr lang="zh-CN" altLang="en-US" sz="1400" b="1">
                <a:solidFill>
                  <a:schemeClr val="tx1"/>
                </a:solidFill>
                <a:latin typeface="Times New Roman" panose="02020603050405020304" charset="0"/>
                <a:ea typeface="宋体" panose="02010600030101010101" pitchFamily="2" charset="-122"/>
              </a:endParaRPr>
            </a:p>
            <a:p>
              <a:pPr lvl="0" algn="just">
                <a:lnSpc>
                  <a:spcPct val="120000"/>
                </a:lnSpc>
                <a:spcBef>
                  <a:spcPct val="20000"/>
                </a:spcBef>
                <a:buClr>
                  <a:srgbClr val="000000"/>
                </a:buClr>
              </a:pPr>
              <a:r>
                <a:rPr lang="zh-CN" altLang="en-US" sz="1400" b="1">
                  <a:solidFill>
                    <a:schemeClr val="tx1"/>
                  </a:solidFill>
                  <a:latin typeface="Times New Roman" panose="02020603050405020304" charset="0"/>
                  <a:ea typeface="宋体" panose="02010600030101010101" pitchFamily="2" charset="-122"/>
                </a:rPr>
                <a:t> 唤醒</a:t>
              </a:r>
              <a:r>
                <a:rPr lang="en-US" altLang="zh-CN" sz="1400" b="1">
                  <a:solidFill>
                    <a:schemeClr val="tx1"/>
                  </a:solidFill>
                  <a:latin typeface="Times New Roman" panose="02020603050405020304" charset="0"/>
                  <a:ea typeface="宋体" panose="02010600030101010101" pitchFamily="2" charset="-122"/>
                </a:rPr>
                <a:t>I</a:t>
              </a:r>
              <a:r>
                <a:rPr lang="en-US" altLang="zh-CN" sz="1400" b="1">
                  <a:solidFill>
                    <a:schemeClr val="tx1"/>
                  </a:solidFill>
                  <a:latin typeface="Lucida Console" pitchFamily="1" charset="0"/>
                  <a:ea typeface="宋体" panose="02010600030101010101" pitchFamily="2" charset="-122"/>
                </a:rPr>
                <a:t>/</a:t>
              </a:r>
              <a:r>
                <a:rPr lang="en-US" altLang="zh-CN" sz="1400" b="1">
                  <a:solidFill>
                    <a:schemeClr val="tx1"/>
                  </a:solidFill>
                  <a:latin typeface="Times New Roman" panose="02020603050405020304" charset="0"/>
                  <a:ea typeface="宋体" panose="02010600030101010101" pitchFamily="2" charset="-122"/>
                </a:rPr>
                <a:t>O</a:t>
              </a:r>
              <a:r>
                <a:rPr lang="zh-CN" altLang="en-US" sz="1400" b="1">
                  <a:solidFill>
                    <a:schemeClr val="tx1"/>
                  </a:solidFill>
                  <a:latin typeface="Times New Roman" panose="02020603050405020304" charset="0"/>
                  <a:ea typeface="宋体" panose="02010600030101010101" pitchFamily="2" charset="-122"/>
                </a:rPr>
                <a:t>处理</a:t>
              </a:r>
              <a:endParaRPr lang="zh-CN" altLang="en-US" sz="1400" b="1">
                <a:solidFill>
                  <a:schemeClr val="tx1"/>
                </a:solidFill>
                <a:latin typeface="Times New Roman" panose="02020603050405020304" charset="0"/>
                <a:ea typeface="宋体" panose="02010600030101010101" pitchFamily="2" charset="-122"/>
              </a:endParaRPr>
            </a:p>
            <a:p>
              <a:pPr lvl="0" algn="just">
                <a:lnSpc>
                  <a:spcPct val="120000"/>
                </a:lnSpc>
                <a:spcBef>
                  <a:spcPct val="20000"/>
                </a:spcBef>
                <a:buClr>
                  <a:srgbClr val="000000"/>
                </a:buClr>
              </a:pPr>
              <a:r>
                <a:rPr lang="zh-CN" altLang="en-US" sz="1400" b="1">
                  <a:solidFill>
                    <a:schemeClr val="tx1"/>
                  </a:solidFill>
                  <a:latin typeface="Times New Roman" panose="02020603050405020304" charset="0"/>
                  <a:ea typeface="宋体" panose="02010600030101010101" pitchFamily="2" charset="-122"/>
                </a:rPr>
                <a:t>进程；</a:t>
              </a:r>
              <a:endParaRPr lang="zh-CN" altLang="en-US" sz="1400" b="1">
                <a:solidFill>
                  <a:schemeClr val="tx1"/>
                </a:solidFill>
                <a:latin typeface="Times New Roman" panose="02020603050405020304" charset="0"/>
                <a:ea typeface="宋体" panose="02010600030101010101" pitchFamily="2" charset="-122"/>
              </a:endParaRPr>
            </a:p>
            <a:p>
              <a:pPr lvl="0" algn="just">
                <a:lnSpc>
                  <a:spcPct val="120000"/>
                </a:lnSpc>
                <a:spcBef>
                  <a:spcPct val="20000"/>
                </a:spcBef>
                <a:buClr>
                  <a:srgbClr val="000000"/>
                </a:buClr>
              </a:pPr>
              <a:r>
                <a:rPr lang="zh-CN" altLang="en-US" sz="1400" b="1">
                  <a:solidFill>
                    <a:schemeClr val="tx1"/>
                  </a:solidFill>
                  <a:latin typeface="Times New Roman" panose="02020603050405020304" charset="0"/>
                  <a:ea typeface="宋体" panose="02010600030101010101" pitchFamily="2" charset="-122"/>
                </a:rPr>
                <a:t>        </a:t>
              </a:r>
              <a:r>
                <a:rPr lang="en-US" altLang="zh-CN" sz="1400" b="1">
                  <a:solidFill>
                    <a:schemeClr val="tx1"/>
                  </a:solidFill>
                  <a:latin typeface="Times New Roman" panose="02020603050405020304" charset="0"/>
                  <a:ea typeface="宋体" panose="02010600030101010101" pitchFamily="2" charset="-122"/>
                </a:rPr>
                <a:t>... </a:t>
              </a:r>
              <a:endParaRPr lang="en-US" altLang="zh-CN" sz="1400" b="1">
                <a:solidFill>
                  <a:schemeClr val="tx1"/>
                </a:solidFill>
                <a:latin typeface="Times New Roman" panose="02020603050405020304" charset="0"/>
                <a:ea typeface="宋体" panose="02010600030101010101" pitchFamily="2" charset="-122"/>
                <a:sym typeface="MT Extra" panose="05050102010205020202" pitchFamily="2" charset="2"/>
              </a:endParaRPr>
            </a:p>
          </p:txBody>
        </p:sp>
        <p:sp>
          <p:nvSpPr>
            <p:cNvPr id="83979" name="直接连接符 64523"/>
            <p:cNvSpPr/>
            <p:nvPr/>
          </p:nvSpPr>
          <p:spPr>
            <a:xfrm flipV="1">
              <a:off x="932" y="288"/>
              <a:ext cx="449" cy="384"/>
            </a:xfrm>
            <a:prstGeom prst="line">
              <a:avLst/>
            </a:prstGeom>
            <a:ln w="1905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3980" name="直接连接符 64524"/>
            <p:cNvSpPr/>
            <p:nvPr/>
          </p:nvSpPr>
          <p:spPr>
            <a:xfrm flipH="1">
              <a:off x="2395" y="1673"/>
              <a:ext cx="320" cy="625"/>
            </a:xfrm>
            <a:prstGeom prst="line">
              <a:avLst/>
            </a:prstGeom>
            <a:ln w="25400" cap="flat" cmpd="sng">
              <a:solidFill>
                <a:srgbClr val="000000"/>
              </a:solidFill>
              <a:prstDash val="dash"/>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3981" name="直接连接符 64525"/>
            <p:cNvSpPr/>
            <p:nvPr/>
          </p:nvSpPr>
          <p:spPr>
            <a:xfrm flipV="1">
              <a:off x="3802" y="364"/>
              <a:ext cx="392" cy="500"/>
            </a:xfrm>
            <a:prstGeom prst="line">
              <a:avLst/>
            </a:prstGeom>
            <a:ln w="1905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3982" name="直接连接符 64526"/>
            <p:cNvSpPr/>
            <p:nvPr/>
          </p:nvSpPr>
          <p:spPr>
            <a:xfrm flipV="1">
              <a:off x="2432" y="361"/>
              <a:ext cx="301" cy="1110"/>
            </a:xfrm>
            <a:prstGeom prst="line">
              <a:avLst/>
            </a:prstGeom>
            <a:ln w="25400" cap="flat" cmpd="sng">
              <a:solidFill>
                <a:srgbClr val="000000"/>
              </a:solidFill>
              <a:prstDash val="dash"/>
              <a:round/>
              <a:headEnd type="none" w="med" len="med"/>
              <a:tailEnd type="triangle" w="lg"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3983" name="直接连接符 64527"/>
            <p:cNvSpPr/>
            <p:nvPr/>
          </p:nvSpPr>
          <p:spPr>
            <a:xfrm flipH="1" flipV="1">
              <a:off x="932" y="1249"/>
              <a:ext cx="430" cy="1049"/>
            </a:xfrm>
            <a:prstGeom prst="line">
              <a:avLst/>
            </a:prstGeom>
            <a:ln w="25400" cap="flat" cmpd="sng">
              <a:solidFill>
                <a:srgbClr val="000000"/>
              </a:solidFill>
              <a:prstDash val="dash"/>
              <a:round/>
              <a:headEnd type="none" w="med" len="med"/>
              <a:tailEnd type="triangle" w="lg"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3984" name="直接连接符 64528"/>
            <p:cNvSpPr/>
            <p:nvPr/>
          </p:nvSpPr>
          <p:spPr>
            <a:xfrm>
              <a:off x="1362" y="2298"/>
              <a:ext cx="1033" cy="0"/>
            </a:xfrm>
            <a:prstGeom prst="line">
              <a:avLst/>
            </a:prstGeom>
            <a:ln w="25400" cap="flat" cmpd="sng">
              <a:solidFill>
                <a:srgbClr val="000000"/>
              </a:solidFill>
              <a:prstDash val="dash"/>
              <a:round/>
              <a:headEnd type="none" w="med" len="med"/>
              <a:tailEnd type="none" w="med"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3985" name="直接连接符 64529"/>
            <p:cNvSpPr/>
            <p:nvPr/>
          </p:nvSpPr>
          <p:spPr>
            <a:xfrm flipH="1" flipV="1">
              <a:off x="3804" y="1038"/>
              <a:ext cx="258" cy="702"/>
            </a:xfrm>
            <a:prstGeom prst="line">
              <a:avLst/>
            </a:prstGeom>
            <a:ln w="25400" cap="flat" cmpd="sng">
              <a:solidFill>
                <a:srgbClr val="000000"/>
              </a:solidFill>
              <a:prstDash val="dash"/>
              <a:round/>
              <a:headEnd type="none" w="med" len="med"/>
              <a:tailEnd type="triangle" w="lg"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3986" name="直接连接符 64530"/>
            <p:cNvSpPr/>
            <p:nvPr/>
          </p:nvSpPr>
          <p:spPr>
            <a:xfrm flipH="1">
              <a:off x="4080" y="672"/>
              <a:ext cx="117" cy="511"/>
            </a:xfrm>
            <a:prstGeom prst="line">
              <a:avLst/>
            </a:prstGeom>
            <a:ln w="1905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3987" name="文本框 64531"/>
            <p:cNvSpPr txBox="1"/>
            <p:nvPr/>
          </p:nvSpPr>
          <p:spPr>
            <a:xfrm>
              <a:off x="92" y="17"/>
              <a:ext cx="753" cy="301"/>
            </a:xfrm>
            <a:prstGeom prst="rect">
              <a:avLst/>
            </a:prstGeom>
            <a:noFill/>
            <a:ln w="9525">
              <a:noFill/>
              <a:miter/>
            </a:ln>
          </p:spPr>
          <p:txBody>
            <a:bodyPr anchor="t"/>
            <a:p>
              <a:pPr lvl="0" algn="just">
                <a:buClr>
                  <a:srgbClr val="000000"/>
                </a:buClr>
              </a:pPr>
              <a:r>
                <a:rPr lang="zh-CN" altLang="en-US" sz="1400" b="1">
                  <a:solidFill>
                    <a:schemeClr val="tx1"/>
                  </a:solidFill>
                  <a:latin typeface="Times New Roman" panose="02020603050405020304" charset="0"/>
                  <a:ea typeface="宋体" panose="02010600030101010101" pitchFamily="2" charset="-122"/>
                </a:rPr>
                <a:t>用户进程</a:t>
              </a:r>
              <a:endParaRPr lang="zh-CN" altLang="en-US" sz="1400" b="1">
                <a:solidFill>
                  <a:schemeClr val="tx1"/>
                </a:solidFill>
                <a:latin typeface="Times New Roman" panose="02020603050405020304" charset="0"/>
                <a:ea typeface="宋体" panose="02010600030101010101" pitchFamily="2" charset="-122"/>
              </a:endParaRPr>
            </a:p>
          </p:txBody>
        </p:sp>
        <p:sp>
          <p:nvSpPr>
            <p:cNvPr id="83988" name="文本框 64532"/>
            <p:cNvSpPr txBox="1"/>
            <p:nvPr/>
          </p:nvSpPr>
          <p:spPr>
            <a:xfrm>
              <a:off x="1336" y="30"/>
              <a:ext cx="1035" cy="193"/>
            </a:xfrm>
            <a:prstGeom prst="rect">
              <a:avLst/>
            </a:prstGeom>
            <a:noFill/>
            <a:ln w="9525">
              <a:noFill/>
              <a:miter/>
            </a:ln>
          </p:spPr>
          <p:txBody>
            <a:bodyPr anchor="t"/>
            <a:p>
              <a:pPr lvl="0" algn="just">
                <a:buClr>
                  <a:srgbClr val="000000"/>
                </a:buClr>
              </a:pPr>
              <a:r>
                <a:rPr lang="en-US" altLang="zh-CN" sz="1400" b="1">
                  <a:solidFill>
                    <a:schemeClr val="accent2">
                      <a:lumMod val="60000"/>
                      <a:lumOff val="40000"/>
                    </a:schemeClr>
                  </a:solidFill>
                  <a:latin typeface="Times New Roman" panose="02020603050405020304" charset="0"/>
                  <a:ea typeface="宋体" panose="02010600030101010101" pitchFamily="2" charset="-122"/>
                </a:rPr>
                <a:t>I</a:t>
              </a:r>
              <a:r>
                <a:rPr lang="en-US" altLang="zh-CN" sz="1400" b="1">
                  <a:solidFill>
                    <a:schemeClr val="accent2">
                      <a:lumMod val="60000"/>
                      <a:lumOff val="40000"/>
                    </a:schemeClr>
                  </a:solidFill>
                  <a:latin typeface="Lucida Console" pitchFamily="1" charset="0"/>
                  <a:ea typeface="宋体" panose="02010600030101010101" pitchFamily="2" charset="-122"/>
                </a:rPr>
                <a:t>/</a:t>
              </a:r>
              <a:r>
                <a:rPr lang="en-US" altLang="zh-CN" sz="1400" b="1">
                  <a:solidFill>
                    <a:schemeClr val="accent2">
                      <a:lumMod val="60000"/>
                      <a:lumOff val="40000"/>
                    </a:schemeClr>
                  </a:solidFill>
                  <a:latin typeface="Times New Roman" panose="02020603050405020304" charset="0"/>
                  <a:ea typeface="宋体" panose="02010600030101010101" pitchFamily="2" charset="-122"/>
                </a:rPr>
                <a:t>O</a:t>
              </a:r>
              <a:r>
                <a:rPr lang="zh-CN" altLang="en-US" sz="1400" b="1">
                  <a:solidFill>
                    <a:schemeClr val="accent2">
                      <a:lumMod val="60000"/>
                      <a:lumOff val="40000"/>
                    </a:schemeClr>
                  </a:solidFill>
                  <a:latin typeface="Times New Roman" panose="02020603050405020304" charset="0"/>
                  <a:ea typeface="宋体" panose="02010600030101010101" pitchFamily="2" charset="-122"/>
                </a:rPr>
                <a:t>系统调用过程</a:t>
              </a:r>
              <a:endParaRPr lang="zh-CN" altLang="en-US" sz="1400" b="1">
                <a:solidFill>
                  <a:schemeClr val="accent2">
                    <a:lumMod val="60000"/>
                    <a:lumOff val="40000"/>
                  </a:schemeClr>
                </a:solidFill>
                <a:latin typeface="Times New Roman" panose="02020603050405020304" charset="0"/>
                <a:ea typeface="宋体" panose="02010600030101010101" pitchFamily="2" charset="-122"/>
              </a:endParaRPr>
            </a:p>
          </p:txBody>
        </p:sp>
        <p:sp>
          <p:nvSpPr>
            <p:cNvPr id="83989" name="文本框 64533"/>
            <p:cNvSpPr txBox="1"/>
            <p:nvPr/>
          </p:nvSpPr>
          <p:spPr>
            <a:xfrm>
              <a:off x="2826" y="17"/>
              <a:ext cx="993" cy="207"/>
            </a:xfrm>
            <a:prstGeom prst="rect">
              <a:avLst/>
            </a:prstGeom>
            <a:noFill/>
            <a:ln w="9525">
              <a:noFill/>
              <a:miter/>
            </a:ln>
          </p:spPr>
          <p:txBody>
            <a:bodyPr anchor="t"/>
            <a:p>
              <a:pPr lvl="0" algn="just">
                <a:buClr>
                  <a:srgbClr val="000000"/>
                </a:buClr>
              </a:pPr>
              <a:r>
                <a:rPr lang="en-US" altLang="zh-CN" sz="1400" b="1">
                  <a:solidFill>
                    <a:schemeClr val="accent2">
                      <a:lumMod val="60000"/>
                      <a:lumOff val="40000"/>
                    </a:schemeClr>
                  </a:solidFill>
                  <a:latin typeface="Times New Roman" panose="02020603050405020304" charset="0"/>
                  <a:ea typeface="宋体" panose="02010600030101010101" pitchFamily="2" charset="-122"/>
                </a:rPr>
                <a:t>I</a:t>
              </a:r>
              <a:r>
                <a:rPr lang="en-US" altLang="zh-CN" sz="1400" b="1">
                  <a:solidFill>
                    <a:schemeClr val="accent2">
                      <a:lumMod val="60000"/>
                      <a:lumOff val="40000"/>
                    </a:schemeClr>
                  </a:solidFill>
                  <a:latin typeface="Lucida Console" pitchFamily="1" charset="0"/>
                  <a:ea typeface="宋体" panose="02010600030101010101" pitchFamily="2" charset="-122"/>
                </a:rPr>
                <a:t>/</a:t>
              </a:r>
              <a:r>
                <a:rPr lang="en-US" altLang="zh-CN" sz="1400" b="1">
                  <a:solidFill>
                    <a:schemeClr val="accent2">
                      <a:lumMod val="60000"/>
                      <a:lumOff val="40000"/>
                    </a:schemeClr>
                  </a:solidFill>
                  <a:latin typeface="Times New Roman" panose="02020603050405020304" charset="0"/>
                  <a:ea typeface="宋体" panose="02010600030101010101" pitchFamily="2" charset="-122"/>
                </a:rPr>
                <a:t>O</a:t>
              </a:r>
              <a:r>
                <a:rPr lang="zh-CN" altLang="en-US" sz="1400" b="1">
                  <a:solidFill>
                    <a:schemeClr val="accent2">
                      <a:lumMod val="60000"/>
                      <a:lumOff val="40000"/>
                    </a:schemeClr>
                  </a:solidFill>
                  <a:latin typeface="Times New Roman" panose="02020603050405020304" charset="0"/>
                  <a:ea typeface="宋体" panose="02010600030101010101" pitchFamily="2" charset="-122"/>
                </a:rPr>
                <a:t>处理进程</a:t>
              </a:r>
              <a:endParaRPr lang="zh-CN" altLang="en-US" sz="1400" b="1">
                <a:solidFill>
                  <a:schemeClr val="accent2">
                    <a:lumMod val="60000"/>
                    <a:lumOff val="40000"/>
                  </a:schemeClr>
                </a:solidFill>
                <a:latin typeface="Times New Roman" panose="02020603050405020304" charset="0"/>
                <a:ea typeface="宋体" panose="02010600030101010101" pitchFamily="2" charset="-122"/>
              </a:endParaRPr>
            </a:p>
          </p:txBody>
        </p:sp>
        <p:sp>
          <p:nvSpPr>
            <p:cNvPr id="83990" name="文本框 64534"/>
            <p:cNvSpPr txBox="1"/>
            <p:nvPr/>
          </p:nvSpPr>
          <p:spPr>
            <a:xfrm>
              <a:off x="3806" y="192"/>
              <a:ext cx="453" cy="401"/>
            </a:xfrm>
            <a:prstGeom prst="rect">
              <a:avLst/>
            </a:prstGeom>
            <a:noFill/>
            <a:ln w="9525">
              <a:noFill/>
              <a:miter/>
            </a:ln>
          </p:spPr>
          <p:txBody>
            <a:bodyPr anchor="t"/>
            <a:p>
              <a:pPr lvl="0" algn="just">
                <a:buClr>
                  <a:srgbClr val="000000"/>
                </a:buClr>
              </a:pPr>
              <a:r>
                <a:rPr lang="zh-CN" altLang="en-US" sz="1400" b="1">
                  <a:solidFill>
                    <a:schemeClr val="tx1"/>
                  </a:solidFill>
                  <a:latin typeface="Times New Roman" panose="02020603050405020304" charset="0"/>
                  <a:ea typeface="宋体" panose="02010600030101010101" pitchFamily="2" charset="-122"/>
                </a:rPr>
                <a:t>启动</a:t>
              </a:r>
              <a:endParaRPr lang="zh-CN" altLang="en-US" sz="1400" b="1">
                <a:solidFill>
                  <a:schemeClr val="tx1"/>
                </a:solidFill>
                <a:latin typeface="Times New Roman" panose="02020603050405020304" charset="0"/>
                <a:ea typeface="宋体" panose="02010600030101010101" pitchFamily="2" charset="-122"/>
              </a:endParaRPr>
            </a:p>
            <a:p>
              <a:pPr lvl="0" algn="just">
                <a:buClr>
                  <a:srgbClr val="000000"/>
                </a:buClr>
              </a:pPr>
              <a:r>
                <a:rPr lang="zh-CN" altLang="en-US" sz="1400" b="1">
                  <a:solidFill>
                    <a:schemeClr val="tx1"/>
                  </a:solidFill>
                  <a:latin typeface="Times New Roman" panose="02020603050405020304" charset="0"/>
                  <a:ea typeface="宋体" panose="02010600030101010101" pitchFamily="2" charset="-122"/>
                </a:rPr>
                <a:t>设备</a:t>
              </a:r>
              <a:endParaRPr lang="zh-CN" altLang="en-US" sz="1400" b="1">
                <a:solidFill>
                  <a:schemeClr val="tx1"/>
                </a:solidFill>
                <a:latin typeface="Times New Roman" panose="02020603050405020304" charset="0"/>
                <a:ea typeface="宋体" panose="02010600030101010101" pitchFamily="2" charset="-122"/>
              </a:endParaRPr>
            </a:p>
          </p:txBody>
        </p:sp>
        <p:sp>
          <p:nvSpPr>
            <p:cNvPr id="83991" name="文本框 64535"/>
            <p:cNvSpPr txBox="1"/>
            <p:nvPr/>
          </p:nvSpPr>
          <p:spPr>
            <a:xfrm>
              <a:off x="4142" y="683"/>
              <a:ext cx="624" cy="227"/>
            </a:xfrm>
            <a:prstGeom prst="rect">
              <a:avLst/>
            </a:prstGeom>
            <a:noFill/>
            <a:ln w="9525">
              <a:noFill/>
              <a:miter/>
            </a:ln>
          </p:spPr>
          <p:txBody>
            <a:bodyPr anchor="t"/>
            <a:p>
              <a:pPr lvl="0" algn="just">
                <a:buClr>
                  <a:srgbClr val="000000"/>
                </a:buClr>
              </a:pPr>
              <a:r>
                <a:rPr lang="zh-CN" altLang="en-US" sz="1400" b="1">
                  <a:solidFill>
                    <a:schemeClr val="tx1"/>
                  </a:solidFill>
                  <a:latin typeface="Times New Roman" panose="02020603050405020304" charset="0"/>
                  <a:ea typeface="宋体" panose="02010600030101010101" pitchFamily="2" charset="-122"/>
                </a:rPr>
                <a:t>中断信号</a:t>
              </a:r>
              <a:endParaRPr lang="zh-CN" altLang="en-US" sz="1400" b="1">
                <a:solidFill>
                  <a:schemeClr val="tx1"/>
                </a:solidFill>
                <a:latin typeface="Times New Roman" panose="02020603050405020304" charset="0"/>
                <a:ea typeface="宋体" panose="02010600030101010101" pitchFamily="2" charset="-122"/>
              </a:endParaRPr>
            </a:p>
          </p:txBody>
        </p:sp>
        <p:grpSp>
          <p:nvGrpSpPr>
            <p:cNvPr id="83992" name="组合 64536"/>
            <p:cNvGrpSpPr/>
            <p:nvPr/>
          </p:nvGrpSpPr>
          <p:grpSpPr>
            <a:xfrm>
              <a:off x="152" y="2507"/>
              <a:ext cx="1483" cy="444"/>
              <a:chOff x="0" y="0"/>
              <a:chExt cx="1483" cy="444"/>
            </a:xfrm>
          </p:grpSpPr>
          <p:sp>
            <p:nvSpPr>
              <p:cNvPr id="83993" name="直接连接符 64537"/>
              <p:cNvSpPr/>
              <p:nvPr/>
            </p:nvSpPr>
            <p:spPr>
              <a:xfrm>
                <a:off x="0" y="335"/>
                <a:ext cx="768" cy="0"/>
              </a:xfrm>
              <a:prstGeom prst="line">
                <a:avLst/>
              </a:prstGeom>
              <a:ln w="25400" cap="flat" cmpd="sng">
                <a:solidFill>
                  <a:srgbClr val="000000"/>
                </a:solidFill>
                <a:prstDash val="dash"/>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3994" name="直接连接符 64538"/>
              <p:cNvSpPr/>
              <p:nvPr/>
            </p:nvSpPr>
            <p:spPr>
              <a:xfrm>
                <a:off x="0" y="109"/>
                <a:ext cx="775" cy="0"/>
              </a:xfrm>
              <a:prstGeom prst="line">
                <a:avLst/>
              </a:prstGeom>
              <a:ln w="19050" cap="flat" cmpd="sng">
                <a:solidFill>
                  <a:srgbClr val="000000"/>
                </a:solidFill>
                <a:prstDash val="solid"/>
                <a:round/>
                <a:headEnd type="none" w="med" len="med"/>
                <a:tailEnd type="triangle" w="sm" len="med"/>
              </a:ln>
            </p:spPr>
            <p:txBody>
              <a:bodyPr anchor="t"/>
              <a:p>
                <a:pPr lvl="0" algn="ctr"/>
                <a:endParaRPr lang="zh-CN" altLang="en-US">
                  <a:latin typeface="Arial" panose="02080604020202020204" pitchFamily="34" charset="0"/>
                  <a:ea typeface="宋体" panose="02010600030101010101" pitchFamily="2" charset="-122"/>
                </a:endParaRPr>
              </a:p>
            </p:txBody>
          </p:sp>
          <p:sp>
            <p:nvSpPr>
              <p:cNvPr id="83995" name="文本框 64539"/>
              <p:cNvSpPr txBox="1"/>
              <p:nvPr/>
            </p:nvSpPr>
            <p:spPr>
              <a:xfrm>
                <a:off x="816" y="0"/>
                <a:ext cx="604" cy="237"/>
              </a:xfrm>
              <a:prstGeom prst="rect">
                <a:avLst/>
              </a:prstGeom>
              <a:noFill/>
              <a:ln w="9525">
                <a:noFill/>
                <a:miter/>
              </a:ln>
            </p:spPr>
            <p:txBody>
              <a:bodyPr anchor="t"/>
              <a:p>
                <a:pPr lvl="0" algn="just">
                  <a:buClr>
                    <a:srgbClr val="000000"/>
                  </a:buClr>
                </a:pPr>
                <a:r>
                  <a:rPr lang="zh-CN" altLang="en-US" sz="1400" b="1">
                    <a:solidFill>
                      <a:schemeClr val="tx1"/>
                    </a:solidFill>
                    <a:latin typeface="Times New Roman" panose="02020603050405020304" charset="0"/>
                    <a:ea typeface="宋体" panose="02010600030101010101" pitchFamily="2" charset="-122"/>
                  </a:rPr>
                  <a:t>控制关系</a:t>
                </a:r>
                <a:endParaRPr lang="zh-CN" altLang="en-US" sz="1400" b="1">
                  <a:solidFill>
                    <a:schemeClr val="tx1"/>
                  </a:solidFill>
                  <a:latin typeface="Times New Roman" panose="02020603050405020304" charset="0"/>
                  <a:ea typeface="宋体" panose="02010600030101010101" pitchFamily="2" charset="-122"/>
                </a:endParaRPr>
              </a:p>
            </p:txBody>
          </p:sp>
          <p:sp>
            <p:nvSpPr>
              <p:cNvPr id="83996" name="文本框 64540"/>
              <p:cNvSpPr txBox="1"/>
              <p:nvPr/>
            </p:nvSpPr>
            <p:spPr>
              <a:xfrm>
                <a:off x="825" y="239"/>
                <a:ext cx="658" cy="205"/>
              </a:xfrm>
              <a:prstGeom prst="rect">
                <a:avLst/>
              </a:prstGeom>
              <a:noFill/>
              <a:ln w="9525">
                <a:noFill/>
                <a:miter/>
              </a:ln>
            </p:spPr>
            <p:txBody>
              <a:bodyPr anchor="t"/>
              <a:p>
                <a:pPr lvl="0" algn="just">
                  <a:buClr>
                    <a:srgbClr val="000000"/>
                  </a:buClr>
                </a:pPr>
                <a:r>
                  <a:rPr lang="zh-CN" altLang="en-US" sz="1400" b="1">
                    <a:solidFill>
                      <a:schemeClr val="tx1"/>
                    </a:solidFill>
                    <a:latin typeface="Times New Roman" panose="02020603050405020304" charset="0"/>
                    <a:ea typeface="宋体" panose="02010600030101010101" pitchFamily="2" charset="-122"/>
                  </a:rPr>
                  <a:t>同步关系</a:t>
                </a:r>
                <a:endParaRPr lang="zh-CN" altLang="en-US" sz="1400" b="1">
                  <a:solidFill>
                    <a:schemeClr val="tx1"/>
                  </a:solidFill>
                  <a:latin typeface="Times New Roman" panose="02020603050405020304" charset="0"/>
                  <a:ea typeface="宋体" panose="02010600030101010101" pitchFamily="2" charset="-122"/>
                </a:endParaRPr>
              </a:p>
            </p:txBody>
          </p:sp>
        </p:grpSp>
      </p:grpSp>
      <p:sp>
        <p:nvSpPr>
          <p:cNvPr id="64542" name="文本框 64541"/>
          <p:cNvSpPr txBox="1"/>
          <p:nvPr/>
        </p:nvSpPr>
        <p:spPr>
          <a:xfrm>
            <a:off x="3984625" y="5969000"/>
            <a:ext cx="3000375" cy="336550"/>
          </a:xfrm>
          <a:prstGeom prst="rect">
            <a:avLst/>
          </a:prstGeom>
          <a:noFill/>
          <a:ln w="9525">
            <a:noFill/>
            <a:miter/>
          </a:ln>
        </p:spPr>
        <p:txBody>
          <a:bodyPr anchor="t">
            <a:spAutoFit/>
          </a:bodyPr>
          <a:p>
            <a:pPr lvl="0">
              <a:spcBef>
                <a:spcPct val="30000"/>
              </a:spcBef>
              <a:buClr>
                <a:srgbClr val="000000"/>
              </a:buClr>
            </a:pPr>
            <a:r>
              <a:rPr lang="zh-CN" altLang="en-US" sz="1600">
                <a:solidFill>
                  <a:schemeClr val="tx1"/>
                </a:solidFill>
                <a:latin typeface="Times New Roman" panose="02020603050405020304" charset="0"/>
                <a:ea typeface="宋体" panose="02010600030101010101" pitchFamily="2" charset="-122"/>
              </a:rPr>
              <a:t>用户进程调用外部设备的过程</a:t>
            </a:r>
            <a:endParaRPr lang="zh-CN" altLang="en-US" sz="1600">
              <a:solidFill>
                <a:schemeClr val="tx1"/>
              </a:solidFill>
              <a:latin typeface="Times New Roman" panose="02020603050405020304" charset="0"/>
              <a:ea typeface="宋体" panose="02010600030101010101" pitchFamily="2" charset="-122"/>
            </a:endParaRPr>
          </a:p>
        </p:txBody>
      </p:sp>
      <p:sp>
        <p:nvSpPr>
          <p:cNvPr id="64543" name="矩形 64542"/>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设备控制</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64514" grpId="0" build="p"/>
      <p:bldP spid="64542"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文本框 6246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44</a:t>
            </a:r>
            <a:endParaRPr lang="en-US" altLang="zh-CN" sz="1400">
              <a:solidFill>
                <a:schemeClr val="tx2"/>
              </a:solidFill>
              <a:latin typeface="Times New Roman" panose="02020603050405020304" charset="0"/>
              <a:ea typeface="宋体" panose="02010600030101010101" pitchFamily="2" charset="-122"/>
            </a:endParaRPr>
          </a:p>
        </p:txBody>
      </p:sp>
      <p:sp>
        <p:nvSpPr>
          <p:cNvPr id="62467" name="矩形 62466"/>
          <p:cNvSpPr/>
          <p:nvPr/>
        </p:nvSpPr>
        <p:spPr>
          <a:xfrm>
            <a:off x="293688" y="458788"/>
            <a:ext cx="8278812" cy="5963920"/>
          </a:xfrm>
          <a:prstGeom prst="rect">
            <a:avLst/>
          </a:prstGeom>
          <a:noFill/>
          <a:ln w="9525">
            <a:noFill/>
            <a:miter/>
          </a:ln>
        </p:spPr>
        <p:txBody>
          <a:bodyPr wrap="square" anchor="t">
            <a:spAutoFit/>
          </a:bodyPr>
          <a:p>
            <a:pPr marL="533400" lvl="0" indent="-533400">
              <a:lnSpc>
                <a:spcPct val="130000"/>
              </a:lnSpc>
              <a:spcBef>
                <a:spcPct val="30000"/>
              </a:spcBef>
              <a:buClr>
                <a:schemeClr val="tx2"/>
              </a:buClr>
              <a:buSzPct val="95000"/>
              <a:buFont typeface="Wingdings" panose="05000000000000000000" pitchFamily="2" charset="2"/>
              <a:buNone/>
            </a:pPr>
            <a:r>
              <a:rPr lang="zh-CN" altLang="en-US" sz="2400" b="1">
                <a:solidFill>
                  <a:srgbClr val="FF0000"/>
                </a:solidFill>
                <a:latin typeface="Times New Roman" panose="02020603050405020304" charset="0"/>
                <a:ea typeface="宋体" panose="02010600030101010101" pitchFamily="2" charset="-122"/>
              </a:rPr>
              <a:t>系统调用过程，程序描述：</a:t>
            </a:r>
            <a:endParaRPr lang="zh-CN" altLang="en-US" sz="2400" b="1">
              <a:solidFill>
                <a:srgbClr val="FF0000"/>
              </a:solidFill>
              <a:latin typeface="Times New Roman" panose="02020603050405020304" charset="0"/>
              <a:ea typeface="宋体" panose="02010600030101010101" pitchFamily="2" charset="-122"/>
            </a:endParaRPr>
          </a:p>
          <a:p>
            <a:pPr marL="533400" lvl="0" indent="-533400">
              <a:lnSpc>
                <a:spcPct val="120000"/>
              </a:lnSpc>
              <a:spcBef>
                <a:spcPct val="30000"/>
              </a:spcBef>
              <a:buClr>
                <a:schemeClr val="tx2"/>
              </a:buClr>
              <a:buSzPct val="95000"/>
              <a:buFont typeface="Wingdings" panose="05000000000000000000" pitchFamily="2" charset="2"/>
              <a:buNone/>
            </a:pPr>
            <a:r>
              <a:rPr lang="en-US" altLang="zh-CN" sz="1800" b="1">
                <a:solidFill>
                  <a:schemeClr val="tx1"/>
                </a:solidFill>
                <a:latin typeface="Times New Roman" panose="02020603050405020304" charset="0"/>
                <a:ea typeface="宋体" panose="02010600030101010101" pitchFamily="2" charset="-122"/>
              </a:rPr>
              <a:t>doio(ldev, mode, amount, addr)</a:t>
            </a:r>
            <a:endParaRPr lang="en-US" altLang="zh-CN" sz="1800" b="1">
              <a:solidFill>
                <a:schemeClr val="tx1"/>
              </a:solidFill>
              <a:latin typeface="Times New Roman" panose="02020603050405020304" charset="0"/>
              <a:ea typeface="宋体" panose="02010600030101010101" pitchFamily="2" charset="-122"/>
            </a:endParaRPr>
          </a:p>
          <a:p>
            <a:pPr marL="533400" lvl="0" indent="-533400">
              <a:lnSpc>
                <a:spcPct val="120000"/>
              </a:lnSpc>
              <a:spcBef>
                <a:spcPct val="30000"/>
              </a:spcBef>
              <a:buClr>
                <a:schemeClr val="tx2"/>
              </a:buClr>
              <a:buSzPct val="95000"/>
              <a:buFont typeface="Wingdings" panose="05000000000000000000" pitchFamily="2" charset="2"/>
              <a:buNone/>
            </a:pPr>
            <a:r>
              <a:rPr lang="en-US" altLang="zh-CN" sz="1800" b="1">
                <a:solidFill>
                  <a:schemeClr val="tx1"/>
                </a:solidFill>
                <a:latin typeface="Times New Roman" panose="02020603050405020304" charset="0"/>
                <a:ea typeface="宋体" panose="02010600030101010101" pitchFamily="2" charset="-122"/>
              </a:rPr>
              <a:t>{      while  (</a:t>
            </a:r>
            <a:r>
              <a:rPr lang="zh-CN" altLang="en-US" sz="1800" b="1">
                <a:solidFill>
                  <a:schemeClr val="tx1"/>
                </a:solidFill>
                <a:latin typeface="Times New Roman" panose="02020603050405020304" charset="0"/>
                <a:ea typeface="宋体" panose="02010600030101010101" pitchFamily="2" charset="-122"/>
              </a:rPr>
              <a:t>该进程的逻辑设备描述器队列不空</a:t>
            </a:r>
            <a:r>
              <a:rPr lang="en-US" altLang="zh-CN" sz="1800" b="1">
                <a:solidFill>
                  <a:schemeClr val="tx1"/>
                </a:solidFill>
                <a:latin typeface="Times New Roman" panose="02020603050405020304" charset="0"/>
                <a:ea typeface="宋体" panose="02010600030101010101" pitchFamily="2" charset="-122"/>
              </a:rPr>
              <a:t>)</a:t>
            </a:r>
            <a:endParaRPr lang="en-US" altLang="zh-CN" sz="1800" b="1">
              <a:solidFill>
                <a:schemeClr val="tx1"/>
              </a:solidFill>
              <a:latin typeface="Times New Roman" panose="02020603050405020304" charset="0"/>
              <a:ea typeface="宋体" panose="02010600030101010101" pitchFamily="2" charset="-122"/>
            </a:endParaRPr>
          </a:p>
          <a:p>
            <a:pPr marL="533400" lvl="0" indent="-533400">
              <a:lnSpc>
                <a:spcPct val="120000"/>
              </a:lnSpc>
              <a:spcBef>
                <a:spcPct val="30000"/>
              </a:spcBef>
              <a:buClr>
                <a:schemeClr val="tx2"/>
              </a:buClr>
              <a:buSzPct val="95000"/>
              <a:buFont typeface="Wingdings" panose="05000000000000000000" pitchFamily="2" charset="2"/>
              <a:buNone/>
            </a:pPr>
            <a:r>
              <a:rPr lang="en-US" altLang="zh-CN" sz="1800" b="1">
                <a:solidFill>
                  <a:schemeClr val="tx1"/>
                </a:solidFill>
                <a:latin typeface="Times New Roman" panose="02020603050405020304" charset="0"/>
                <a:ea typeface="宋体" panose="02010600030101010101" pitchFamily="2" charset="-122"/>
              </a:rPr>
              <a:t>        {</a:t>
            </a:r>
            <a:endParaRPr lang="en-US" altLang="zh-CN" sz="1800" b="1">
              <a:solidFill>
                <a:schemeClr val="tx1"/>
              </a:solidFill>
              <a:latin typeface="Times New Roman" panose="02020603050405020304" charset="0"/>
              <a:ea typeface="宋体" panose="02010600030101010101" pitchFamily="2" charset="-122"/>
            </a:endParaRPr>
          </a:p>
          <a:p>
            <a:pPr marL="533400" lvl="0" indent="-533400">
              <a:lnSpc>
                <a:spcPct val="120000"/>
              </a:lnSpc>
              <a:spcBef>
                <a:spcPct val="30000"/>
              </a:spcBef>
              <a:buClr>
                <a:schemeClr val="tx2"/>
              </a:buClr>
              <a:buSzPct val="95000"/>
              <a:buFont typeface="Wingdings" panose="05000000000000000000" pitchFamily="2" charset="2"/>
              <a:buNone/>
            </a:pPr>
            <a:r>
              <a:rPr lang="en-US" altLang="zh-CN" sz="1800" b="1">
                <a:solidFill>
                  <a:schemeClr val="tx1"/>
                </a:solidFill>
                <a:latin typeface="Times New Roman" panose="02020603050405020304" charset="0"/>
                <a:ea typeface="宋体" panose="02010600030101010101" pitchFamily="2" charset="-122"/>
              </a:rPr>
              <a:t>            if  (</a:t>
            </a:r>
            <a:r>
              <a:rPr lang="zh-CN" altLang="en-US" sz="1800" b="1">
                <a:solidFill>
                  <a:schemeClr val="tx1"/>
                </a:solidFill>
                <a:latin typeface="Times New Roman" panose="02020603050405020304" charset="0"/>
                <a:ea typeface="宋体" panose="02010600030101010101" pitchFamily="2" charset="-122"/>
              </a:rPr>
              <a:t>与</a:t>
            </a:r>
            <a:r>
              <a:rPr lang="en-US" altLang="zh-CN" sz="1800" b="1">
                <a:solidFill>
                  <a:schemeClr val="tx1"/>
                </a:solidFill>
                <a:latin typeface="Times New Roman" panose="02020603050405020304" charset="0"/>
                <a:ea typeface="宋体" panose="02010600030101010101" pitchFamily="2" charset="-122"/>
              </a:rPr>
              <a:t>ldev</a:t>
            </a:r>
            <a:r>
              <a:rPr lang="zh-CN" altLang="en-US" sz="1800" b="1">
                <a:solidFill>
                  <a:schemeClr val="tx1"/>
                </a:solidFill>
                <a:latin typeface="Times New Roman" panose="02020603050405020304" charset="0"/>
                <a:ea typeface="宋体" panose="02010600030101010101" pitchFamily="2" charset="-122"/>
              </a:rPr>
              <a:t>相联结的物理设备找到</a:t>
            </a:r>
            <a:r>
              <a:rPr lang="en-US" altLang="zh-CN" sz="1800" b="1">
                <a:solidFill>
                  <a:schemeClr val="tx1"/>
                </a:solidFill>
                <a:latin typeface="Times New Roman" panose="02020603050405020304" charset="0"/>
                <a:ea typeface="宋体" panose="02010600030101010101" pitchFamily="2" charset="-122"/>
              </a:rPr>
              <a:t>)   break</a:t>
            </a:r>
            <a:r>
              <a:rPr lang="zh-CN" altLang="en-US" sz="1800" b="1">
                <a:solidFill>
                  <a:schemeClr val="tx1"/>
                </a:solidFill>
                <a:latin typeface="Times New Roman" panose="02020603050405020304" charset="0"/>
                <a:ea typeface="宋体" panose="02010600030101010101" pitchFamily="2" charset="-122"/>
              </a:rPr>
              <a:t>；    </a:t>
            </a:r>
            <a:r>
              <a:rPr lang="en-US" altLang="zh-CN" sz="1800" b="1">
                <a:solidFill>
                  <a:schemeClr val="tx1"/>
                </a:solidFill>
                <a:latin typeface="Times New Roman" panose="02020603050405020304" charset="0"/>
                <a:ea typeface="宋体" panose="02010600030101010101" pitchFamily="2" charset="-122"/>
              </a:rPr>
              <a:t>/ *</a:t>
            </a:r>
            <a:r>
              <a:rPr lang="zh-CN" altLang="en-US" sz="1800" b="1">
                <a:solidFill>
                  <a:schemeClr val="tx1"/>
                </a:solidFill>
                <a:latin typeface="Times New Roman" panose="02020603050405020304" charset="0"/>
                <a:ea typeface="宋体" panose="02010600030101010101" pitchFamily="2" charset="-122"/>
              </a:rPr>
              <a:t>找到</a:t>
            </a:r>
            <a:r>
              <a:rPr lang="en-US" altLang="zh-CN" sz="1800" b="1">
                <a:solidFill>
                  <a:schemeClr val="tx1"/>
                </a:solidFill>
                <a:latin typeface="Times New Roman" panose="02020603050405020304" charset="0"/>
                <a:ea typeface="宋体" panose="02010600030101010101" pitchFamily="2" charset="-122"/>
              </a:rPr>
              <a:t>* /</a:t>
            </a:r>
            <a:endParaRPr lang="en-US" altLang="zh-CN" sz="1800" b="1">
              <a:solidFill>
                <a:schemeClr val="tx1"/>
              </a:solidFill>
              <a:latin typeface="Times New Roman" panose="02020603050405020304" charset="0"/>
              <a:ea typeface="宋体" panose="02010600030101010101" pitchFamily="2" charset="-122"/>
            </a:endParaRPr>
          </a:p>
          <a:p>
            <a:pPr marL="533400" lvl="0" indent="-533400">
              <a:lnSpc>
                <a:spcPct val="120000"/>
              </a:lnSpc>
              <a:spcBef>
                <a:spcPct val="30000"/>
              </a:spcBef>
              <a:buClr>
                <a:schemeClr val="tx2"/>
              </a:buClr>
              <a:buSzPct val="95000"/>
              <a:buFont typeface="Wingdings" panose="05000000000000000000" pitchFamily="2" charset="2"/>
              <a:buNone/>
            </a:pPr>
            <a:r>
              <a:rPr lang="en-US" altLang="zh-CN" sz="1800" b="1">
                <a:solidFill>
                  <a:schemeClr val="tx1"/>
                </a:solidFill>
                <a:latin typeface="Times New Roman" panose="02020603050405020304" charset="0"/>
                <a:ea typeface="宋体" panose="02010600030101010101" pitchFamily="2" charset="-122"/>
              </a:rPr>
              <a:t>        }</a:t>
            </a:r>
            <a:endParaRPr lang="en-US" altLang="zh-CN" sz="1800" b="1">
              <a:solidFill>
                <a:schemeClr val="tx1"/>
              </a:solidFill>
              <a:latin typeface="Times New Roman" panose="02020603050405020304" charset="0"/>
              <a:ea typeface="宋体" panose="02010600030101010101" pitchFamily="2" charset="-122"/>
            </a:endParaRPr>
          </a:p>
          <a:p>
            <a:pPr marL="533400" lvl="0" indent="-533400">
              <a:lnSpc>
                <a:spcPct val="120000"/>
              </a:lnSpc>
              <a:spcBef>
                <a:spcPct val="30000"/>
              </a:spcBef>
              <a:buClr>
                <a:schemeClr val="tx2"/>
              </a:buClr>
              <a:buSzPct val="95000"/>
              <a:buFont typeface="Wingdings" panose="05000000000000000000" pitchFamily="2" charset="2"/>
              <a:buNone/>
            </a:pPr>
            <a:r>
              <a:rPr lang="en-US" altLang="zh-CN" sz="1800" b="1">
                <a:solidFill>
                  <a:schemeClr val="tx1"/>
                </a:solidFill>
                <a:latin typeface="Times New Roman" panose="02020603050405020304" charset="0"/>
                <a:ea typeface="宋体" panose="02010600030101010101" pitchFamily="2" charset="-122"/>
              </a:rPr>
              <a:t>        if  (</a:t>
            </a:r>
            <a:r>
              <a:rPr lang="zh-CN" altLang="en-US" sz="1800" b="1">
                <a:solidFill>
                  <a:schemeClr val="tx1"/>
                </a:solidFill>
                <a:latin typeface="Times New Roman" panose="02020603050405020304" charset="0"/>
                <a:ea typeface="宋体" panose="02010600030101010101" pitchFamily="2" charset="-122"/>
              </a:rPr>
              <a:t>该进程的逻辑设备描述器队列为空</a:t>
            </a:r>
            <a:r>
              <a:rPr lang="en-US" altLang="zh-CN" sz="1800" b="1">
                <a:solidFill>
                  <a:schemeClr val="tx1"/>
                </a:solidFill>
                <a:latin typeface="Times New Roman" panose="02020603050405020304" charset="0"/>
                <a:ea typeface="宋体" panose="02010600030101010101" pitchFamily="2" charset="-122"/>
              </a:rPr>
              <a:t>)</a:t>
            </a:r>
            <a:endParaRPr lang="en-US" altLang="zh-CN" sz="1800" b="1">
              <a:solidFill>
                <a:schemeClr val="tx1"/>
              </a:solidFill>
              <a:latin typeface="Times New Roman" panose="02020603050405020304" charset="0"/>
              <a:ea typeface="宋体" panose="02010600030101010101" pitchFamily="2" charset="-122"/>
            </a:endParaRPr>
          </a:p>
          <a:p>
            <a:pPr marL="533400" lvl="0" indent="-533400">
              <a:lnSpc>
                <a:spcPct val="120000"/>
              </a:lnSpc>
              <a:spcBef>
                <a:spcPct val="30000"/>
              </a:spcBef>
              <a:buClr>
                <a:schemeClr val="tx2"/>
              </a:buClr>
              <a:buSzPct val="95000"/>
              <a:buFont typeface="Wingdings" panose="05000000000000000000" pitchFamily="2" charset="2"/>
              <a:buNone/>
            </a:pPr>
            <a:r>
              <a:rPr lang="en-US" altLang="zh-CN" sz="1800" b="1">
                <a:solidFill>
                  <a:schemeClr val="tx1"/>
                </a:solidFill>
                <a:latin typeface="Times New Roman" panose="02020603050405020304" charset="0"/>
                <a:ea typeface="宋体" panose="02010600030101010101" pitchFamily="2" charset="-122"/>
              </a:rPr>
              <a:t>            return(</a:t>
            </a:r>
            <a:r>
              <a:rPr lang="zh-CN" altLang="en-US" sz="1800" b="1">
                <a:solidFill>
                  <a:schemeClr val="tx1"/>
                </a:solidFill>
                <a:latin typeface="Times New Roman" panose="02020603050405020304" charset="0"/>
                <a:ea typeface="宋体" panose="02010600030101010101" pitchFamily="2" charset="-122"/>
              </a:rPr>
              <a:t>错误码</a:t>
            </a:r>
            <a:r>
              <a:rPr lang="en-US" altLang="zh-CN" sz="1800" b="1">
                <a:solidFill>
                  <a:schemeClr val="tx1"/>
                </a:solidFill>
                <a:latin typeface="Times New Roman" panose="02020603050405020304" charset="0"/>
                <a:ea typeface="宋体" panose="02010600030101010101" pitchFamily="2" charset="-122"/>
              </a:rPr>
              <a:t>)</a:t>
            </a:r>
            <a:r>
              <a:rPr lang="zh-CN" altLang="en-US" sz="1800" b="1">
                <a:solidFill>
                  <a:schemeClr val="tx1"/>
                </a:solidFill>
                <a:latin typeface="Times New Roman" panose="02020603050405020304" charset="0"/>
                <a:ea typeface="宋体" panose="02010600030101010101" pitchFamily="2" charset="-122"/>
              </a:rPr>
              <a:t>；    </a:t>
            </a:r>
            <a:r>
              <a:rPr lang="en-US" altLang="zh-CN" sz="1800" b="1">
                <a:solidFill>
                  <a:schemeClr val="tx1"/>
                </a:solidFill>
                <a:latin typeface="Times New Roman" panose="02020603050405020304" charset="0"/>
                <a:ea typeface="宋体" panose="02010600030101010101" pitchFamily="2" charset="-122"/>
              </a:rPr>
              <a:t>/ * </a:t>
            </a:r>
            <a:r>
              <a:rPr lang="zh-CN" altLang="en-US" sz="1800" b="1">
                <a:solidFill>
                  <a:schemeClr val="tx1"/>
                </a:solidFill>
                <a:latin typeface="Times New Roman" panose="02020603050405020304" charset="0"/>
                <a:ea typeface="宋体" panose="02010600030101010101" pitchFamily="2" charset="-122"/>
              </a:rPr>
              <a:t>设备逻辑名错</a:t>
            </a:r>
            <a:r>
              <a:rPr lang="en-US" altLang="zh-CN" sz="1800" b="1">
                <a:solidFill>
                  <a:schemeClr val="tx1"/>
                </a:solidFill>
                <a:latin typeface="Times New Roman" panose="02020603050405020304" charset="0"/>
                <a:ea typeface="宋体" panose="02010600030101010101" pitchFamily="2" charset="-122"/>
              </a:rPr>
              <a:t>* /</a:t>
            </a:r>
            <a:endParaRPr lang="en-US" altLang="zh-CN" sz="1800" b="1">
              <a:solidFill>
                <a:schemeClr val="tx1"/>
              </a:solidFill>
              <a:latin typeface="Times New Roman" panose="02020603050405020304" charset="0"/>
              <a:ea typeface="宋体" panose="02010600030101010101" pitchFamily="2" charset="-122"/>
            </a:endParaRPr>
          </a:p>
          <a:p>
            <a:pPr marL="533400" lvl="0" indent="-533400">
              <a:lnSpc>
                <a:spcPct val="120000"/>
              </a:lnSpc>
              <a:spcBef>
                <a:spcPct val="30000"/>
              </a:spcBef>
              <a:buClr>
                <a:schemeClr val="tx2"/>
              </a:buClr>
              <a:buSzPct val="95000"/>
              <a:buFont typeface="Wingdings" panose="05000000000000000000" pitchFamily="2" charset="2"/>
              <a:buNone/>
            </a:pPr>
            <a:r>
              <a:rPr lang="en-US" altLang="zh-CN" sz="1800" b="1">
                <a:solidFill>
                  <a:schemeClr val="tx1"/>
                </a:solidFill>
                <a:latin typeface="Times New Roman" panose="02020603050405020304" charset="0"/>
                <a:ea typeface="宋体" panose="02010600030101010101" pitchFamily="2" charset="-122"/>
              </a:rPr>
              <a:t>        </a:t>
            </a:r>
            <a:r>
              <a:rPr lang="zh-CN" altLang="en-US" sz="1800" b="1">
                <a:solidFill>
                  <a:schemeClr val="tx1"/>
                </a:solidFill>
                <a:latin typeface="Times New Roman" panose="02020603050405020304" charset="0"/>
                <a:ea typeface="宋体" panose="02010600030101010101" pitchFamily="2" charset="-122"/>
              </a:rPr>
              <a:t>检查参数与该设备特性是否一致</a:t>
            </a:r>
            <a:r>
              <a:rPr lang="en-US" altLang="zh-CN" sz="1800" b="1">
                <a:solidFill>
                  <a:schemeClr val="tx1"/>
                </a:solidFill>
                <a:latin typeface="Times New Roman" panose="02020603050405020304" charset="0"/>
                <a:ea typeface="宋体" panose="02010600030101010101" pitchFamily="2" charset="-122"/>
              </a:rPr>
              <a:t>;</a:t>
            </a:r>
            <a:endParaRPr lang="en-US" altLang="zh-CN" sz="1800" b="1">
              <a:solidFill>
                <a:schemeClr val="tx1"/>
              </a:solidFill>
              <a:latin typeface="Times New Roman" panose="02020603050405020304" charset="0"/>
              <a:ea typeface="宋体" panose="02010600030101010101" pitchFamily="2" charset="-122"/>
            </a:endParaRPr>
          </a:p>
          <a:p>
            <a:pPr marL="533400" lvl="0" indent="-533400">
              <a:lnSpc>
                <a:spcPct val="120000"/>
              </a:lnSpc>
              <a:spcBef>
                <a:spcPct val="30000"/>
              </a:spcBef>
              <a:buClr>
                <a:schemeClr val="tx2"/>
              </a:buClr>
              <a:buSzPct val="95000"/>
              <a:buFont typeface="Wingdings" panose="05000000000000000000" pitchFamily="2" charset="2"/>
              <a:buNone/>
            </a:pPr>
            <a:r>
              <a:rPr lang="en-US" altLang="zh-CN" sz="1800" b="1">
                <a:solidFill>
                  <a:schemeClr val="tx1"/>
                </a:solidFill>
                <a:latin typeface="Times New Roman" panose="02020603050405020304" charset="0"/>
                <a:ea typeface="宋体" panose="02010600030101010101" pitchFamily="2" charset="-122"/>
              </a:rPr>
              <a:t>        if  (</a:t>
            </a:r>
            <a:r>
              <a:rPr lang="zh-CN" altLang="en-US" sz="1800" b="1">
                <a:solidFill>
                  <a:schemeClr val="tx1"/>
                </a:solidFill>
                <a:latin typeface="Times New Roman" panose="02020603050405020304" charset="0"/>
                <a:ea typeface="宋体" panose="02010600030101010101" pitchFamily="2" charset="-122"/>
              </a:rPr>
              <a:t>不一致</a:t>
            </a:r>
            <a:r>
              <a:rPr lang="en-US" altLang="zh-CN" sz="1800" b="1">
                <a:solidFill>
                  <a:schemeClr val="tx1"/>
                </a:solidFill>
                <a:latin typeface="Times New Roman" panose="02020603050405020304" charset="0"/>
                <a:ea typeface="宋体" panose="02010600030101010101" pitchFamily="2" charset="-122"/>
              </a:rPr>
              <a:t>) return (</a:t>
            </a:r>
            <a:r>
              <a:rPr lang="zh-CN" altLang="en-US" sz="1800" b="1">
                <a:solidFill>
                  <a:schemeClr val="tx1"/>
                </a:solidFill>
                <a:latin typeface="Times New Roman" panose="02020603050405020304" charset="0"/>
                <a:ea typeface="宋体" panose="02010600030101010101" pitchFamily="2" charset="-122"/>
              </a:rPr>
              <a:t>错误码</a:t>
            </a:r>
            <a:r>
              <a:rPr lang="en-US" altLang="zh-CN" sz="1800" b="1">
                <a:solidFill>
                  <a:schemeClr val="tx1"/>
                </a:solidFill>
                <a:latin typeface="Times New Roman" panose="02020603050405020304" charset="0"/>
                <a:ea typeface="宋体" panose="02010600030101010101" pitchFamily="2" charset="-122"/>
              </a:rPr>
              <a:t>)</a:t>
            </a:r>
            <a:r>
              <a:rPr lang="zh-CN" altLang="en-US" sz="1800" b="1">
                <a:solidFill>
                  <a:schemeClr val="tx1"/>
                </a:solidFill>
                <a:latin typeface="Times New Roman" panose="02020603050405020304" charset="0"/>
                <a:ea typeface="宋体" panose="02010600030101010101" pitchFamily="2" charset="-122"/>
              </a:rPr>
              <a:t>；    </a:t>
            </a:r>
            <a:r>
              <a:rPr lang="en-US" altLang="zh-CN" sz="1800" b="1">
                <a:solidFill>
                  <a:schemeClr val="tx1"/>
                </a:solidFill>
                <a:latin typeface="Times New Roman" panose="02020603050405020304" charset="0"/>
                <a:ea typeface="宋体" panose="02010600030101010101" pitchFamily="2" charset="-122"/>
              </a:rPr>
              <a:t>/ * </a:t>
            </a:r>
            <a:r>
              <a:rPr lang="zh-CN" altLang="en-US" sz="1800" b="1">
                <a:solidFill>
                  <a:schemeClr val="tx1"/>
                </a:solidFill>
                <a:latin typeface="Times New Roman" panose="02020603050405020304" charset="0"/>
                <a:ea typeface="宋体" panose="02010600030101010101" pitchFamily="2" charset="-122"/>
              </a:rPr>
              <a:t>传送参数错 </a:t>
            </a:r>
            <a:r>
              <a:rPr lang="en-US" altLang="zh-CN" sz="1800" b="1">
                <a:solidFill>
                  <a:schemeClr val="tx1"/>
                </a:solidFill>
                <a:latin typeface="Times New Roman" panose="02020603050405020304" charset="0"/>
                <a:ea typeface="宋体" panose="02010600030101010101" pitchFamily="2" charset="-122"/>
              </a:rPr>
              <a:t>* /</a:t>
            </a:r>
            <a:endParaRPr lang="en-US" altLang="zh-CN" sz="1800" b="1">
              <a:solidFill>
                <a:schemeClr val="tx1"/>
              </a:solidFill>
              <a:latin typeface="Times New Roman" panose="02020603050405020304" charset="0"/>
              <a:ea typeface="宋体" panose="02010600030101010101" pitchFamily="2" charset="-122"/>
            </a:endParaRPr>
          </a:p>
          <a:p>
            <a:pPr marL="533400" lvl="0" indent="-533400">
              <a:lnSpc>
                <a:spcPct val="120000"/>
              </a:lnSpc>
              <a:spcBef>
                <a:spcPct val="30000"/>
              </a:spcBef>
              <a:buClr>
                <a:schemeClr val="tx2"/>
              </a:buClr>
              <a:buSzPct val="95000"/>
              <a:buFont typeface="Wingdings" panose="05000000000000000000" pitchFamily="2" charset="2"/>
              <a:buNone/>
            </a:pPr>
            <a:r>
              <a:rPr lang="en-US" altLang="zh-CN" sz="1800" b="1">
                <a:solidFill>
                  <a:schemeClr val="tx1"/>
                </a:solidFill>
                <a:latin typeface="Times New Roman" panose="02020603050405020304" charset="0"/>
                <a:ea typeface="宋体" panose="02010600030101010101" pitchFamily="2" charset="-122"/>
              </a:rPr>
              <a:t>        </a:t>
            </a:r>
            <a:r>
              <a:rPr lang="zh-CN" altLang="en-US" sz="1800" b="1">
                <a:solidFill>
                  <a:schemeClr val="tx1"/>
                </a:solidFill>
                <a:latin typeface="Times New Roman" panose="02020603050405020304" charset="0"/>
                <a:ea typeface="宋体" panose="02010600030101010101" pitchFamily="2" charset="-122"/>
              </a:rPr>
              <a:t>构造</a:t>
            </a:r>
            <a:r>
              <a:rPr lang="en-US" altLang="zh-CN" sz="1800" b="1">
                <a:solidFill>
                  <a:schemeClr val="tx1"/>
                </a:solidFill>
                <a:latin typeface="Times New Roman" panose="02020603050405020304" charset="0"/>
                <a:ea typeface="宋体" panose="02010600030101010101" pitchFamily="2" charset="-122"/>
              </a:rPr>
              <a:t>iorb</a:t>
            </a:r>
            <a:r>
              <a:rPr lang="zh-CN" altLang="en-US" sz="1800" b="1">
                <a:solidFill>
                  <a:schemeClr val="tx1"/>
                </a:solidFill>
                <a:latin typeface="Times New Roman" panose="02020603050405020304" charset="0"/>
                <a:ea typeface="宋体" panose="02010600030101010101" pitchFamily="2" charset="-122"/>
              </a:rPr>
              <a:t>；</a:t>
            </a:r>
            <a:endParaRPr lang="zh-CN" altLang="en-US" sz="1800" b="1">
              <a:solidFill>
                <a:schemeClr val="tx1"/>
              </a:solidFill>
              <a:latin typeface="Times New Roman" panose="02020603050405020304" charset="0"/>
              <a:ea typeface="宋体" panose="02010600030101010101" pitchFamily="2" charset="-122"/>
            </a:endParaRPr>
          </a:p>
          <a:p>
            <a:pPr marL="533400" lvl="0" indent="-533400">
              <a:lnSpc>
                <a:spcPct val="120000"/>
              </a:lnSpc>
              <a:spcBef>
                <a:spcPct val="30000"/>
              </a:spcBef>
              <a:buClr>
                <a:schemeClr val="tx2"/>
              </a:buClr>
              <a:buSzPct val="95000"/>
              <a:buFont typeface="Wingdings" panose="05000000000000000000" pitchFamily="2" charset="2"/>
              <a:buNone/>
            </a:pPr>
            <a:r>
              <a:rPr lang="zh-CN" altLang="en-US" sz="1800" b="1">
                <a:solidFill>
                  <a:schemeClr val="tx1"/>
                </a:solidFill>
                <a:latin typeface="Times New Roman" panose="02020603050405020304" charset="0"/>
                <a:ea typeface="宋体" panose="02010600030101010101" pitchFamily="2" charset="-122"/>
              </a:rPr>
              <a:t>        把</a:t>
            </a:r>
            <a:r>
              <a:rPr lang="en-US" altLang="zh-CN" sz="1800" b="1">
                <a:solidFill>
                  <a:schemeClr val="tx1"/>
                </a:solidFill>
                <a:latin typeface="Times New Roman" panose="02020603050405020304" charset="0"/>
                <a:ea typeface="宋体" panose="02010600030101010101" pitchFamily="2" charset="-122"/>
              </a:rPr>
              <a:t>iorb</a:t>
            </a:r>
            <a:r>
              <a:rPr lang="zh-CN" altLang="en-US" sz="1800" b="1">
                <a:solidFill>
                  <a:schemeClr val="tx1"/>
                </a:solidFill>
                <a:latin typeface="Times New Roman" panose="02020603050405020304" charset="0"/>
                <a:ea typeface="宋体" panose="02010600030101010101" pitchFamily="2" charset="-122"/>
              </a:rPr>
              <a:t>插入到该设备的请求队列中；</a:t>
            </a:r>
            <a:endParaRPr lang="zh-CN" altLang="en-US" sz="1800" b="1">
              <a:solidFill>
                <a:schemeClr val="tx1"/>
              </a:solidFill>
              <a:latin typeface="Times New Roman" panose="02020603050405020304" charset="0"/>
              <a:ea typeface="宋体" panose="02010600030101010101" pitchFamily="2" charset="-122"/>
            </a:endParaRPr>
          </a:p>
          <a:p>
            <a:pPr marL="533400" lvl="0" indent="-533400">
              <a:lnSpc>
                <a:spcPct val="120000"/>
              </a:lnSpc>
              <a:spcBef>
                <a:spcPct val="30000"/>
              </a:spcBef>
              <a:buClr>
                <a:schemeClr val="tx2"/>
              </a:buClr>
              <a:buSzPct val="95000"/>
              <a:buFont typeface="Wingdings" panose="05000000000000000000" pitchFamily="2" charset="2"/>
              <a:buNone/>
            </a:pPr>
            <a:r>
              <a:rPr lang="zh-CN" altLang="en-US" sz="1800" b="1">
                <a:solidFill>
                  <a:schemeClr val="tx1"/>
                </a:solidFill>
                <a:latin typeface="Times New Roman" panose="02020603050405020304" charset="0"/>
                <a:ea typeface="宋体" panose="02010600030101010101" pitchFamily="2" charset="-122"/>
              </a:rPr>
              <a:t>        唤醒因等待</a:t>
            </a:r>
            <a:r>
              <a:rPr lang="en-US" altLang="zh-CN" sz="1800" b="1">
                <a:solidFill>
                  <a:schemeClr val="tx1"/>
                </a:solidFill>
                <a:latin typeface="Times New Roman" panose="02020603050405020304" charset="0"/>
                <a:ea typeface="宋体" panose="02010600030101010101" pitchFamily="2" charset="-122"/>
              </a:rPr>
              <a:t>I/O</a:t>
            </a:r>
            <a:r>
              <a:rPr lang="zh-CN" altLang="en-US" sz="1800" b="1">
                <a:solidFill>
                  <a:schemeClr val="tx1"/>
                </a:solidFill>
                <a:latin typeface="Times New Roman" panose="02020603050405020304" charset="0"/>
                <a:ea typeface="宋体" panose="02010600030101010101" pitchFamily="2" charset="-122"/>
              </a:rPr>
              <a:t>请求块而睡眠的进程；</a:t>
            </a:r>
            <a:endParaRPr lang="zh-CN" altLang="en-US" sz="1800" b="1">
              <a:solidFill>
                <a:schemeClr val="tx1"/>
              </a:solidFill>
              <a:latin typeface="Times New Roman" panose="02020603050405020304" charset="0"/>
              <a:ea typeface="宋体" panose="02010600030101010101" pitchFamily="2" charset="-122"/>
            </a:endParaRPr>
          </a:p>
          <a:p>
            <a:pPr marL="533400" lvl="0" indent="-533400">
              <a:lnSpc>
                <a:spcPct val="120000"/>
              </a:lnSpc>
              <a:spcBef>
                <a:spcPct val="30000"/>
              </a:spcBef>
              <a:buClr>
                <a:schemeClr val="tx2"/>
              </a:buClr>
              <a:buSzPct val="95000"/>
              <a:buFont typeface="Wingdings" panose="05000000000000000000" pitchFamily="2" charset="2"/>
              <a:buNone/>
            </a:pPr>
            <a:r>
              <a:rPr lang="zh-CN" altLang="en-US" sz="1800" b="1">
                <a:solidFill>
                  <a:schemeClr val="tx1"/>
                </a:solidFill>
                <a:latin typeface="Times New Roman" panose="02020603050405020304" charset="0"/>
                <a:ea typeface="宋体" panose="02010600030101010101" pitchFamily="2" charset="-122"/>
              </a:rPr>
              <a:t> </a:t>
            </a:r>
            <a:r>
              <a:rPr lang="en-US" altLang="zh-CN" sz="1800" b="1">
                <a:solidFill>
                  <a:schemeClr val="tx1"/>
                </a:solidFill>
                <a:latin typeface="Times New Roman" panose="02020603050405020304" charset="0"/>
                <a:ea typeface="宋体" panose="02010600030101010101" pitchFamily="2" charset="-122"/>
              </a:rPr>
              <a:t>}</a:t>
            </a:r>
            <a:endParaRPr lang="zh-CN" altLang="en-US" sz="1800" b="1">
              <a:solidFill>
                <a:schemeClr val="tx1"/>
              </a:solidFill>
              <a:latin typeface="Times New Roman" panose="02020603050405020304" charset="0"/>
              <a:ea typeface="宋体" panose="02010600030101010101" pitchFamily="2" charset="-122"/>
            </a:endParaRPr>
          </a:p>
        </p:txBody>
      </p:sp>
      <p:sp>
        <p:nvSpPr>
          <p:cNvPr id="62468" name="矩形 6246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设备控制</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62467"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1" name="矩形 63490"/>
          <p:cNvSpPr/>
          <p:nvPr/>
        </p:nvSpPr>
        <p:spPr>
          <a:xfrm>
            <a:off x="368300" y="531495"/>
            <a:ext cx="8406130" cy="591883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rgbClr val="FF0000"/>
                </a:solidFill>
                <a:effectLst/>
                <a:latin typeface="Times New Roman" panose="02020603050405020304" charset="0"/>
                <a:ea typeface="宋体" panose="02010600030101010101" pitchFamily="2" charset="-122"/>
                <a:cs typeface="+mn-ea"/>
              </a:rPr>
              <a:t>设备处理进程，程序描述：</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15000"/>
              </a:lnSpc>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process  io</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15000"/>
              </a:lnSpc>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   l</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while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设备请求队列不空</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15000"/>
              </a:lnSpc>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取一个</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iorb</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15000"/>
              </a:lnSpc>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提取请求的详细信息；</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15000"/>
              </a:lnSpc>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启动</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I/O</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操作；</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15000"/>
              </a:lnSpc>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sleep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事件：</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I/O</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完成</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 I/O</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操作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15000"/>
              </a:lnSpc>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等</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I/O</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完成后，进入中断处理程序，并在那里唤醒设备处理进程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15000"/>
              </a:lnSpc>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if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出错</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将错误信息写在该设备的</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dcb</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中；</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15000"/>
              </a:lnSpc>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传送数据到目的地；</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15000"/>
              </a:lnSpc>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唤醒请求此</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I/O</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操作的进程；</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15000"/>
              </a:lnSpc>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删除</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iorb</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15000"/>
              </a:lnSpc>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15000"/>
              </a:lnSpc>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sleep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事件：因无</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I/O</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请求</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15000"/>
              </a:lnSpc>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goto l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15000"/>
              </a:lnSpc>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endParaRPr lang="en-US" altLang="zh-CN" sz="1600" b="1" strike="noStrike" noProof="1">
              <a:solidFill>
                <a:schemeClr val="tx1"/>
              </a:solidFill>
              <a:effectLst/>
              <a:latin typeface="Times New Roman" panose="02020603050405020304" charset="0"/>
              <a:ea typeface="宋体" panose="02010600030101010101" pitchFamily="2" charset="-122"/>
            </a:endParaRPr>
          </a:p>
        </p:txBody>
      </p:sp>
      <p:sp>
        <p:nvSpPr>
          <p:cNvPr id="63492" name="矩形 63491"/>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设备控制</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63491" grpId="0" uiExpand="1"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矩形 75777"/>
          <p:cNvSpPr/>
          <p:nvPr/>
        </p:nvSpPr>
        <p:spPr>
          <a:xfrm>
            <a:off x="1006475" y="1562100"/>
            <a:ext cx="7129463" cy="3014663"/>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en-US" altLang="zh-CN"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400" b="1" strike="noStrike" noProof="1">
                <a:solidFill>
                  <a:srgbClr val="CC0000"/>
                </a:solidFill>
                <a:latin typeface="Arial" panose="02080604020202020204" pitchFamily="34" charset="0"/>
                <a:ea typeface="宋体" panose="02010600030101010101" pitchFamily="2" charset="-122"/>
                <a:cs typeface="+mn-ea"/>
              </a:rPr>
              <a:t>第</a:t>
            </a:r>
            <a:r>
              <a:rPr lang="en-US" altLang="zh-CN" sz="4400" b="1" strike="noStrike" noProof="1">
                <a:solidFill>
                  <a:srgbClr val="CC0000"/>
                </a:solidFill>
                <a:latin typeface="Times New Roman" panose="02020603050405020304" charset="0"/>
                <a:ea typeface="宋体" panose="02010600030101010101" pitchFamily="2" charset="-122"/>
                <a:cs typeface="+mn-ea"/>
              </a:rPr>
              <a:t>7</a:t>
            </a:r>
            <a:r>
              <a:rPr lang="zh-CN" altLang="en-US" sz="4400" b="1" strike="noStrike" noProof="1">
                <a:solidFill>
                  <a:srgbClr val="CC0000"/>
                </a:solidFill>
                <a:latin typeface="Arial" panose="02080604020202020204" pitchFamily="34" charset="0"/>
                <a:ea typeface="宋体" panose="02010600030101010101" pitchFamily="2" charset="-122"/>
                <a:cs typeface="+mn-ea"/>
              </a:rPr>
              <a:t>章  设备管理</a:t>
            </a:r>
            <a:endParaRPr lang="zh-CN" altLang="en-US" sz="4400" b="1" strike="noStrike" noProof="1">
              <a:solidFill>
                <a:srgbClr val="CC00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400" b="1" strike="noStrike" noProof="1">
                <a:solidFill>
                  <a:srgbClr val="CC0000"/>
                </a:solidFill>
                <a:latin typeface="Arial" panose="02080604020202020204" pitchFamily="34" charset="0"/>
                <a:ea typeface="宋体" panose="02010600030101010101" pitchFamily="2" charset="-122"/>
                <a:cs typeface="+mn-ea"/>
              </a:rPr>
              <a:t>小结</a:t>
            </a:r>
            <a:endParaRPr lang="zh-CN" altLang="en-US" sz="4400" b="1" strike="noStrike" noProof="1">
              <a:solidFill>
                <a:srgbClr val="CC00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400" b="1" strike="noStrike" noProof="1">
              <a:solidFill>
                <a:srgbClr val="CC0000"/>
              </a:solidFill>
              <a:ea typeface="宋体" panose="02010600030101010101" pitchFamily="2" charset="-122"/>
            </a:endParaRPr>
          </a:p>
        </p:txBody>
      </p:sp>
      <p:graphicFrame>
        <p:nvGraphicFramePr>
          <p:cNvPr id="95234" name="内容占位符 75778"/>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1" name="" r:id="rId2" imgW="838200" imgH="647700" progId="Paint.Picture">
                  <p:embed/>
                </p:oleObj>
              </mc:Choice>
              <mc:Fallback>
                <p:oleObj name="" r:id="rId2" imgW="838200" imgH="647700" progId="Paint.Picture">
                  <p:embed/>
                  <p:pic>
                    <p:nvPicPr>
                      <p:cNvPr id="0" name="图片 3080"/>
                      <p:cNvPicPr/>
                      <p:nvPr/>
                    </p:nvPicPr>
                    <p:blipFill>
                      <a:blip r:embed="rId3"/>
                      <a:stretch>
                        <a:fillRect/>
                      </a:stretch>
                    </p:blipFill>
                    <p:spPr>
                      <a:xfrm>
                        <a:off x="0" y="0"/>
                        <a:ext cx="838200" cy="517525"/>
                      </a:xfrm>
                      <a:prstGeom prst="rect">
                        <a:avLst/>
                      </a:prstGeom>
                      <a:noFill/>
                      <a:ln w="38100"/>
                    </p:spPr>
                  </p:pic>
                </p:oleObj>
              </mc:Fallback>
            </mc:AlternateContent>
          </a:graphicData>
        </a:graphic>
      </p:graphicFrame>
      <p:sp>
        <p:nvSpPr>
          <p:cNvPr id="75780" name="矩形 7577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设备管理</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小结</a:t>
            </a:r>
            <a:endParaRPr lang="zh-CN" altLang="en-US" sz="2400" strike="noStrike" noProof="1">
              <a:ea typeface="宋体" panose="02010600030101010101" pitchFamily="2" charset="-122"/>
            </a:endParaRPr>
          </a:p>
        </p:txBody>
      </p:sp>
    </p:spTree>
  </p:cSld>
  <p:clrMapOvr>
    <a:masterClrMapping/>
  </p:clrMapOvr>
  <p:transition>
    <p:fade/>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文本框 76801"/>
          <p:cNvSpPr txBox="1"/>
          <p:nvPr/>
        </p:nvSpPr>
        <p:spPr>
          <a:xfrm>
            <a:off x="8420100" y="6510338"/>
            <a:ext cx="72390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47</a:t>
            </a:r>
            <a:endParaRPr lang="en-US" altLang="zh-CN" sz="1400">
              <a:solidFill>
                <a:schemeClr val="tx2"/>
              </a:solidFill>
              <a:latin typeface="Times New Roman" panose="02020603050405020304" charset="0"/>
              <a:ea typeface="宋体" panose="02010600030101010101" pitchFamily="2" charset="-122"/>
            </a:endParaRPr>
          </a:p>
        </p:txBody>
      </p:sp>
      <p:sp>
        <p:nvSpPr>
          <p:cNvPr id="76803" name="矩形 76802"/>
          <p:cNvSpPr/>
          <p:nvPr/>
        </p:nvSpPr>
        <p:spPr>
          <a:xfrm>
            <a:off x="533400" y="727075"/>
            <a:ext cx="8262938" cy="549021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spcAft>
                <a:spcPct val="20000"/>
              </a:spcAft>
            </a:pPr>
            <a:r>
              <a:rPr lang="zh-CN" altLang="en-US" sz="2400" strike="noStrike" noProof="1">
                <a:solidFill>
                  <a:schemeClr val="tx1"/>
                </a:solidFill>
                <a:effectLst/>
                <a:latin typeface="Arial" panose="02080604020202020204" pitchFamily="34" charset="0"/>
                <a:ea typeface="宋体" panose="02010600030101010101" pitchFamily="2" charset="-122"/>
                <a:cs typeface="+mn-ea"/>
              </a:rPr>
              <a:t>设备管理的基本概念</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pPr>
            <a:r>
              <a:rPr lang="en-US" altLang="zh-CN" sz="2400" strike="noStrike" noProof="1">
                <a:solidFill>
                  <a:schemeClr val="tx1"/>
                </a:solidFill>
                <a:effectLst/>
                <a:latin typeface="Times New Roman" panose="02020603050405020304" charset="0"/>
                <a:ea typeface="宋体" panose="02010600030101010101" pitchFamily="2" charset="-122"/>
                <a:cs typeface="+mn-cs"/>
              </a:rPr>
              <a:t>I/O</a:t>
            </a:r>
            <a:r>
              <a:rPr lang="zh-CN" altLang="en-US" sz="2400" strike="noStrike" noProof="1">
                <a:solidFill>
                  <a:schemeClr val="tx1"/>
                </a:solidFill>
                <a:effectLst/>
                <a:latin typeface="Times New Roman" panose="02020603050405020304" charset="0"/>
                <a:ea typeface="宋体" panose="02010600030101010101" pitchFamily="2" charset="-122"/>
                <a:cs typeface="+mn-cs"/>
              </a:rPr>
              <a:t>管理的功能</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cs"/>
              </a:rPr>
              <a:t>设备独立性    定义    优点</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cs"/>
              </a:rPr>
              <a:t>设备控制块    定义</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spcAft>
                <a:spcPct val="20000"/>
              </a:spcAft>
            </a:pPr>
            <a:r>
              <a:rPr lang="zh-CN" altLang="en-US" sz="2400" strike="noStrike" noProof="1">
                <a:solidFill>
                  <a:schemeClr val="tx1"/>
                </a:solidFill>
                <a:effectLst/>
                <a:latin typeface="Arial" panose="02080604020202020204" pitchFamily="34" charset="0"/>
                <a:ea typeface="宋体" panose="02010600030101010101" pitchFamily="2" charset="-122"/>
                <a:cs typeface="+mn-ea"/>
              </a:rPr>
              <a:t>缓冲技术 </a:t>
            </a:r>
            <a:endParaRPr lang="zh-CN" altLang="en-US" sz="2400" strike="noStrike" noProof="1">
              <a:solidFill>
                <a:schemeClr val="tx1"/>
              </a:solidFill>
              <a:effectLst/>
              <a:ea typeface="宋体" panose="02010600030101010101" pitchFamily="2" charset="-122"/>
            </a:endParaRPr>
          </a:p>
          <a:p>
            <a:pPr marL="914400" lvl="1" indent="-4572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cs"/>
              </a:rPr>
              <a:t>什么是缓冲，引入缓冲的目的</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cs"/>
              </a:rPr>
              <a:t>常用的缓冲技术</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cs"/>
              </a:rPr>
              <a:t>双缓冲技术</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pPr>
            <a:r>
              <a:rPr lang="en-US" altLang="zh-CN" sz="2400" strike="noStrike" noProof="1">
                <a:solidFill>
                  <a:schemeClr val="tx1"/>
                </a:solidFill>
                <a:effectLst/>
                <a:latin typeface="Times New Roman" panose="02020603050405020304" charset="0"/>
                <a:ea typeface="宋体" panose="02010600030101010101" pitchFamily="2" charset="-122"/>
                <a:cs typeface="+mn-cs"/>
              </a:rPr>
              <a:t>UNIX</a:t>
            </a:r>
            <a:r>
              <a:rPr lang="zh-CN" altLang="en-US" sz="2400" strike="noStrike" noProof="1">
                <a:solidFill>
                  <a:schemeClr val="tx1"/>
                </a:solidFill>
                <a:effectLst/>
                <a:latin typeface="Times New Roman" panose="02020603050405020304" charset="0"/>
                <a:ea typeface="宋体" panose="02010600030101010101" pitchFamily="2" charset="-122"/>
                <a:cs typeface="+mn-cs"/>
              </a:rPr>
              <a:t>缓冲管理中的空闲缓冲区的淘汰算法</a:t>
            </a:r>
            <a:r>
              <a:rPr lang="zh-CN" altLang="en-US" sz="2400" b="1" strike="noStrike" noProof="1">
                <a:solidFill>
                  <a:schemeClr val="tx1"/>
                </a:solidFill>
                <a:latin typeface="Times New Roman" panose="02020603050405020304" charset="0"/>
                <a:ea typeface="宋体" panose="02010600030101010101" pitchFamily="2" charset="-122"/>
                <a:cs typeface="+mn-cs"/>
              </a:rPr>
              <a:t>    </a:t>
            </a:r>
            <a:endParaRPr lang="zh-CN" altLang="en-US" sz="2400" b="1" strike="noStrike" noProof="1">
              <a:solidFill>
                <a:schemeClr val="tx1"/>
              </a:solidFill>
              <a:latin typeface="Times New Roman" panose="02020603050405020304" charset="0"/>
              <a:ea typeface="宋体" panose="02010600030101010101" pitchFamily="2" charset="-122"/>
            </a:endParaRPr>
          </a:p>
        </p:txBody>
      </p:sp>
      <p:sp>
        <p:nvSpPr>
          <p:cNvPr id="76804" name="矩形 7680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小结</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76803"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文本框 77825"/>
          <p:cNvSpPr txBox="1"/>
          <p:nvPr/>
        </p:nvSpPr>
        <p:spPr>
          <a:xfrm>
            <a:off x="8420100" y="6510338"/>
            <a:ext cx="723900"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a:solidFill>
                  <a:schemeClr val="tx2"/>
                </a:solidFill>
                <a:latin typeface="Times New Roman" panose="02020603050405020304" charset="0"/>
                <a:ea typeface="宋体" panose="02010600030101010101" pitchFamily="2" charset="-122"/>
              </a:rPr>
              <a:t>48</a:t>
            </a:r>
            <a:endParaRPr lang="en-US" altLang="zh-CN" sz="1400">
              <a:solidFill>
                <a:schemeClr val="tx2"/>
              </a:solidFill>
              <a:latin typeface="Times New Roman" panose="02020603050405020304" charset="0"/>
              <a:ea typeface="宋体" panose="02010600030101010101" pitchFamily="2" charset="-122"/>
            </a:endParaRPr>
          </a:p>
        </p:txBody>
      </p:sp>
      <p:sp>
        <p:nvSpPr>
          <p:cNvPr id="77827" name="矩形 77826"/>
          <p:cNvSpPr/>
          <p:nvPr/>
        </p:nvSpPr>
        <p:spPr>
          <a:xfrm>
            <a:off x="533400" y="556578"/>
            <a:ext cx="8262938" cy="596963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spcAft>
                <a:spcPct val="20000"/>
              </a:spcAft>
            </a:pPr>
            <a:r>
              <a:rPr lang="zh-CN" altLang="en-US" sz="2400" strike="noStrike" noProof="1">
                <a:solidFill>
                  <a:schemeClr val="tx1"/>
                </a:solidFill>
                <a:effectLst/>
                <a:latin typeface="Arial" panose="02080604020202020204" pitchFamily="34" charset="0"/>
                <a:ea typeface="宋体" panose="02010600030101010101" pitchFamily="2" charset="-122"/>
                <a:cs typeface="+mn-ea"/>
              </a:rPr>
              <a:t>设备分配</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cs"/>
              </a:rPr>
              <a:t>常用的设备分配技术</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cs"/>
              </a:rPr>
              <a:t>独享设备    独享分配    定义</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cs"/>
              </a:rPr>
              <a:t>共享设备    共享分配    定义</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cs"/>
              </a:rPr>
              <a:t>虚拟设备    虚拟技术    定义</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pPr>
            <a:r>
              <a:rPr lang="en-US" altLang="zh-CN" sz="2400" strike="noStrike" noProof="1">
                <a:solidFill>
                  <a:schemeClr val="tx1"/>
                </a:solidFill>
                <a:effectLst/>
                <a:latin typeface="Times New Roman" panose="02020603050405020304" charset="0"/>
                <a:ea typeface="宋体" panose="02010600030101010101" pitchFamily="2" charset="-122"/>
                <a:cs typeface="+mn-cs"/>
              </a:rPr>
              <a:t>Spooling</a:t>
            </a:r>
            <a:r>
              <a:rPr lang="zh-CN" altLang="en-US" sz="2400" strike="noStrike" noProof="1">
                <a:solidFill>
                  <a:schemeClr val="tx1"/>
                </a:solidFill>
                <a:effectLst/>
                <a:latin typeface="Times New Roman" panose="02020603050405020304" charset="0"/>
                <a:ea typeface="宋体" panose="02010600030101010101" pitchFamily="2" charset="-122"/>
                <a:cs typeface="+mn-cs"/>
              </a:rPr>
              <a:t>系统  定义   </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spcAft>
                <a:spcPct val="20000"/>
              </a:spcAft>
            </a:pPr>
            <a:r>
              <a:rPr lang="en-US" altLang="zh-CN" sz="2400" strike="noStrike" noProof="1">
                <a:solidFill>
                  <a:schemeClr val="tx1"/>
                </a:solidFill>
                <a:effectLst/>
                <a:latin typeface="Times New Roman" panose="02020603050405020304" charset="0"/>
                <a:ea typeface="宋体" panose="02010600030101010101" pitchFamily="2" charset="-122"/>
                <a:cs typeface="+mn-ea"/>
              </a:rPr>
              <a:t>I/O</a:t>
            </a:r>
            <a:r>
              <a:rPr lang="zh-CN" altLang="en-US" sz="2400" strike="noStrike" noProof="1">
                <a:solidFill>
                  <a:schemeClr val="tx1"/>
                </a:solidFill>
                <a:effectLst/>
                <a:latin typeface="Times New Roman" panose="02020603050405020304" charset="0"/>
                <a:ea typeface="宋体" panose="02010600030101010101" pitchFamily="2" charset="-122"/>
                <a:cs typeface="+mn-ea"/>
              </a:rPr>
              <a:t>控制</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pPr>
            <a:r>
              <a:rPr lang="en-US" altLang="zh-CN" sz="2400" strike="noStrike" noProof="1">
                <a:solidFill>
                  <a:schemeClr val="tx1"/>
                </a:solidFill>
                <a:effectLst/>
                <a:latin typeface="Times New Roman" panose="02020603050405020304" charset="0"/>
                <a:ea typeface="宋体" panose="02010600030101010101" pitchFamily="2" charset="-122"/>
                <a:cs typeface="+mn-cs"/>
              </a:rPr>
              <a:t>I/O</a:t>
            </a:r>
            <a:r>
              <a:rPr lang="zh-CN" altLang="en-US" sz="2400" strike="noStrike" noProof="1">
                <a:solidFill>
                  <a:schemeClr val="tx1"/>
                </a:solidFill>
                <a:effectLst/>
                <a:latin typeface="Times New Roman" panose="02020603050405020304" charset="0"/>
                <a:ea typeface="宋体" panose="02010600030101010101" pitchFamily="2" charset="-122"/>
                <a:cs typeface="+mn-cs"/>
              </a:rPr>
              <a:t>控制的主要功能</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cs"/>
              </a:rPr>
              <a:t>请求</a:t>
            </a:r>
            <a:r>
              <a:rPr lang="en-US" altLang="zh-CN" sz="2400" strike="noStrike" noProof="1">
                <a:solidFill>
                  <a:schemeClr val="tx1"/>
                </a:solidFill>
                <a:effectLst/>
                <a:latin typeface="Times New Roman" panose="02020603050405020304" charset="0"/>
                <a:ea typeface="宋体" panose="02010600030101010101" pitchFamily="2" charset="-122"/>
                <a:cs typeface="+mn-cs"/>
              </a:rPr>
              <a:t>I/O</a:t>
            </a:r>
            <a:r>
              <a:rPr lang="zh-CN" altLang="en-US" sz="2400" strike="noStrike" noProof="1">
                <a:solidFill>
                  <a:schemeClr val="tx1"/>
                </a:solidFill>
                <a:effectLst/>
                <a:latin typeface="Times New Roman" panose="02020603050405020304" charset="0"/>
                <a:ea typeface="宋体" panose="02010600030101010101" pitchFamily="2" charset="-122"/>
                <a:cs typeface="+mn-cs"/>
              </a:rPr>
              <a:t>的进程、</a:t>
            </a:r>
            <a:r>
              <a:rPr lang="en-US" altLang="zh-CN" sz="2400" strike="noStrike" noProof="1">
                <a:solidFill>
                  <a:schemeClr val="tx1"/>
                </a:solidFill>
                <a:effectLst/>
                <a:latin typeface="Times New Roman" panose="02020603050405020304" charset="0"/>
                <a:ea typeface="宋体" panose="02010600030101010101" pitchFamily="2" charset="-122"/>
                <a:cs typeface="+mn-cs"/>
              </a:rPr>
              <a:t>I/O</a:t>
            </a:r>
            <a:r>
              <a:rPr lang="zh-CN" altLang="en-US" sz="2400" strike="noStrike" noProof="1">
                <a:solidFill>
                  <a:schemeClr val="tx1"/>
                </a:solidFill>
                <a:effectLst/>
                <a:latin typeface="Times New Roman" panose="02020603050405020304" charset="0"/>
                <a:ea typeface="宋体" panose="02010600030101010101" pitchFamily="2" charset="-122"/>
                <a:cs typeface="+mn-cs"/>
              </a:rPr>
              <a:t>过程、设备处理进程、中断处理程序之间的同步关系</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sp>
        <p:nvSpPr>
          <p:cNvPr id="77828" name="矩形 7782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Times New Roman" panose="02020603050405020304" charset="0"/>
                <a:ea typeface="宋体" panose="02010600030101010101" pitchFamily="2" charset="-122"/>
                <a:cs typeface="+mn-ea"/>
              </a:rPr>
              <a:t>设备管理</a:t>
            </a:r>
            <a:r>
              <a:rPr lang="en-US" altLang="zh-CN" sz="2400" strike="noStrike" noProof="1">
                <a:latin typeface="Times New Roman" panose="02020603050405020304" charset="0"/>
                <a:ea typeface="宋体" panose="02010600030101010101" pitchFamily="2" charset="-122"/>
                <a:cs typeface="+mn-ea"/>
              </a:rPr>
              <a:t>——</a:t>
            </a:r>
            <a:r>
              <a:rPr lang="zh-CN" altLang="en-US" sz="2400" strike="noStrike" noProof="1">
                <a:latin typeface="Times New Roman" panose="02020603050405020304" charset="0"/>
                <a:ea typeface="宋体" panose="02010600030101010101" pitchFamily="2" charset="-122"/>
                <a:cs typeface="+mn-ea"/>
              </a:rPr>
              <a:t>小结</a:t>
            </a:r>
            <a:endParaRPr lang="zh-CN" altLang="en-US" sz="2400" strike="noStrike" noProof="1">
              <a:latin typeface="Times New Roman" panose="02020603050405020304" charset="0"/>
              <a:ea typeface="宋体" panose="02010600030101010101" pitchFamily="2" charset="-122"/>
            </a:endParaRPr>
          </a:p>
        </p:txBody>
      </p:sp>
    </p:spTree>
  </p:cSld>
  <p:clrMapOvr>
    <a:masterClrMapping/>
  </p:clrMapOvr>
  <p:transition>
    <p:fade/>
  </p:transition>
  <p:timing>
    <p:tnLst>
      <p:par>
        <p:cTn id="1" dur="indefinite" restart="never" nodeType="tmRoot"/>
      </p:par>
    </p:tnLst>
    <p:bldLst>
      <p:bldP spid="77827" grpId="0"/>
    </p:bldLst>
  </p:timing>
</p:sld>
</file>

<file path=ppt/theme/theme1.xml><?xml version="1.0" encoding="utf-8"?>
<a:theme xmlns:a="http://schemas.openxmlformats.org/drawingml/2006/main" name="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IF9-VSTS Hongchao Wang</Template>
  <TotalTime>0</TotalTime>
  <Words>14459</Words>
  <Application>WPS 演示</Application>
  <PresentationFormat>在屏幕上显示</PresentationFormat>
  <Paragraphs>1251</Paragraphs>
  <Slides>86</Slides>
  <Notes>54</Notes>
  <HiddenSlides>0</HiddenSlides>
  <MMClips>0</MMClips>
  <ScaleCrop>false</ScaleCrop>
  <HeadingPairs>
    <vt:vector size="8" baseType="variant">
      <vt:variant>
        <vt:lpstr>已用的字体</vt:lpstr>
      </vt:variant>
      <vt:variant>
        <vt:i4>15</vt:i4>
      </vt:variant>
      <vt:variant>
        <vt:lpstr>主题</vt:lpstr>
      </vt:variant>
      <vt:variant>
        <vt:i4>11</vt:i4>
      </vt:variant>
      <vt:variant>
        <vt:lpstr>嵌入 OLE 服务器</vt:lpstr>
      </vt:variant>
      <vt:variant>
        <vt:i4>16</vt:i4>
      </vt:variant>
      <vt:variant>
        <vt:lpstr>幻灯片标题</vt:lpstr>
      </vt:variant>
      <vt:variant>
        <vt:i4>86</vt:i4>
      </vt:variant>
    </vt:vector>
  </HeadingPairs>
  <TitlesOfParts>
    <vt:vector size="128" baseType="lpstr">
      <vt:lpstr>Arial</vt:lpstr>
      <vt:lpstr>宋体</vt:lpstr>
      <vt:lpstr>Wingdings</vt:lpstr>
      <vt:lpstr>Times New Roman</vt:lpstr>
      <vt:lpstr>方正书宋_GBK</vt:lpstr>
      <vt:lpstr>微软雅黑</vt:lpstr>
      <vt:lpstr>Arial Unicode MS</vt:lpstr>
      <vt:lpstr>Calibri</vt:lpstr>
      <vt:lpstr>Lucida Console</vt:lpstr>
      <vt:lpstr>Victor Mono</vt:lpstr>
      <vt:lpstr>MT Extra</vt:lpstr>
      <vt:lpstr>黑体</vt:lpstr>
      <vt:lpstr>东文宋体</vt:lpstr>
      <vt:lpstr>Symbol</vt:lpstr>
      <vt:lpstr>思源黑体 CN Heavy</vt:lpstr>
      <vt:lpstr>SAF_2004_Template</vt:lpstr>
      <vt:lpstr>1_SAF_2004_Template</vt:lpstr>
      <vt:lpstr>2_SAF_2004_Template</vt:lpstr>
      <vt:lpstr>3_SAF_2004_Template</vt:lpstr>
      <vt:lpstr>4_SAF_2004_Template</vt:lpstr>
      <vt:lpstr>5_SAF_2004_Template</vt:lpstr>
      <vt:lpstr>6_SAF_2004_Template</vt:lpstr>
      <vt:lpstr>7_SAF_2004_Template</vt:lpstr>
      <vt:lpstr>8_SAF_2004_Template</vt:lpstr>
      <vt:lpstr>9_SAF_2004_Template</vt:lpstr>
      <vt:lpstr>10_SAF_2004_Template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PowerPoint 演示文稿</vt:lpstr>
      <vt:lpstr>PowerPoint 演示文稿</vt:lpstr>
      <vt:lpstr>PowerPoint 演示文稿</vt:lpstr>
      <vt:lpstr>PowerPoint 演示文稿</vt:lpstr>
      <vt:lpstr>计算机外部设备特性</vt:lpstr>
      <vt:lpstr>计算机外部设备特性（续）</vt:lpstr>
      <vt:lpstr>计算机外部设备特性（续）</vt:lpstr>
      <vt:lpstr>PowerPoint 演示文稿</vt:lpstr>
      <vt:lpstr>PowerPoint 演示文稿</vt:lpstr>
      <vt:lpstr>PowerPoint 演示文稿</vt:lpstr>
      <vt:lpstr>PowerPoint 演示文稿</vt:lpstr>
      <vt:lpstr>PowerPoint 演示文稿</vt:lpstr>
      <vt:lpstr>PowerPoint 演示文稿</vt:lpstr>
      <vt:lpstr>4. 设备一致性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环形缓冲</vt:lpstr>
      <vt:lpstr>环形缓冲技术的使用</vt:lpstr>
      <vt:lpstr>环形缓冲技术的使用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(四) 设备输入/输出控制</vt:lpstr>
      <vt:lpstr>一、端口、总线、控制器</vt:lpstr>
      <vt:lpstr>PowerPoint 演示文稿</vt:lpstr>
      <vt:lpstr>输入/输出控制方式</vt:lpstr>
      <vt:lpstr>PowerPoint 演示文稿</vt:lpstr>
      <vt:lpstr>I/O中断方式（续）</vt:lpstr>
      <vt:lpstr>3. 通道方式</vt:lpstr>
      <vt:lpstr>PowerPoint 演示文稿</vt:lpstr>
      <vt:lpstr>1) 字节多路通道</vt:lpstr>
      <vt:lpstr>2) 选择通道</vt:lpstr>
      <vt:lpstr>3) 数组多路通道</vt:lpstr>
      <vt:lpstr>通道工作方式</vt:lpstr>
      <vt:lpstr>4. DMA方式</vt:lpstr>
      <vt:lpstr>PowerPoint 演示文稿</vt:lpstr>
      <vt:lpstr>DMA工作原理—获取总线控制权</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hust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!leaf</dc:creator>
  <cp:lastModifiedBy>zjie</cp:lastModifiedBy>
  <cp:revision>880</cp:revision>
  <dcterms:created xsi:type="dcterms:W3CDTF">2023-12-07T03:05:11Z</dcterms:created>
  <dcterms:modified xsi:type="dcterms:W3CDTF">2023-12-07T03:05:11Z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2052-11.1.0.11704</vt:lpwstr>
  </property>
  <property fmtid="{D5CDD505-2E9C-101B-9397-08002B2CF9AE}" pid="3" name="ICV">
    <vt:lpwstr/>
  </property>
</Properties>
</file>