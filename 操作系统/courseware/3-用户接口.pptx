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3" r:id="rId4"/>
    <p:sldMasterId id="2147483686" r:id="rId5"/>
    <p:sldMasterId id="2147483699" r:id="rId6"/>
    <p:sldMasterId id="2147483712" r:id="rId7"/>
    <p:sldMasterId id="2147483725" r:id="rId8"/>
  </p:sldMasterIdLst>
  <p:notesMasterIdLst>
    <p:notesMasterId r:id="rId73"/>
  </p:notesMasterIdLst>
  <p:sldIdLst>
    <p:sldId id="624" r:id="rId9"/>
    <p:sldId id="625" r:id="rId10"/>
    <p:sldId id="647" r:id="rId11"/>
    <p:sldId id="613" r:id="rId12"/>
    <p:sldId id="736" r:id="rId13"/>
    <p:sldId id="737" r:id="rId14"/>
    <p:sldId id="614" r:id="rId15"/>
    <p:sldId id="626" r:id="rId16"/>
    <p:sldId id="1000" r:id="rId17"/>
    <p:sldId id="627" r:id="rId18"/>
    <p:sldId id="628" r:id="rId19"/>
    <p:sldId id="631" r:id="rId20"/>
    <p:sldId id="810" r:id="rId21"/>
    <p:sldId id="1109" r:id="rId22"/>
    <p:sldId id="904" r:id="rId23"/>
    <p:sldId id="1057" r:id="rId24"/>
    <p:sldId id="905" r:id="rId25"/>
    <p:sldId id="648" r:id="rId26"/>
    <p:sldId id="632" r:id="rId27"/>
    <p:sldId id="646" r:id="rId28"/>
    <p:sldId id="634" r:id="rId29"/>
    <p:sldId id="636" r:id="rId30"/>
    <p:sldId id="955" r:id="rId31"/>
    <p:sldId id="649" r:id="rId32"/>
    <p:sldId id="601" r:id="rId33"/>
    <p:sldId id="1161" r:id="rId34"/>
    <p:sldId id="1162" r:id="rId35"/>
    <p:sldId id="690" r:id="rId36"/>
    <p:sldId id="693" r:id="rId37"/>
    <p:sldId id="694" r:id="rId38"/>
    <p:sldId id="695" r:id="rId39"/>
    <p:sldId id="679" r:id="rId40"/>
    <p:sldId id="699" r:id="rId41"/>
    <p:sldId id="700" r:id="rId42"/>
    <p:sldId id="701" r:id="rId43"/>
    <p:sldId id="702" r:id="rId44"/>
    <p:sldId id="680" r:id="rId45"/>
    <p:sldId id="676" r:id="rId46"/>
    <p:sldId id="678" r:id="rId47"/>
    <p:sldId id="650" r:id="rId48"/>
    <p:sldId id="738" r:id="rId49"/>
    <p:sldId id="739" r:id="rId50"/>
    <p:sldId id="740" r:id="rId51"/>
    <p:sldId id="620" r:id="rId52"/>
    <p:sldId id="703" r:id="rId53"/>
    <p:sldId id="705" r:id="rId54"/>
    <p:sldId id="792" r:id="rId55"/>
    <p:sldId id="706" r:id="rId56"/>
    <p:sldId id="707" r:id="rId57"/>
    <p:sldId id="741" r:id="rId58"/>
    <p:sldId id="742" r:id="rId59"/>
    <p:sldId id="743" r:id="rId60"/>
    <p:sldId id="744" r:id="rId61"/>
    <p:sldId id="748" r:id="rId62"/>
    <p:sldId id="747" r:id="rId63"/>
    <p:sldId id="749" r:id="rId64"/>
    <p:sldId id="709" r:id="rId65"/>
    <p:sldId id="750" r:id="rId66"/>
    <p:sldId id="751" r:id="rId67"/>
    <p:sldId id="753" r:id="rId68"/>
    <p:sldId id="752" r:id="rId69"/>
    <p:sldId id="754" r:id="rId70"/>
    <p:sldId id="708" r:id="rId71"/>
    <p:sldId id="612" r:id="rId72"/>
  </p:sldIdLst>
  <p:sldSz cx="9144000" cy="6858000" type="screen4x3"/>
  <p:notesSz cx="6815455" cy="9942830"/>
  <p:defaultTextStyle>
    <a:defPPr>
      <a:defRPr lang="zh-CN"/>
    </a:defPPr>
    <a:lvl1pPr marL="0" lvl="0"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1pPr>
    <a:lvl2pPr marL="457200" lvl="1"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2pPr>
    <a:lvl3pPr marL="914400" lvl="2"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3pPr>
    <a:lvl4pPr marL="1371600" lvl="3"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4pPr>
    <a:lvl5pPr marL="1828800" lvl="4"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5pPr>
    <a:lvl6pPr marL="2286000" lvl="5"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6pPr>
    <a:lvl7pPr marL="2743200" lvl="6"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7pPr>
    <a:lvl8pPr marL="3200400" lvl="7"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8pPr>
    <a:lvl9pPr marL="3657600" lvl="8" indent="0" algn="l" defTabSz="914400" eaLnBrk="1" fontAlgn="base" latinLnBrk="0" hangingPunct="1">
      <a:lnSpc>
        <a:spcPct val="100000"/>
      </a:lnSpc>
      <a:spcBef>
        <a:spcPct val="0"/>
      </a:spcBef>
      <a:spcAft>
        <a:spcPct val="0"/>
      </a:spcAft>
      <a:buNone/>
      <a:defRPr sz="3200" b="1" i="0" u="none" kern="1200" baseline="0">
        <a:solidFill>
          <a:srgbClr val="4138FA"/>
        </a:solidFill>
        <a:latin typeface="Arial" panose="02080604020202020204" pitchFamily="34" charset="0"/>
        <a:ea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38FA"/>
    <a:srgbClr val="3399FF"/>
    <a:srgbClr val="6699FF"/>
    <a:srgbClr val="FF0000"/>
    <a:srgbClr val="CC3300"/>
    <a:srgbClr val="990000"/>
    <a:srgbClr val="000099"/>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117" d="100"/>
          <a:sy n="117" d="100"/>
        </p:scale>
        <p:origin x="-1464" y="-96"/>
      </p:cViewPr>
      <p:guideLst>
        <p:guide orient="horz" pos="2045"/>
        <p:guide pos="284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6" Type="http://schemas.openxmlformats.org/officeDocument/2006/relationships/tableStyles" Target="tableStyles.xml"/><Relationship Id="rId75" Type="http://schemas.openxmlformats.org/officeDocument/2006/relationships/viewProps" Target="viewProps.xml"/><Relationship Id="rId74" Type="http://schemas.openxmlformats.org/officeDocument/2006/relationships/presProps" Target="presProps.xml"/><Relationship Id="rId73" Type="http://schemas.openxmlformats.org/officeDocument/2006/relationships/notesMaster" Target="notesMasters/notesMaster1.xml"/><Relationship Id="rId72" Type="http://schemas.openxmlformats.org/officeDocument/2006/relationships/slide" Target="slides/slide64.xml"/><Relationship Id="rId71" Type="http://schemas.openxmlformats.org/officeDocument/2006/relationships/slide" Target="slides/slide63.xml"/><Relationship Id="rId70" Type="http://schemas.openxmlformats.org/officeDocument/2006/relationships/slide" Target="slides/slide62.xml"/><Relationship Id="rId7" Type="http://schemas.openxmlformats.org/officeDocument/2006/relationships/slideMaster" Target="slideMasters/slideMaster6.xml"/><Relationship Id="rId69" Type="http://schemas.openxmlformats.org/officeDocument/2006/relationships/slide" Target="slides/slide61.xml"/><Relationship Id="rId68" Type="http://schemas.openxmlformats.org/officeDocument/2006/relationships/slide" Target="slides/slide60.xml"/><Relationship Id="rId67" Type="http://schemas.openxmlformats.org/officeDocument/2006/relationships/slide" Target="slides/slide59.xml"/><Relationship Id="rId66" Type="http://schemas.openxmlformats.org/officeDocument/2006/relationships/slide" Target="slides/slide58.xml"/><Relationship Id="rId65" Type="http://schemas.openxmlformats.org/officeDocument/2006/relationships/slide" Target="slides/slide57.xml"/><Relationship Id="rId64" Type="http://schemas.openxmlformats.org/officeDocument/2006/relationships/slide" Target="slides/slide56.xml"/><Relationship Id="rId63" Type="http://schemas.openxmlformats.org/officeDocument/2006/relationships/slide" Target="slides/slide55.xml"/><Relationship Id="rId62" Type="http://schemas.openxmlformats.org/officeDocument/2006/relationships/slide" Target="slides/slide54.xml"/><Relationship Id="rId61" Type="http://schemas.openxmlformats.org/officeDocument/2006/relationships/slide" Target="slides/slide53.xml"/><Relationship Id="rId60" Type="http://schemas.openxmlformats.org/officeDocument/2006/relationships/slide" Target="slides/slide52.xml"/><Relationship Id="rId6" Type="http://schemas.openxmlformats.org/officeDocument/2006/relationships/slideMaster" Target="slideMasters/slideMaster5.xml"/><Relationship Id="rId59" Type="http://schemas.openxmlformats.org/officeDocument/2006/relationships/slide" Target="slides/slide51.xml"/><Relationship Id="rId58" Type="http://schemas.openxmlformats.org/officeDocument/2006/relationships/slide" Target="slides/slide50.xml"/><Relationship Id="rId57" Type="http://schemas.openxmlformats.org/officeDocument/2006/relationships/slide" Target="slides/slide49.xml"/><Relationship Id="rId56" Type="http://schemas.openxmlformats.org/officeDocument/2006/relationships/slide" Target="slides/slide48.xml"/><Relationship Id="rId55" Type="http://schemas.openxmlformats.org/officeDocument/2006/relationships/slide" Target="slides/slide47.xml"/><Relationship Id="rId54" Type="http://schemas.openxmlformats.org/officeDocument/2006/relationships/slide" Target="slides/slide46.xml"/><Relationship Id="rId53" Type="http://schemas.openxmlformats.org/officeDocument/2006/relationships/slide" Target="slides/slide45.xml"/><Relationship Id="rId52" Type="http://schemas.openxmlformats.org/officeDocument/2006/relationships/slide" Target="slides/slide44.xml"/><Relationship Id="rId51" Type="http://schemas.openxmlformats.org/officeDocument/2006/relationships/slide" Target="slides/slide43.xml"/><Relationship Id="rId50" Type="http://schemas.openxmlformats.org/officeDocument/2006/relationships/slide" Target="slides/slide42.xml"/><Relationship Id="rId5" Type="http://schemas.openxmlformats.org/officeDocument/2006/relationships/slideMaster" Target="slideMasters/slideMaster4.xml"/><Relationship Id="rId49" Type="http://schemas.openxmlformats.org/officeDocument/2006/relationships/slide" Target="slides/slide41.xml"/><Relationship Id="rId48" Type="http://schemas.openxmlformats.org/officeDocument/2006/relationships/slide" Target="slides/slide40.xml"/><Relationship Id="rId47" Type="http://schemas.openxmlformats.org/officeDocument/2006/relationships/slide" Target="slides/slide39.xml"/><Relationship Id="rId46" Type="http://schemas.openxmlformats.org/officeDocument/2006/relationships/slide" Target="slides/slide38.xml"/><Relationship Id="rId45" Type="http://schemas.openxmlformats.org/officeDocument/2006/relationships/slide" Target="slides/slide37.xml"/><Relationship Id="rId44" Type="http://schemas.openxmlformats.org/officeDocument/2006/relationships/slide" Target="slides/slide36.xml"/><Relationship Id="rId43" Type="http://schemas.openxmlformats.org/officeDocument/2006/relationships/slide" Target="slides/slide35.xml"/><Relationship Id="rId42" Type="http://schemas.openxmlformats.org/officeDocument/2006/relationships/slide" Target="slides/slide34.xml"/><Relationship Id="rId41" Type="http://schemas.openxmlformats.org/officeDocument/2006/relationships/slide" Target="slides/slide33.xml"/><Relationship Id="rId40" Type="http://schemas.openxmlformats.org/officeDocument/2006/relationships/slide" Target="slides/slide32.xml"/><Relationship Id="rId4" Type="http://schemas.openxmlformats.org/officeDocument/2006/relationships/slideMaster" Target="slideMasters/slideMaster3.xml"/><Relationship Id="rId39" Type="http://schemas.openxmlformats.org/officeDocument/2006/relationships/slide" Target="slides/slide31.xml"/><Relationship Id="rId38" Type="http://schemas.openxmlformats.org/officeDocument/2006/relationships/slide" Target="slides/slide30.xml"/><Relationship Id="rId37" Type="http://schemas.openxmlformats.org/officeDocument/2006/relationships/slide" Target="slides/slide29.xml"/><Relationship Id="rId36" Type="http://schemas.openxmlformats.org/officeDocument/2006/relationships/slide" Target="slides/slide28.xml"/><Relationship Id="rId35" Type="http://schemas.openxmlformats.org/officeDocument/2006/relationships/slide" Target="slides/slide27.xml"/><Relationship Id="rId34" Type="http://schemas.openxmlformats.org/officeDocument/2006/relationships/slide" Target="slides/slide26.xml"/><Relationship Id="rId33" Type="http://schemas.openxmlformats.org/officeDocument/2006/relationships/slide" Target="slides/slide25.xml"/><Relationship Id="rId32" Type="http://schemas.openxmlformats.org/officeDocument/2006/relationships/slide" Target="slides/slide24.xml"/><Relationship Id="rId31" Type="http://schemas.openxmlformats.org/officeDocument/2006/relationships/slide" Target="slides/slide23.xml"/><Relationship Id="rId30" Type="http://schemas.openxmlformats.org/officeDocument/2006/relationships/slide" Target="slides/slide22.xml"/><Relationship Id="rId3" Type="http://schemas.openxmlformats.org/officeDocument/2006/relationships/slideMaster" Target="slideMasters/slideMaster2.xml"/><Relationship Id="rId29" Type="http://schemas.openxmlformats.org/officeDocument/2006/relationships/slide" Target="slides/slide21.xml"/><Relationship Id="rId28" Type="http://schemas.openxmlformats.org/officeDocument/2006/relationships/slide" Target="slides/slide20.xml"/><Relationship Id="rId27" Type="http://schemas.openxmlformats.org/officeDocument/2006/relationships/slide" Target="slides/slide19.xml"/><Relationship Id="rId26" Type="http://schemas.openxmlformats.org/officeDocument/2006/relationships/slide" Target="slides/slide18.xml"/><Relationship Id="rId25" Type="http://schemas.openxmlformats.org/officeDocument/2006/relationships/slide" Target="slides/slide17.xml"/><Relationship Id="rId24" Type="http://schemas.openxmlformats.org/officeDocument/2006/relationships/slide" Target="slides/slide16.xml"/><Relationship Id="rId23" Type="http://schemas.openxmlformats.org/officeDocument/2006/relationships/slide" Target="slides/slide15.xml"/><Relationship Id="rId22" Type="http://schemas.openxmlformats.org/officeDocument/2006/relationships/slide" Target="slides/slide14.xml"/><Relationship Id="rId21" Type="http://schemas.openxmlformats.org/officeDocument/2006/relationships/slide" Target="slides/slide13.xml"/><Relationship Id="rId20" Type="http://schemas.openxmlformats.org/officeDocument/2006/relationships/slide" Target="slides/slide12.xml"/><Relationship Id="rId2" Type="http://schemas.openxmlformats.org/officeDocument/2006/relationships/theme" Target="theme/theme1.xml"/><Relationship Id="rId19" Type="http://schemas.openxmlformats.org/officeDocument/2006/relationships/slide" Target="slides/slide11.xml"/><Relationship Id="rId18" Type="http://schemas.openxmlformats.org/officeDocument/2006/relationships/slide" Target="slides/slide10.xml"/><Relationship Id="rId17" Type="http://schemas.openxmlformats.org/officeDocument/2006/relationships/slide" Target="slides/slide9.xml"/><Relationship Id="rId16" Type="http://schemas.openxmlformats.org/officeDocument/2006/relationships/slide" Target="slides/slide8.xml"/><Relationship Id="rId15" Type="http://schemas.openxmlformats.org/officeDocument/2006/relationships/slide" Target="slides/slide7.xml"/><Relationship Id="rId14" Type="http://schemas.openxmlformats.org/officeDocument/2006/relationships/slide" Target="slides/slide6.xml"/><Relationship Id="rId13" Type="http://schemas.openxmlformats.org/officeDocument/2006/relationships/slide" Target="slides/slide5.xml"/><Relationship Id="rId12" Type="http://schemas.openxmlformats.org/officeDocument/2006/relationships/slide" Target="slides/slide4.xml"/><Relationship Id="rId11" Type="http://schemas.openxmlformats.org/officeDocument/2006/relationships/slide" Target="slides/slide3.xml"/><Relationship Id="rId10" Type="http://schemas.openxmlformats.org/officeDocument/2006/relationships/slide" Target="slides/slide2.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7170" name="页眉占位符 7169"/>
          <p:cNvSpPr>
            <a:spLocks noGrp="1"/>
          </p:cNvSpPr>
          <p:nvPr>
            <p:ph type="hdr" sz="quarter"/>
          </p:nvPr>
        </p:nvSpPr>
        <p:spPr>
          <a:xfrm>
            <a:off x="0" y="0"/>
            <a:ext cx="2952750" cy="496888"/>
          </a:xfrm>
          <a:prstGeom prst="rect">
            <a:avLst/>
          </a:prstGeom>
          <a:noFill/>
          <a:ln w="9525">
            <a:noFill/>
            <a:miter/>
          </a:ln>
        </p:spPr>
        <p:txBody>
          <a:bodyPr lIns="91613" tIns="45807" rIns="91613" bIns="45807"/>
          <a:p>
            <a:pPr lvl="0" defTabSz="916305" fontAlgn="base"/>
            <a:endParaRPr lang="zh-CN" altLang="en-US" sz="1200" b="0" strike="noStrike" noProof="1"/>
          </a:p>
        </p:txBody>
      </p:sp>
      <p:sp>
        <p:nvSpPr>
          <p:cNvPr id="7171" name="日期占位符 7170"/>
          <p:cNvSpPr>
            <a:spLocks noGrp="1"/>
          </p:cNvSpPr>
          <p:nvPr>
            <p:ph type="dt" idx="1"/>
          </p:nvPr>
        </p:nvSpPr>
        <p:spPr>
          <a:xfrm>
            <a:off x="3859213" y="0"/>
            <a:ext cx="2952750" cy="496888"/>
          </a:xfrm>
          <a:prstGeom prst="rect">
            <a:avLst/>
          </a:prstGeom>
          <a:noFill/>
          <a:ln w="9525">
            <a:noFill/>
            <a:miter/>
          </a:ln>
        </p:spPr>
        <p:txBody>
          <a:bodyPr lIns="91613" tIns="45807" rIns="91613" bIns="45807"/>
          <a:p>
            <a:pPr lvl="0" algn="r" defTabSz="916305" fontAlgn="base"/>
            <a:endParaRPr lang="en-US" altLang="zh-CN" sz="1200" b="0" strike="noStrike" noProof="1" dirty="0"/>
          </a:p>
        </p:txBody>
      </p:sp>
      <p:sp>
        <p:nvSpPr>
          <p:cNvPr id="5124" name="幻灯片图像占位符 7171"/>
          <p:cNvSpPr>
            <a:spLocks noGrp="1" noRot="1"/>
          </p:cNvSpPr>
          <p:nvPr>
            <p:ph type="sldImg"/>
          </p:nvPr>
        </p:nvSpPr>
        <p:spPr>
          <a:xfrm>
            <a:off x="920750" y="744538"/>
            <a:ext cx="4972050" cy="3727450"/>
          </a:xfrm>
          <a:prstGeom prst="rect">
            <a:avLst/>
          </a:prstGeom>
          <a:noFill/>
          <a:ln w="9525">
            <a:noFill/>
            <a:miter/>
          </a:ln>
        </p:spPr>
        <p:txBody>
          <a:bodyPr/>
          <a:p>
            <a:endParaRPr lang="zh-CN" altLang="en-US"/>
          </a:p>
        </p:txBody>
      </p:sp>
      <p:sp>
        <p:nvSpPr>
          <p:cNvPr id="5125" name="文本占位符 7172"/>
          <p:cNvSpPr>
            <a:spLocks noGrp="1" noRot="1"/>
          </p:cNvSpPr>
          <p:nvPr>
            <p:ph type="body" sz="quarter"/>
          </p:nvPr>
        </p:nvSpPr>
        <p:spPr>
          <a:xfrm>
            <a:off x="681038" y="4722813"/>
            <a:ext cx="5453062" cy="4473575"/>
          </a:xfrm>
          <a:prstGeom prst="rect">
            <a:avLst/>
          </a:prstGeom>
          <a:noFill/>
          <a:ln w="9525">
            <a:noFill/>
            <a:miter/>
          </a:ln>
        </p:spPr>
        <p:txBody>
          <a:bodyPr lIns="91613" tIns="45807" rIns="91613" bIns="45807" anchor="ctr"/>
          <a:p>
            <a:pPr lvl="0"/>
            <a:r>
              <a:rPr lang="zh-CN" altLang="en-US"/>
              <a:t>单击此处编辑母版文本样式</a:t>
            </a:r>
            <a:endParaRPr lang="zh-CN" altLang="en-US"/>
          </a:p>
          <a:p>
            <a:pPr lvl="1" indent="0"/>
            <a:r>
              <a:rPr lang="zh-CN" altLang="en-US"/>
              <a:t>第二级</a:t>
            </a:r>
            <a:endParaRPr lang="zh-CN" altLang="en-US"/>
          </a:p>
          <a:p>
            <a:pPr lvl="2" indent="0"/>
            <a:r>
              <a:rPr lang="zh-CN" altLang="en-US"/>
              <a:t>第三级</a:t>
            </a:r>
            <a:endParaRPr lang="zh-CN" altLang="en-US"/>
          </a:p>
          <a:p>
            <a:pPr lvl="3" indent="0"/>
            <a:r>
              <a:rPr lang="zh-CN" altLang="en-US"/>
              <a:t>第四级</a:t>
            </a:r>
            <a:endParaRPr lang="zh-CN" altLang="en-US"/>
          </a:p>
          <a:p>
            <a:pPr lvl="4" indent="0"/>
            <a:r>
              <a:rPr lang="zh-CN" altLang="en-US"/>
              <a:t>第五级</a:t>
            </a:r>
            <a:endParaRPr lang="zh-CN" altLang="en-US"/>
          </a:p>
        </p:txBody>
      </p:sp>
      <p:sp>
        <p:nvSpPr>
          <p:cNvPr id="7174" name="页脚占位符 7173"/>
          <p:cNvSpPr>
            <a:spLocks noGrp="1"/>
          </p:cNvSpPr>
          <p:nvPr>
            <p:ph type="ftr" sz="quarter" idx="4"/>
          </p:nvPr>
        </p:nvSpPr>
        <p:spPr>
          <a:xfrm>
            <a:off x="0" y="9442450"/>
            <a:ext cx="2952750" cy="496888"/>
          </a:xfrm>
          <a:prstGeom prst="rect">
            <a:avLst/>
          </a:prstGeom>
          <a:noFill/>
          <a:ln w="9525">
            <a:noFill/>
            <a:miter/>
          </a:ln>
        </p:spPr>
        <p:txBody>
          <a:bodyPr lIns="91613" tIns="45807" rIns="91613" bIns="45807" anchor="b"/>
          <a:p>
            <a:pPr lvl="0" defTabSz="916305" fontAlgn="base"/>
            <a:endParaRPr lang="en-US" altLang="zh-CN" sz="1200" b="0" strike="noStrike" noProof="1" dirty="0"/>
          </a:p>
        </p:txBody>
      </p:sp>
      <p:sp>
        <p:nvSpPr>
          <p:cNvPr id="7175" name="灯片编号占位符 7174"/>
          <p:cNvSpPr>
            <a:spLocks noGrp="1"/>
          </p:cNvSpPr>
          <p:nvPr>
            <p:ph type="sldNum" sz="quarter" idx="5"/>
          </p:nvPr>
        </p:nvSpPr>
        <p:spPr>
          <a:xfrm>
            <a:off x="3859213" y="9442450"/>
            <a:ext cx="2952750" cy="496888"/>
          </a:xfrm>
          <a:prstGeom prst="rect">
            <a:avLst/>
          </a:prstGeom>
          <a:noFill/>
          <a:ln w="9525">
            <a:noFill/>
            <a:miter/>
          </a:ln>
        </p:spPr>
        <p:txBody>
          <a:bodyPr lIns="91613" tIns="45807" rIns="91613" bIns="45807" anchor="b"/>
          <a:p>
            <a:pPr lvl="0" algn="r" defTabSz="916305" fontAlgn="base"/>
            <a:fld id="{9A0DB2DC-4C9A-4742-B13C-FB6460FD3503}" type="slidenum">
              <a:rPr lang="zh-CN" altLang="en-US" sz="1200" b="0" strike="noStrike" noProof="1" dirty="0">
                <a:latin typeface="Arial" panose="02080604020202020204" pitchFamily="34" charset="0"/>
                <a:ea typeface="宋体" panose="02010600030101010101" pitchFamily="2" charset="-122"/>
                <a:cs typeface="+mn-ea"/>
              </a:rPr>
            </a:fld>
            <a:endParaRPr lang="en-US" altLang="zh-CN" sz="1200" b="0" strike="noStrike" noProof="1" dirty="0"/>
          </a:p>
        </p:txBody>
      </p:sp>
    </p:spTree>
  </p:cSld>
  <p:clrMap bg1="lt1" tx1="dk1" bg2="lt2" tx2="dk2" accent1="accent1" accent2="accent2" accent3="accent3" accent4="accent4" accent5="accent5" accent6="accent6" hlink="hlink" folHlink="folHlink"/>
  <p:hf sldNum="0" hdr="0" ftr="0" dt="0"/>
  <p:notesStyle>
    <a:lvl1pPr marL="0" lvl="0"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30000"/>
      </a:spcBef>
      <a:spcAft>
        <a:spcPct val="0"/>
      </a:spcAft>
      <a:buNone/>
      <a:defRPr sz="1200" b="0" i="0" u="none" kern="1200" baseline="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2050" name="标题 2049"/>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2051" name="副标题 2050"/>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4099" name="副标题 4098"/>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4099" name="副标题 4098"/>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4099" name="副标题 4098"/>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4099" name="副标题 4098"/>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4099" name="副标题 4098"/>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blipFill rotWithShape="0">
          <a:blip r:embed="rId2"/>
          <a:stretch>
            <a:fillRect/>
          </a:stretch>
        </a:blipFill>
        <a:effectLst/>
      </p:bgPr>
    </p:bg>
    <p:spTree>
      <p:nvGrpSpPr>
        <p:cNvPr id="1" name=""/>
        <p:cNvGrpSpPr/>
        <p:nvPr/>
      </p:nvGrpSpPr>
      <p:grpSpPr/>
      <p:sp>
        <p:nvSpPr>
          <p:cNvPr id="4098" name="标题 4097"/>
          <p:cNvSpPr>
            <a:spLocks noGrp="1"/>
          </p:cNvSpPr>
          <p:nvPr>
            <p:ph type="ctrTitle"/>
          </p:nvPr>
        </p:nvSpPr>
        <p:spPr>
          <a:xfrm>
            <a:off x="627063" y="1655763"/>
            <a:ext cx="7772400" cy="1406525"/>
          </a:xfrm>
          <a:prstGeom prst="rect">
            <a:avLst/>
          </a:prstGeom>
          <a:noFill/>
          <a:ln w="9525">
            <a:noFill/>
            <a:miter/>
          </a:ln>
        </p:spPr>
        <p:txBody>
          <a:bodyPr anchor="ctr">
            <a:spAutoFit/>
          </a:bodyPr>
          <a:lstStyle>
            <a:lvl1pPr lvl="0">
              <a:defRPr kern="1200"/>
            </a:lvl1pPr>
          </a:lstStyle>
          <a:p>
            <a:pPr lvl="0" fontAlgn="base"/>
            <a:r>
              <a:rPr lang="en-US" altLang="zh-CN" strike="noStrike" noProof="1"/>
              <a:t>Click to edit Master title style</a:t>
            </a:r>
            <a:endParaRPr lang="en-US" altLang="zh-CN" strike="noStrike" noProof="1"/>
          </a:p>
        </p:txBody>
      </p:sp>
      <p:sp>
        <p:nvSpPr>
          <p:cNvPr id="4099" name="副标题 4098"/>
          <p:cNvSpPr>
            <a:spLocks noGrp="1"/>
          </p:cNvSpPr>
          <p:nvPr>
            <p:ph type="subTitle" idx="1"/>
          </p:nvPr>
        </p:nvSpPr>
        <p:spPr>
          <a:xfrm>
            <a:off x="641350" y="4648200"/>
            <a:ext cx="7861300" cy="584200"/>
          </a:xfrm>
          <a:prstGeom prst="rect">
            <a:avLst/>
          </a:prstGeom>
          <a:noFill/>
          <a:ln w="9525">
            <a:noFill/>
            <a:miter/>
          </a:ln>
        </p:spPr>
        <p:txBody>
          <a:bodyPr anchor="ctr">
            <a:spAutoFit/>
          </a:bodyPr>
          <a:lstStyle>
            <a:lvl1pPr marL="0" lvl="0" indent="0">
              <a:spcBef>
                <a:spcPct val="0"/>
              </a:spcBef>
              <a:buNone/>
              <a:defRPr sz="3600" kern="1200"/>
            </a:lvl1pPr>
            <a:lvl2pPr marL="457200" lvl="1" indent="-457200" algn="ctr">
              <a:spcBef>
                <a:spcPct val="0"/>
              </a:spcBef>
              <a:buNone/>
              <a:defRPr sz="3600" kern="1200"/>
            </a:lvl2pPr>
            <a:lvl3pPr marL="914400" lvl="2" indent="-914400" algn="ctr">
              <a:spcBef>
                <a:spcPct val="0"/>
              </a:spcBef>
              <a:buNone/>
              <a:defRPr sz="3600" kern="1200"/>
            </a:lvl3pPr>
            <a:lvl4pPr marL="1335405" lvl="3" indent="-1335405" algn="ctr">
              <a:spcBef>
                <a:spcPct val="0"/>
              </a:spcBef>
              <a:buNone/>
              <a:defRPr sz="3600" kern="1200"/>
            </a:lvl4pPr>
            <a:lvl5pPr marL="1735455" lvl="4" indent="-1735455" algn="ctr">
              <a:spcBef>
                <a:spcPct val="0"/>
              </a:spcBef>
              <a:buNone/>
              <a:defRPr sz="3600" kern="1200"/>
            </a:lvl5pPr>
          </a:lstStyle>
          <a:p>
            <a:pPr lvl="0" fontAlgn="base"/>
            <a:r>
              <a:rPr lang="en-US" altLang="zh-CN" strike="noStrike" noProof="1"/>
              <a:t>Click to edit Master subtitle style</a:t>
            </a:r>
            <a:endParaRPr lang="en-US" altLang="zh-CN"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381000"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9059" y="1803400"/>
            <a:ext cx="4110292" cy="22098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629841" y="2505075"/>
            <a:ext cx="3868340"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29150" y="2505075"/>
            <a:ext cx="3887391" cy="3684588"/>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67897" y="595313"/>
            <a:ext cx="2101453" cy="3417887"/>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363538" y="595313"/>
            <a:ext cx="6182536" cy="3417887"/>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363538" y="595313"/>
            <a:ext cx="8405812" cy="3417887"/>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vmlDrawing" Target="../drawings/vmlDrawing1.v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oleObject" Target="../embeddings/oleObject1.bin"/><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vmlDrawing" Target="../drawings/vmlDrawing2.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2.bin"/><Relationship Id="rId13" Type="http://schemas.openxmlformats.org/officeDocument/2006/relationships/image" Target="../media/image2.jpe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8" Type="http://schemas.openxmlformats.org/officeDocument/2006/relationships/theme" Target="../theme/theme3.xml"/><Relationship Id="rId17" Type="http://schemas.openxmlformats.org/officeDocument/2006/relationships/vmlDrawing" Target="../drawings/vmlDrawing3.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3.bin"/><Relationship Id="rId13" Type="http://schemas.openxmlformats.org/officeDocument/2006/relationships/image" Target="../media/image2.jpeg"/><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8" Type="http://schemas.openxmlformats.org/officeDocument/2006/relationships/theme" Target="../theme/theme4.xml"/><Relationship Id="rId17" Type="http://schemas.openxmlformats.org/officeDocument/2006/relationships/vmlDrawing" Target="../drawings/vmlDrawing4.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4.bin"/><Relationship Id="rId13" Type="http://schemas.openxmlformats.org/officeDocument/2006/relationships/image" Target="../media/image2.jpeg"/><Relationship Id="rId12" Type="http://schemas.openxmlformats.org/officeDocument/2006/relationships/slideLayout" Target="../slideLayouts/slideLayout4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6.xml"/><Relationship Id="rId8" Type="http://schemas.openxmlformats.org/officeDocument/2006/relationships/slideLayout" Target="../slideLayouts/slideLayout55.xml"/><Relationship Id="rId7" Type="http://schemas.openxmlformats.org/officeDocument/2006/relationships/slideLayout" Target="../slideLayouts/slideLayout54.xml"/><Relationship Id="rId6" Type="http://schemas.openxmlformats.org/officeDocument/2006/relationships/slideLayout" Target="../slideLayouts/slideLayout53.xml"/><Relationship Id="rId5" Type="http://schemas.openxmlformats.org/officeDocument/2006/relationships/slideLayout" Target="../slideLayouts/slideLayout52.xml"/><Relationship Id="rId4" Type="http://schemas.openxmlformats.org/officeDocument/2006/relationships/slideLayout" Target="../slideLayouts/slideLayout51.xml"/><Relationship Id="rId3" Type="http://schemas.openxmlformats.org/officeDocument/2006/relationships/slideLayout" Target="../slideLayouts/slideLayout50.xml"/><Relationship Id="rId2" Type="http://schemas.openxmlformats.org/officeDocument/2006/relationships/slideLayout" Target="../slideLayouts/slideLayout49.xml"/><Relationship Id="rId18" Type="http://schemas.openxmlformats.org/officeDocument/2006/relationships/theme" Target="../theme/theme5.xml"/><Relationship Id="rId17" Type="http://schemas.openxmlformats.org/officeDocument/2006/relationships/vmlDrawing" Target="../drawings/vmlDrawing5.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5.bin"/><Relationship Id="rId13" Type="http://schemas.openxmlformats.org/officeDocument/2006/relationships/image" Target="../media/image2.jpeg"/><Relationship Id="rId12" Type="http://schemas.openxmlformats.org/officeDocument/2006/relationships/slideLayout" Target="../slideLayouts/slideLayout59.xml"/><Relationship Id="rId11" Type="http://schemas.openxmlformats.org/officeDocument/2006/relationships/slideLayout" Target="../slideLayouts/slideLayout58.xml"/><Relationship Id="rId10" Type="http://schemas.openxmlformats.org/officeDocument/2006/relationships/slideLayout" Target="../slideLayouts/slideLayout57.xml"/><Relationship Id="rId1"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8.xml"/><Relationship Id="rId8" Type="http://schemas.openxmlformats.org/officeDocument/2006/relationships/slideLayout" Target="../slideLayouts/slideLayout67.xml"/><Relationship Id="rId7" Type="http://schemas.openxmlformats.org/officeDocument/2006/relationships/slideLayout" Target="../slideLayouts/slideLayout66.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3" Type="http://schemas.openxmlformats.org/officeDocument/2006/relationships/slideLayout" Target="../slideLayouts/slideLayout62.xml"/><Relationship Id="rId2" Type="http://schemas.openxmlformats.org/officeDocument/2006/relationships/slideLayout" Target="../slideLayouts/slideLayout61.xml"/><Relationship Id="rId18" Type="http://schemas.openxmlformats.org/officeDocument/2006/relationships/theme" Target="../theme/theme6.xml"/><Relationship Id="rId17" Type="http://schemas.openxmlformats.org/officeDocument/2006/relationships/vmlDrawing" Target="../drawings/vmlDrawing6.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6.bin"/><Relationship Id="rId13" Type="http://schemas.openxmlformats.org/officeDocument/2006/relationships/image" Target="../media/image2.jpeg"/><Relationship Id="rId12" Type="http://schemas.openxmlformats.org/officeDocument/2006/relationships/slideLayout" Target="../slideLayouts/slideLayout71.xml"/><Relationship Id="rId11" Type="http://schemas.openxmlformats.org/officeDocument/2006/relationships/slideLayout" Target="../slideLayouts/slideLayout70.xml"/><Relationship Id="rId10" Type="http://schemas.openxmlformats.org/officeDocument/2006/relationships/slideLayout" Target="../slideLayouts/slideLayout69.xml"/><Relationship Id="rId1"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80.xml"/><Relationship Id="rId8" Type="http://schemas.openxmlformats.org/officeDocument/2006/relationships/slideLayout" Target="../slideLayouts/slideLayout79.xml"/><Relationship Id="rId7" Type="http://schemas.openxmlformats.org/officeDocument/2006/relationships/slideLayout" Target="../slideLayouts/slideLayout78.xml"/><Relationship Id="rId6" Type="http://schemas.openxmlformats.org/officeDocument/2006/relationships/slideLayout" Target="../slideLayouts/slideLayout77.xml"/><Relationship Id="rId5" Type="http://schemas.openxmlformats.org/officeDocument/2006/relationships/slideLayout" Target="../slideLayouts/slideLayout76.xml"/><Relationship Id="rId4" Type="http://schemas.openxmlformats.org/officeDocument/2006/relationships/slideLayout" Target="../slideLayouts/slideLayout75.xml"/><Relationship Id="rId3" Type="http://schemas.openxmlformats.org/officeDocument/2006/relationships/slideLayout" Target="../slideLayouts/slideLayout74.xml"/><Relationship Id="rId2" Type="http://schemas.openxmlformats.org/officeDocument/2006/relationships/slideLayout" Target="../slideLayouts/slideLayout73.xml"/><Relationship Id="rId18" Type="http://schemas.openxmlformats.org/officeDocument/2006/relationships/theme" Target="../theme/theme7.xml"/><Relationship Id="rId17" Type="http://schemas.openxmlformats.org/officeDocument/2006/relationships/vmlDrawing" Target="../drawings/vmlDrawing7.v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oleObject" Target="../embeddings/oleObject7.bin"/><Relationship Id="rId13" Type="http://schemas.openxmlformats.org/officeDocument/2006/relationships/image" Target="../media/image2.jpeg"/><Relationship Id="rId12" Type="http://schemas.openxmlformats.org/officeDocument/2006/relationships/slideLayout" Target="../slideLayouts/slideLayout83.xml"/><Relationship Id="rId11" Type="http://schemas.openxmlformats.org/officeDocument/2006/relationships/slideLayout" Target="../slideLayouts/slideLayout82.xml"/><Relationship Id="rId10" Type="http://schemas.openxmlformats.org/officeDocument/2006/relationships/slideLayout" Target="../slideLayouts/slideLayout81.xml"/><Relationship Id="rId1"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标题 1025"/>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1027" name="文本占位符 1026"/>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1028" name="文本框 1027"/>
          <p:cNvSpPr txBox="1"/>
          <p:nvPr userDrawn="1"/>
        </p:nvSpPr>
        <p:spPr>
          <a:xfrm>
            <a:off x="2312988" y="4505325"/>
            <a:ext cx="1752600" cy="420688"/>
          </a:xfrm>
          <a:prstGeom prst="rect">
            <a:avLst/>
          </a:prstGeom>
          <a:noFill/>
          <a:ln w="9525">
            <a:noFill/>
            <a:miter/>
          </a:ln>
        </p:spPr>
        <p:txBody>
          <a:bodyPr anchor="t">
            <a:spAutoFit/>
          </a:bodyPr>
          <a:p>
            <a:pPr lvl="2" indent="0" algn="l">
              <a:lnSpc>
                <a:spcPct val="120000"/>
              </a:lnSpc>
              <a:spcBef>
                <a:spcPct val="50000"/>
              </a:spcBef>
              <a:buClr>
                <a:schemeClr val="tx2"/>
              </a:buClr>
              <a:buSzPct val="95000"/>
              <a:buFont typeface="Wingdings" panose="05000000000000000000" pitchFamily="2" charset="2"/>
              <a:buNone/>
            </a:pPr>
            <a:endParaRPr lang="zh-CN" altLang="en-US" sz="1800" b="0" dirty="0">
              <a:solidFill>
                <a:srgbClr val="4138FA"/>
              </a:solidFill>
              <a:latin typeface="Arial" panose="02080604020202020204" pitchFamily="34" charset="0"/>
              <a:ea typeface="宋体" panose="02010600030101010101" pitchFamily="2" charset="-122"/>
            </a:endParaRPr>
          </a:p>
        </p:txBody>
      </p:sp>
      <p:graphicFrame>
        <p:nvGraphicFramePr>
          <p:cNvPr id="1029" name="对象 1028"/>
          <p:cNvGraphicFramePr>
            <a:graphicFrameLocks noChangeAspect="1"/>
          </p:cNvGraphicFramePr>
          <p:nvPr userDrawn="1"/>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7" name="" r:id="rId13" imgW="838200" imgH="647700" progId="Paint.Picture">
                  <p:embed/>
                </p:oleObj>
              </mc:Choice>
              <mc:Fallback>
                <p:oleObj name="" r:id="rId13" imgW="838200" imgH="647700" progId="Paint.Picture">
                  <p:embed/>
                  <p:pic>
                    <p:nvPicPr>
                      <p:cNvPr id="0" name="图片 3076"/>
                      <p:cNvPicPr/>
                      <p:nvPr/>
                    </p:nvPicPr>
                    <p:blipFill>
                      <a:blip r:embed="rId14"/>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5"/>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 3073"/>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3075" name="文本占位符 3074"/>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3075"/>
          <p:cNvSpPr txBox="1"/>
          <p:nvPr/>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80604020202020204" pitchFamily="34" charset="0"/>
              <a:ea typeface="宋体" panose="02010600030101010101" pitchFamily="2" charset="-122"/>
            </a:endParaRPr>
          </a:p>
        </p:txBody>
      </p:sp>
      <p:graphicFrame>
        <p:nvGraphicFramePr>
          <p:cNvPr id="2053" name="对象 3076"/>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4" imgW="838200" imgH="647700" progId="Paint.Picture">
                  <p:embed/>
                </p:oleObj>
              </mc:Choice>
              <mc:Fallback>
                <p:oleObj name="" r:id="rId14" imgW="838200" imgH="647700" progId="Paint.Picture">
                  <p:embed/>
                  <p:pic>
                    <p:nvPicPr>
                      <p:cNvPr id="0" name="图片 3075"/>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 3073"/>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3075" name="文本占位符 3074"/>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3075"/>
          <p:cNvSpPr txBox="1"/>
          <p:nvPr/>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80604020202020204" pitchFamily="34" charset="0"/>
              <a:ea typeface="宋体" panose="02010600030101010101" pitchFamily="2" charset="-122"/>
            </a:endParaRPr>
          </a:p>
        </p:txBody>
      </p:sp>
      <p:graphicFrame>
        <p:nvGraphicFramePr>
          <p:cNvPr id="2053" name="对象 3076"/>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4" imgW="838200" imgH="647700" progId="Paint.Picture">
                  <p:embed/>
                </p:oleObj>
              </mc:Choice>
              <mc:Fallback>
                <p:oleObj name="" r:id="rId14" imgW="838200" imgH="647700" progId="Paint.Picture">
                  <p:embed/>
                  <p:pic>
                    <p:nvPicPr>
                      <p:cNvPr id="0" name="图片 3075"/>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 3073"/>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3075" name="文本占位符 3074"/>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3075"/>
          <p:cNvSpPr txBox="1"/>
          <p:nvPr/>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80604020202020204" pitchFamily="34" charset="0"/>
              <a:ea typeface="宋体" panose="02010600030101010101" pitchFamily="2" charset="-122"/>
            </a:endParaRPr>
          </a:p>
        </p:txBody>
      </p:sp>
      <p:graphicFrame>
        <p:nvGraphicFramePr>
          <p:cNvPr id="2053" name="对象 3076"/>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4" imgW="838200" imgH="647700" progId="Paint.Picture">
                  <p:embed/>
                </p:oleObj>
              </mc:Choice>
              <mc:Fallback>
                <p:oleObj name="" r:id="rId14" imgW="838200" imgH="647700" progId="Paint.Picture">
                  <p:embed/>
                  <p:pic>
                    <p:nvPicPr>
                      <p:cNvPr id="0" name="图片 3075"/>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 3073"/>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3075" name="文本占位符 3074"/>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3075"/>
          <p:cNvSpPr txBox="1"/>
          <p:nvPr/>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80604020202020204" pitchFamily="34" charset="0"/>
              <a:ea typeface="宋体" panose="02010600030101010101" pitchFamily="2" charset="-122"/>
            </a:endParaRPr>
          </a:p>
        </p:txBody>
      </p:sp>
      <p:graphicFrame>
        <p:nvGraphicFramePr>
          <p:cNvPr id="2053" name="对象 3076"/>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4" imgW="838200" imgH="647700" progId="Paint.Picture">
                  <p:embed/>
                </p:oleObj>
              </mc:Choice>
              <mc:Fallback>
                <p:oleObj name="" r:id="rId14" imgW="838200" imgH="647700" progId="Paint.Picture">
                  <p:embed/>
                  <p:pic>
                    <p:nvPicPr>
                      <p:cNvPr id="0" name="图片 3075"/>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 3073"/>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3075" name="文本占位符 3074"/>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3075"/>
          <p:cNvSpPr txBox="1"/>
          <p:nvPr/>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80604020202020204" pitchFamily="34" charset="0"/>
              <a:ea typeface="宋体" panose="02010600030101010101" pitchFamily="2" charset="-122"/>
            </a:endParaRPr>
          </a:p>
        </p:txBody>
      </p:sp>
      <p:graphicFrame>
        <p:nvGraphicFramePr>
          <p:cNvPr id="2053" name="对象 3076"/>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4" imgW="838200" imgH="647700" progId="Paint.Picture">
                  <p:embed/>
                </p:oleObj>
              </mc:Choice>
              <mc:Fallback>
                <p:oleObj name="" r:id="rId14" imgW="838200" imgH="647700" progId="Paint.Picture">
                  <p:embed/>
                  <p:pic>
                    <p:nvPicPr>
                      <p:cNvPr id="0" name="图片 3075"/>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p:sp>
        <p:nvSpPr>
          <p:cNvPr id="3074" name="标题 3073"/>
          <p:cNvSpPr>
            <a:spLocks noGrp="1"/>
          </p:cNvSpPr>
          <p:nvPr>
            <p:ph type="title"/>
          </p:nvPr>
        </p:nvSpPr>
        <p:spPr>
          <a:xfrm>
            <a:off x="363538" y="595313"/>
            <a:ext cx="8393113" cy="749300"/>
          </a:xfrm>
          <a:prstGeom prst="rect">
            <a:avLst/>
          </a:prstGeom>
          <a:noFill/>
          <a:ln w="9525">
            <a:noFill/>
            <a:miter/>
          </a:ln>
        </p:spPr>
        <p:txBody>
          <a:bodyPr>
            <a:spAutoFit/>
          </a:bodyPr>
          <a:p>
            <a:pPr lvl="0" fontAlgn="base"/>
            <a:r>
              <a:rPr lang="en-US" altLang="zh-CN" strike="noStrike" noProof="1"/>
              <a:t>Click to edit Title Slide</a:t>
            </a:r>
            <a:endParaRPr lang="en-US" altLang="zh-CN" strike="noStrike" noProof="1"/>
          </a:p>
        </p:txBody>
      </p:sp>
      <p:sp>
        <p:nvSpPr>
          <p:cNvPr id="3075" name="文本占位符 3074"/>
          <p:cNvSpPr>
            <a:spLocks noGrp="1"/>
          </p:cNvSpPr>
          <p:nvPr>
            <p:ph type="body" idx="1"/>
          </p:nvPr>
        </p:nvSpPr>
        <p:spPr>
          <a:xfrm>
            <a:off x="381000" y="1803400"/>
            <a:ext cx="8388350" cy="2209800"/>
          </a:xfrm>
          <a:prstGeom prst="rect">
            <a:avLst/>
          </a:prstGeom>
          <a:noFill/>
          <a:ln w="9525">
            <a:noFill/>
            <a:miter/>
          </a:ln>
        </p:spPr>
        <p:txBody>
          <a:bodyPr>
            <a:spAutoFit/>
          </a:bodyPr>
          <a:p>
            <a:pPr lvl="0" fontAlgn="base"/>
            <a:r>
              <a:rPr lang="en-US" altLang="zh-CN" strike="noStrike" noProof="1"/>
              <a:t>Click to edit Master text styles</a:t>
            </a:r>
            <a:endParaRPr lang="en-US" altLang="zh-CN" strike="noStrike" noProof="1"/>
          </a:p>
          <a:p>
            <a:pPr lvl="1" fontAlgn="base"/>
            <a:r>
              <a:rPr lang="en-US" altLang="zh-CN" strike="noStrike" noProof="1"/>
              <a:t>Second level</a:t>
            </a:r>
            <a:endParaRPr lang="en-US" altLang="zh-CN" strike="noStrike" noProof="1"/>
          </a:p>
          <a:p>
            <a:pPr lvl="2" fontAlgn="base"/>
            <a:r>
              <a:rPr lang="en-US" altLang="zh-CN" strike="noStrike" noProof="1"/>
              <a:t>Third level</a:t>
            </a:r>
            <a:endParaRPr lang="en-US" altLang="zh-CN" strike="noStrike" noProof="1"/>
          </a:p>
          <a:p>
            <a:pPr lvl="3" fontAlgn="base"/>
            <a:r>
              <a:rPr lang="en-US" altLang="zh-CN" strike="noStrike" noProof="1"/>
              <a:t>Fourth level</a:t>
            </a:r>
            <a:endParaRPr lang="en-US" altLang="zh-CN" strike="noStrike" noProof="1"/>
          </a:p>
          <a:p>
            <a:pPr lvl="4" fontAlgn="base"/>
            <a:r>
              <a:rPr lang="en-US" altLang="zh-CN" strike="noStrike" noProof="1"/>
              <a:t>Fifth level</a:t>
            </a:r>
            <a:endParaRPr lang="en-US" altLang="zh-CN" strike="noStrike" noProof="1"/>
          </a:p>
        </p:txBody>
      </p:sp>
      <p:sp>
        <p:nvSpPr>
          <p:cNvPr id="2052" name="文本框 3075"/>
          <p:cNvSpPr txBox="1"/>
          <p:nvPr/>
        </p:nvSpPr>
        <p:spPr>
          <a:xfrm>
            <a:off x="2312988" y="4505325"/>
            <a:ext cx="1752600" cy="420688"/>
          </a:xfrm>
          <a:prstGeom prst="rect">
            <a:avLst/>
          </a:prstGeom>
          <a:noFill/>
          <a:ln w="9525">
            <a:noFill/>
            <a:miter/>
          </a:ln>
        </p:spPr>
        <p:txBody>
          <a:bodyPr anchor="t">
            <a:spAutoFit/>
          </a:bodyPr>
          <a:p>
            <a:pPr lvl="2" indent="0" algn="l" eaLnBrk="1" fontAlgn="base" latinLnBrk="0" hangingPunct="1">
              <a:lnSpc>
                <a:spcPct val="120000"/>
              </a:lnSpc>
              <a:spcBef>
                <a:spcPct val="50000"/>
              </a:spcBef>
              <a:spcAft>
                <a:spcPct val="0"/>
              </a:spcAft>
              <a:buClr>
                <a:schemeClr val="tx2"/>
              </a:buClr>
              <a:buSzPct val="95000"/>
              <a:buFont typeface="Wingdings" panose="05000000000000000000" pitchFamily="2" charset="2"/>
              <a:buNone/>
            </a:pPr>
            <a:endParaRPr lang="zh-CN" altLang="en-US" sz="1800" b="0" u="none" baseline="0" dirty="0">
              <a:solidFill>
                <a:srgbClr val="4138FA"/>
              </a:solidFill>
              <a:latin typeface="Arial" panose="02080604020202020204" pitchFamily="34" charset="0"/>
              <a:ea typeface="宋体" panose="02010600030101010101" pitchFamily="2" charset="-122"/>
            </a:endParaRPr>
          </a:p>
        </p:txBody>
      </p:sp>
      <p:graphicFrame>
        <p:nvGraphicFramePr>
          <p:cNvPr id="2053" name="对象 3076"/>
          <p:cNvGraphicFramePr>
            <a:graphicFrameLocks noChangeAspect="1"/>
          </p:cNvGraphicFramePr>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14" imgW="838200" imgH="647700" progId="Paint.Picture">
                  <p:embed/>
                </p:oleObj>
              </mc:Choice>
              <mc:Fallback>
                <p:oleObj name="" r:id="rId14" imgW="838200" imgH="647700" progId="Paint.Picture">
                  <p:embed/>
                  <p:pic>
                    <p:nvPicPr>
                      <p:cNvPr id="0" name="图片 3075"/>
                      <p:cNvPicPr/>
                      <p:nvPr/>
                    </p:nvPicPr>
                    <p:blipFill>
                      <a:blip r:embed="rId15"/>
                      <a:stretch>
                        <a:fillRect/>
                      </a:stretch>
                    </p:blipFill>
                    <p:spPr>
                      <a:xfrm>
                        <a:off x="0" y="0"/>
                        <a:ext cx="838200" cy="517525"/>
                      </a:xfrm>
                      <a:prstGeom prst="rect">
                        <a:avLst/>
                      </a:prstGeom>
                      <a:noFill/>
                      <a:ln w="38100">
                        <a:noFill/>
                        <a:miter/>
                      </a:ln>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mc:AlternateContent xmlns:mc="http://schemas.openxmlformats.org/markup-compatibility/2006">
    <mc:Choice xmlns:p14="http://schemas.microsoft.com/office/powerpoint/2010/main" Requires="p14">
      <p:transition p14:dur="500"/>
    </mc:Choice>
    <mc:Fallback>
      <p:transition/>
    </mc:Fallback>
  </mc:AlternateContent>
  <p:hf sldNum="0" hdr="0" ftr="0" dt="0"/>
  <p:txStyles>
    <p:title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mj-lt"/>
          <a:ea typeface="+mj-ea"/>
          <a:cs typeface="+mj-cs"/>
        </a:defRPr>
      </a:lvl1pPr>
    </p:titleStyle>
    <p:body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3200" b="0" i="0" u="none" kern="1200" baseline="0">
          <a:solidFill>
            <a:schemeClr val="bg2"/>
          </a:solidFill>
          <a:effectLst>
            <a:outerShdw blurRad="38100" dist="38100" dir="2700000">
              <a:srgbClr val="000000"/>
            </a:outerShdw>
          </a:effectLst>
          <a:latin typeface="+mn-lt"/>
          <a:ea typeface="+mn-ea"/>
          <a:cs typeface="+mn-cs"/>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5pPr>
      <a:lvl6pPr marL="2514600" lvl="5"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6pPr>
      <a:lvl7pPr marL="2971800" lvl="6"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7pPr>
      <a:lvl8pPr marL="3429000" lvl="7"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8pPr>
      <a:lvl9pPr marL="3886200" lvl="8" indent="-512064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6"/>
        </a:buBlip>
        <a:defRPr sz="2000" b="0" i="0" u="none" kern="1200" baseline="0">
          <a:solidFill>
            <a:schemeClr val="bg2"/>
          </a:solidFill>
          <a:effectLst>
            <a:outerShdw blurRad="38100" dist="38100" dir="2700000">
              <a:srgbClr val="000000"/>
            </a:outerShdw>
          </a:effectLst>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2pPr>
      <a:lvl3pPr marL="914400" lvl="2"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3pPr>
      <a:lvl4pPr marL="1371600" lvl="3"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4pPr>
      <a:lvl5pPr marL="1828800" lvl="4"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5pPr>
      <a:lvl6pPr marL="2286000" lvl="5"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6pPr>
      <a:lvl7pPr marL="2743200" lvl="6"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7pPr>
      <a:lvl8pPr marL="3200400" lvl="7"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8pPr>
      <a:lvl9pPr marL="3657600" lvl="8" indent="0" algn="ctr" defTabSz="914400" eaLnBrk="1" fontAlgn="base" latinLnBrk="0" hangingPunct="1">
        <a:lnSpc>
          <a:spcPct val="100000"/>
        </a:lnSpc>
        <a:spcBef>
          <a:spcPct val="0"/>
        </a:spcBef>
        <a:spcAft>
          <a:spcPct val="0"/>
        </a:spcAft>
        <a:buNone/>
        <a:defRPr sz="3200" b="1" i="0" u="none" kern="1200" baseline="0">
          <a:solidFill>
            <a:srgbClr val="4138FA"/>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8.bin"/><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9.bin"/><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10.bin"/><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9.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11.bin"/><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image" Target="../media/image5.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12.bin"/><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23.xml"/><Relationship Id="rId5" Type="http://schemas.openxmlformats.org/officeDocument/2006/relationships/image" Target="../media/image7.wmf"/><Relationship Id="rId4" Type="http://schemas.openxmlformats.org/officeDocument/2006/relationships/oleObject" Target="../embeddings/oleObject14.bin"/><Relationship Id="rId3" Type="http://schemas.openxmlformats.org/officeDocument/2006/relationships/image" Target="../media/image6.wmf"/><Relationship Id="rId2" Type="http://schemas.openxmlformats.org/officeDocument/2006/relationships/oleObject" Target="../embeddings/oleObject13.bin"/><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7" Type="http://schemas.openxmlformats.org/officeDocument/2006/relationships/vmlDrawing" Target="../drawings/vmlDrawing14.vml"/><Relationship Id="rId6" Type="http://schemas.openxmlformats.org/officeDocument/2006/relationships/slideLayout" Target="../slideLayouts/slideLayout71.xml"/><Relationship Id="rId5" Type="http://schemas.openxmlformats.org/officeDocument/2006/relationships/image" Target="../media/image7.wmf"/><Relationship Id="rId4" Type="http://schemas.openxmlformats.org/officeDocument/2006/relationships/oleObject" Target="../embeddings/oleObject16.bin"/><Relationship Id="rId3" Type="http://schemas.openxmlformats.org/officeDocument/2006/relationships/image" Target="../media/image6.wmf"/><Relationship Id="rId2" Type="http://schemas.openxmlformats.org/officeDocument/2006/relationships/oleObject" Target="../embeddings/oleObject15.bin"/><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15.vml"/><Relationship Id="rId6" Type="http://schemas.openxmlformats.org/officeDocument/2006/relationships/slideLayout" Target="../slideLayouts/slideLayout83.xml"/><Relationship Id="rId5" Type="http://schemas.openxmlformats.org/officeDocument/2006/relationships/image" Target="../media/image7.wmf"/><Relationship Id="rId4" Type="http://schemas.openxmlformats.org/officeDocument/2006/relationships/oleObject" Target="../embeddings/oleObject18.bin"/><Relationship Id="rId3" Type="http://schemas.openxmlformats.org/officeDocument/2006/relationships/image" Target="../media/image6.wmf"/><Relationship Id="rId2" Type="http://schemas.openxmlformats.org/officeDocument/2006/relationships/oleObject" Target="../embeddings/oleObject17.bin"/><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image" Target="../media/image8.jpeg"/><Relationship Id="rId2" Type="http://schemas.openxmlformats.org/officeDocument/2006/relationships/image" Target="../media/image3.png"/><Relationship Id="rId1" Type="http://schemas.openxmlformats.org/officeDocument/2006/relationships/oleObject" Target="../embeddings/oleObject19.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1.jpeg"/></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20.bin"/><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oleObject" Target="../embeddings/oleObject21.bin"/><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矩形 8193"/>
          <p:cNvSpPr/>
          <p:nvPr/>
        </p:nvSpPr>
        <p:spPr>
          <a:xfrm>
            <a:off x="782320" y="1562100"/>
            <a:ext cx="7570470" cy="142049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Times New Roman" panose="02020603050405020304" charset="0"/>
                <a:ea typeface="宋体" panose="02010600030101010101" pitchFamily="2" charset="-122"/>
                <a:cs typeface="+mn-ea"/>
              </a:rPr>
              <a:t>第</a:t>
            </a:r>
            <a:r>
              <a:rPr lang="en-US" altLang="zh-CN" sz="4400" b="1" strike="noStrike" noProof="1">
                <a:solidFill>
                  <a:srgbClr val="990000"/>
                </a:solidFill>
                <a:latin typeface="Times New Roman" panose="02020603050405020304" charset="0"/>
                <a:ea typeface="宋体" panose="02010600030101010101" pitchFamily="2" charset="-122"/>
                <a:cs typeface="+mn-ea"/>
              </a:rPr>
              <a:t>3</a:t>
            </a:r>
            <a:r>
              <a:rPr lang="zh-CN" altLang="en-US" sz="4400" b="1" strike="noStrike" noProof="1">
                <a:solidFill>
                  <a:srgbClr val="990000"/>
                </a:solidFill>
                <a:latin typeface="Times New Roman" panose="02020603050405020304" charset="0"/>
                <a:ea typeface="宋体" panose="02010600030101010101" pitchFamily="2" charset="-122"/>
                <a:cs typeface="+mn-ea"/>
              </a:rPr>
              <a:t>章  </a:t>
            </a:r>
            <a:r>
              <a:rPr lang="zh-CN" altLang="en-US" sz="4400" b="1" strike="noStrike" noProof="1">
                <a:solidFill>
                  <a:srgbClr val="990000"/>
                </a:solidFill>
                <a:latin typeface="Arial" panose="02080604020202020204" pitchFamily="34" charset="0"/>
                <a:ea typeface="宋体" panose="02010600030101010101" pitchFamily="2" charset="-122"/>
                <a:cs typeface="+mn-ea"/>
              </a:rPr>
              <a:t>操作系统的用户接口</a:t>
            </a:r>
            <a:endParaRPr lang="zh-CN" altLang="en-US" sz="4400" b="1" strike="noStrike" noProof="1">
              <a:solidFill>
                <a:srgbClr val="990000"/>
              </a:solidFill>
              <a:ea typeface="宋体" panose="02010600030101010101" pitchFamily="2" charset="-122"/>
            </a:endParaRPr>
          </a:p>
        </p:txBody>
      </p:sp>
      <p:graphicFrame>
        <p:nvGraphicFramePr>
          <p:cNvPr id="6146" name="内容占位符 8194"/>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8" name="" r:id="rId2" imgW="838200" imgH="647700" progId="Paint.Picture">
                  <p:embed/>
                </p:oleObj>
              </mc:Choice>
              <mc:Fallback>
                <p:oleObj name="" r:id="rId2" imgW="838200" imgH="647700" progId="Paint.Picture">
                  <p:embed/>
                  <p:pic>
                    <p:nvPicPr>
                      <p:cNvPr id="0" name="图片 3077"/>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8196" name="矩形 81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19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矩形 9217"/>
          <p:cNvSpPr/>
          <p:nvPr/>
        </p:nvSpPr>
        <p:spPr>
          <a:xfrm>
            <a:off x="820738" y="1062038"/>
            <a:ext cx="7129463" cy="490474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800" b="1" strike="noStrike" noProof="1">
                <a:solidFill>
                  <a:schemeClr val="tx1"/>
                </a:solidFill>
                <a:effectLst/>
                <a:latin typeface="Arial" panose="02080604020202020204" pitchFamily="34" charset="0"/>
                <a:ea typeface="宋体" panose="02010600030101010101" pitchFamily="2" charset="-122"/>
                <a:cs typeface="+mn-ea"/>
              </a:rPr>
              <a:t>用户工作</a:t>
            </a:r>
            <a:r>
              <a:rPr lang="zh-CN" altLang="en-US" sz="2800" b="1" strike="noStrike" noProof="1" dirty="0">
                <a:solidFill>
                  <a:schemeClr val="tx1"/>
                </a:solidFill>
                <a:effectLst/>
                <a:latin typeface="Arial" panose="02080604020202020204" pitchFamily="34" charset="0"/>
                <a:ea typeface="宋体" panose="02010600030101010101" pitchFamily="2" charset="-122"/>
                <a:cs typeface="+mn-ea"/>
              </a:rPr>
              <a:t>环境</a:t>
            </a:r>
            <a:endParaRPr lang="zh-CN" altLang="en-US" sz="2800" b="1" strike="noStrike" noProof="1" dirty="0">
              <a:solidFill>
                <a:schemeClr val="tx1"/>
              </a:solidFill>
              <a:effectLst/>
              <a:ea typeface="宋体" panose="02010600030101010101" pitchFamily="2" charset="-122"/>
            </a:endParaRPr>
          </a:p>
          <a:p>
            <a:pPr marL="914400" lvl="1" indent="-457200" fontAlgn="base">
              <a:lnSpc>
                <a:spcPct val="130000"/>
              </a:lnSpc>
            </a:pPr>
            <a:r>
              <a:rPr lang="zh-CN" altLang="en-US" sz="2400" b="1" strike="noStrike" noProof="1" dirty="0">
                <a:solidFill>
                  <a:schemeClr val="tx1"/>
                </a:solidFill>
                <a:effectLst/>
                <a:latin typeface="+mn-lt"/>
                <a:ea typeface="宋体" panose="02010600030101010101" pitchFamily="2" charset="-122"/>
                <a:cs typeface="+mn-cs"/>
              </a:rPr>
              <a:t>系统生成</a:t>
            </a:r>
            <a:endParaRPr lang="zh-CN" altLang="en-US" sz="2400" b="1" strike="noStrike" noProof="1" dirty="0">
              <a:solidFill>
                <a:schemeClr val="tx1"/>
              </a:solidFill>
              <a:effectLst/>
              <a:ea typeface="宋体" panose="02010600030101010101" pitchFamily="2" charset="-122"/>
            </a:endParaRPr>
          </a:p>
          <a:p>
            <a:pPr marL="914400" lvl="1" indent="-457200" fontAlgn="base">
              <a:lnSpc>
                <a:spcPct val="130000"/>
              </a:lnSpc>
            </a:pPr>
            <a:r>
              <a:rPr lang="zh-CN" altLang="en-US" sz="2400" b="1" strike="noStrike" noProof="1" dirty="0">
                <a:solidFill>
                  <a:schemeClr val="tx1"/>
                </a:solidFill>
                <a:effectLst/>
                <a:latin typeface="+mn-lt"/>
                <a:ea typeface="宋体" panose="02010600030101010101" pitchFamily="2" charset="-122"/>
                <a:cs typeface="+mn-cs"/>
              </a:rPr>
              <a:t>系统启动</a:t>
            </a:r>
            <a:endParaRPr lang="zh-CN" altLang="en-US" sz="2400" b="1" strike="noStrike" noProof="1">
              <a:solidFill>
                <a:schemeClr val="tx1"/>
              </a:solidFill>
              <a:effectLst/>
              <a:ea typeface="宋体" panose="02010600030101010101" pitchFamily="2" charset="-122"/>
            </a:endParaRPr>
          </a:p>
          <a:p>
            <a:pPr marL="914400" lvl="1" indent="-457200" fontAlgn="base">
              <a:lnSpc>
                <a:spcPct val="130000"/>
              </a:lnSpc>
            </a:pPr>
            <a:r>
              <a:rPr lang="x-none" altLang="zh-CN" sz="2400" b="1" strike="noStrike" noProof="1" dirty="0">
                <a:solidFill>
                  <a:srgbClr val="FF0000"/>
                </a:solidFill>
                <a:effectLst/>
                <a:latin typeface="+mn-lt"/>
                <a:ea typeface="宋体" panose="02010600030101010101" pitchFamily="2" charset="-122"/>
                <a:cs typeface="+mn-cs"/>
              </a:rPr>
              <a:t>系统使用</a:t>
            </a:r>
            <a:endParaRPr lang="x-none" altLang="zh-CN" sz="2400" b="1" strike="noStrike" noProof="1" dirty="0">
              <a:solidFill>
                <a:schemeClr val="tx1"/>
              </a:solidFill>
              <a:effectLst/>
              <a:latin typeface="+mn-lt"/>
              <a:ea typeface="宋体" panose="02010600030101010101" pitchFamily="2" charset="-122"/>
              <a:cs typeface="+mn-cs"/>
            </a:endParaRPr>
          </a:p>
          <a:p>
            <a:pPr marL="914400" lvl="1" indent="-457200" fontAlgn="base">
              <a:lnSpc>
                <a:spcPct val="130000"/>
              </a:lnSpc>
            </a:pPr>
            <a:r>
              <a:rPr lang="zh-CN" altLang="en-US" sz="2400" b="1" strike="noStrike" noProof="1" dirty="0">
                <a:solidFill>
                  <a:srgbClr val="FF0000"/>
                </a:solidFill>
                <a:effectLst/>
                <a:latin typeface="+mn-lt"/>
                <a:ea typeface="宋体" panose="02010600030101010101" pitchFamily="2" charset="-122"/>
                <a:cs typeface="+mn-cs"/>
              </a:rPr>
              <a:t>程序开发</a:t>
            </a:r>
            <a:endParaRPr lang="zh-CN" altLang="en-US" sz="2400" b="1" strike="noStrike" noProof="1">
              <a:solidFill>
                <a:schemeClr val="tx1"/>
              </a:solidFill>
              <a:effectLst/>
              <a:ea typeface="宋体" panose="02010600030101010101" pitchFamily="2" charset="-122"/>
            </a:endParaRPr>
          </a:p>
          <a:p>
            <a:pPr marL="533400" lvl="0" indent="-533400" fontAlgn="base">
              <a:lnSpc>
                <a:spcPct val="130000"/>
              </a:lnSpc>
            </a:pPr>
            <a:r>
              <a:rPr lang="zh-CN" altLang="en-US" sz="2800" b="1" strike="noStrike" noProof="1" dirty="0">
                <a:solidFill>
                  <a:schemeClr val="tx1"/>
                </a:solidFill>
                <a:effectLst/>
                <a:latin typeface="Arial" panose="02080604020202020204" pitchFamily="34" charset="0"/>
                <a:ea typeface="宋体" panose="02010600030101010101" pitchFamily="2" charset="-122"/>
                <a:cs typeface="+mn-ea"/>
              </a:rPr>
              <a:t>用</a:t>
            </a:r>
            <a:r>
              <a:rPr lang="zh-CN" altLang="en-US" sz="2800" b="1" strike="noStrike" noProof="1">
                <a:solidFill>
                  <a:schemeClr val="tx1"/>
                </a:solidFill>
                <a:effectLst/>
                <a:latin typeface="Arial" panose="02080604020202020204" pitchFamily="34" charset="0"/>
                <a:ea typeface="宋体" panose="02010600030101010101" pitchFamily="2" charset="-122"/>
                <a:cs typeface="+mn-ea"/>
              </a:rPr>
              <a:t>户</a:t>
            </a:r>
            <a:r>
              <a:rPr lang="x-none" altLang="zh-CN" sz="2800" b="1" strike="noStrike" noProof="1">
                <a:solidFill>
                  <a:schemeClr val="tx1"/>
                </a:solidFill>
                <a:effectLst/>
                <a:latin typeface="Arial" panose="02080604020202020204" pitchFamily="34" charset="0"/>
                <a:ea typeface="宋体" panose="02010600030101010101" pitchFamily="2" charset="-122"/>
                <a:cs typeface="+mn-ea"/>
              </a:rPr>
              <a:t>接口</a:t>
            </a:r>
            <a:endParaRPr lang="x-none" altLang="zh-CN" sz="2800" b="1" strike="noStrike" noProof="1">
              <a:solidFill>
                <a:schemeClr val="tx1"/>
              </a:solidFill>
              <a:effectLst/>
              <a:latin typeface="Arial" panose="02080604020202020204" pitchFamily="34" charset="0"/>
              <a:ea typeface="宋体" panose="02010600030101010101" pitchFamily="2" charset="-122"/>
              <a:cs typeface="+mn-ea"/>
            </a:endParaRPr>
          </a:p>
          <a:p>
            <a:pPr marL="990600" lvl="1" indent="-533400" fontAlgn="base">
              <a:lnSpc>
                <a:spcPct val="130000"/>
              </a:lnSpc>
            </a:pPr>
            <a:r>
              <a:rPr lang="x-none" altLang="zh-CN" sz="2450" b="1" strike="noStrike" noProof="1">
                <a:solidFill>
                  <a:schemeClr val="tx1"/>
                </a:solidFill>
                <a:effectLst/>
                <a:latin typeface="Arial" panose="02080604020202020204" pitchFamily="34" charset="0"/>
                <a:ea typeface="宋体" panose="02010600030101010101" pitchFamily="2" charset="-122"/>
                <a:cs typeface="+mn-ea"/>
              </a:rPr>
              <a:t>操作接口（命令接口）</a:t>
            </a:r>
            <a:endParaRPr lang="x-none" altLang="zh-CN" sz="2450" b="1" strike="noStrike" noProof="1">
              <a:solidFill>
                <a:schemeClr val="tx1"/>
              </a:solidFill>
              <a:effectLst/>
              <a:ea typeface="宋体" panose="02010600030101010101" pitchFamily="2" charset="-122"/>
            </a:endParaRPr>
          </a:p>
          <a:p>
            <a:pPr marL="990600" lvl="1" indent="-533400" fontAlgn="base">
              <a:lnSpc>
                <a:spcPct val="130000"/>
              </a:lnSpc>
            </a:pPr>
            <a:r>
              <a:rPr lang="zh-CN" altLang="en-US" sz="2450" b="1" strike="noStrike" noProof="1">
                <a:solidFill>
                  <a:srgbClr val="FF0000"/>
                </a:solidFill>
                <a:effectLst/>
                <a:latin typeface="Arial" panose="02080604020202020204" pitchFamily="34" charset="0"/>
                <a:ea typeface="宋体" panose="02010600030101010101" pitchFamily="2" charset="-122"/>
                <a:cs typeface="+mn-ea"/>
              </a:rPr>
              <a:t>系统功能调用（</a:t>
            </a:r>
            <a:r>
              <a:rPr lang="zh-CN" altLang="en-US" sz="2450" b="1">
                <a:solidFill>
                  <a:srgbClr val="FF0000"/>
                </a:solidFill>
                <a:effectLst/>
                <a:latin typeface="Arial" panose="02080604020202020204" pitchFamily="34" charset="0"/>
                <a:ea typeface="宋体" panose="02010600030101010101" pitchFamily="2" charset="-122"/>
                <a:cs typeface="+mn-ea"/>
                <a:sym typeface="+mn-ea"/>
              </a:rPr>
              <a:t>程序接口）</a:t>
            </a:r>
            <a:endParaRPr lang="x-none" altLang="zh-CN" sz="2450" b="1" strike="noStrike" noProof="1">
              <a:solidFill>
                <a:srgbClr val="FF0000"/>
              </a:solidFill>
              <a:effectLst/>
              <a:latin typeface="Arial" panose="02080604020202020204" pitchFamily="34" charset="0"/>
              <a:ea typeface="宋体" panose="02010600030101010101" pitchFamily="2" charset="-122"/>
              <a:cs typeface="+mn-ea"/>
            </a:endParaRPr>
          </a:p>
        </p:txBody>
      </p:sp>
      <p:graphicFrame>
        <p:nvGraphicFramePr>
          <p:cNvPr id="7170" name="内容占位符 9218"/>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0" name="" r:id="rId2" imgW="838200" imgH="647700" progId="Paint.Picture">
                  <p:embed/>
                </p:oleObj>
              </mc:Choice>
              <mc:Fallback>
                <p:oleObj name="" r:id="rId2" imgW="838200" imgH="647700" progId="Paint.Picture">
                  <p:embed/>
                  <p:pic>
                    <p:nvPicPr>
                      <p:cNvPr id="0" name="图片 3079"/>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7171" name="文本框 9219"/>
          <p:cNvSpPr txBox="1"/>
          <p:nvPr/>
        </p:nvSpPr>
        <p:spPr>
          <a:xfrm>
            <a:off x="8521700"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1</a:t>
            </a:r>
            <a:endParaRPr lang="en-US" altLang="zh-CN" sz="1400" b="0">
              <a:solidFill>
                <a:schemeClr val="tx2"/>
              </a:solidFill>
              <a:latin typeface="Times New Roman" panose="02020603050405020304" charset="0"/>
              <a:ea typeface="宋体" panose="02010600030101010101" pitchFamily="2" charset="-122"/>
            </a:endParaRPr>
          </a:p>
        </p:txBody>
      </p:sp>
      <p:sp>
        <p:nvSpPr>
          <p:cNvPr id="9221" name="矩形 922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主要内容</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矩形 10241"/>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用户工作环境</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8194" name="内容占位符 1024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10244" name="矩形 1024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024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文本框 1126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2</a:t>
            </a:r>
            <a:endParaRPr lang="en-US" altLang="zh-CN" sz="1400" b="0">
              <a:solidFill>
                <a:schemeClr val="tx2"/>
              </a:solidFill>
              <a:latin typeface="Times New Roman" panose="02020603050405020304" charset="0"/>
              <a:ea typeface="宋体" panose="02010600030101010101" pitchFamily="2" charset="-122"/>
            </a:endParaRPr>
          </a:p>
        </p:txBody>
      </p:sp>
      <p:sp>
        <p:nvSpPr>
          <p:cNvPr id="11268" name="矩形 1126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1269" name="矩形 11268"/>
          <p:cNvSpPr/>
          <p:nvPr/>
        </p:nvSpPr>
        <p:spPr>
          <a:xfrm>
            <a:off x="244475" y="527050"/>
            <a:ext cx="5738813" cy="6819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zh-CN" altLang="en-US" b="1" strike="noStrike" noProof="1">
                <a:solidFill>
                  <a:srgbClr val="990000"/>
                </a:solidFill>
                <a:latin typeface="Arial" panose="02080604020202020204" pitchFamily="34" charset="0"/>
                <a:ea typeface="宋体" panose="02010600030101010101" pitchFamily="2" charset="-122"/>
                <a:cs typeface="+mn-ea"/>
              </a:rPr>
              <a:t>用户工作</a:t>
            </a:r>
            <a:r>
              <a:rPr lang="zh-CN" altLang="en-US" b="1" strike="noStrike" noProof="1" dirty="0">
                <a:solidFill>
                  <a:srgbClr val="990000"/>
                </a:solidFill>
                <a:latin typeface="Arial" panose="02080604020202020204" pitchFamily="34" charset="0"/>
                <a:ea typeface="宋体" panose="02010600030101010101" pitchFamily="2" charset="-122"/>
                <a:cs typeface="+mn-ea"/>
              </a:rPr>
              <a:t>环境</a:t>
            </a:r>
            <a:endParaRPr lang="zh-CN" altLang="en-US" b="1" strike="noStrike" noProof="1">
              <a:solidFill>
                <a:srgbClr val="990000"/>
              </a:solidFill>
              <a:ea typeface="宋体" panose="02010600030101010101" pitchFamily="2" charset="-122"/>
            </a:endParaRPr>
          </a:p>
        </p:txBody>
      </p:sp>
      <p:sp>
        <p:nvSpPr>
          <p:cNvPr id="11270" name="矩形 11269"/>
          <p:cNvSpPr/>
          <p:nvPr/>
        </p:nvSpPr>
        <p:spPr>
          <a:xfrm>
            <a:off x="552450" y="1287463"/>
            <a:ext cx="7813675" cy="3820160"/>
          </a:xfrm>
          <a:prstGeom prst="rect">
            <a:avLst/>
          </a:prstGeom>
          <a:noFill/>
          <a:ln w="9525">
            <a:noFill/>
            <a:miter/>
          </a:ln>
        </p:spPr>
        <p:txBody>
          <a:bodyPr anchor="t">
            <a:spAutoFit/>
          </a:bodyPr>
          <a:p>
            <a:pPr marL="609600" lvl="0" indent="-609600">
              <a:lnSpc>
                <a:spcPct val="120000"/>
              </a:lnSpc>
              <a:spcBef>
                <a:spcPct val="20000"/>
              </a:spcBef>
              <a:buClr>
                <a:schemeClr val="tx2"/>
              </a:buClr>
              <a:buSzPct val="95000"/>
              <a:buFont typeface="Wingdings" panose="05000000000000000000" pitchFamily="2" charset="2"/>
              <a:buNone/>
            </a:pPr>
            <a:r>
              <a:rPr lang="zh-CN" altLang="en-US" sz="2400" b="0" dirty="0">
                <a:solidFill>
                  <a:schemeClr val="tx1"/>
                </a:solidFill>
                <a:latin typeface="Times New Roman" panose="02020603050405020304" charset="0"/>
                <a:ea typeface="宋体" panose="02010600030101010101" pitchFamily="2" charset="-122"/>
              </a:rPr>
              <a:t>用户使用计算机的环境，设计合理的操作方式和命令，用户能够方便的通过操作系统使用计算机。包括：</a:t>
            </a:r>
            <a:endParaRPr lang="zh-CN" altLang="en-US" sz="2400" b="0" dirty="0">
              <a:solidFill>
                <a:schemeClr val="tx1"/>
              </a:solidFill>
              <a:latin typeface="Times New Roman" panose="02020603050405020304" charset="0"/>
              <a:ea typeface="宋体" panose="02010600030101010101" pitchFamily="2" charset="-122"/>
            </a:endParaRPr>
          </a:p>
          <a:p>
            <a:pPr marL="609600" lvl="0" indent="-609600">
              <a:lnSpc>
                <a:spcPct val="120000"/>
              </a:lnSpc>
              <a:spcBef>
                <a:spcPct val="20000"/>
              </a:spcBef>
              <a:buClr>
                <a:schemeClr val="tx2"/>
              </a:buClr>
              <a:buSzPct val="95000"/>
              <a:buFont typeface="Wingdings" panose="05000000000000000000" pitchFamily="2" charset="2"/>
              <a:buAutoNum type="arabicPeriod"/>
            </a:pPr>
            <a:r>
              <a:rPr lang="zh-CN" altLang="en-US" sz="2400" b="0" dirty="0">
                <a:solidFill>
                  <a:schemeClr val="tx1"/>
                </a:solidFill>
                <a:latin typeface="Times New Roman" panose="02020603050405020304" charset="0"/>
                <a:ea typeface="方正书宋_GBK" panose="02000000000000000000" charset="-122"/>
                <a:sym typeface="Arial" panose="02080604020202020204" pitchFamily="34" charset="0"/>
              </a:rPr>
              <a:t>提供各种软、硬件资源。</a:t>
            </a:r>
            <a:endPar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marL="609600" lvl="0" indent="-609600">
              <a:lnSpc>
                <a:spcPct val="120000"/>
              </a:lnSpc>
              <a:spcBef>
                <a:spcPct val="20000"/>
              </a:spcBef>
              <a:buClr>
                <a:schemeClr val="tx2"/>
              </a:buClr>
              <a:buSzPct val="95000"/>
              <a:buFont typeface="Wingdings" panose="05000000000000000000" pitchFamily="2" charset="2"/>
              <a:buAutoNum type="arabicPeriod"/>
            </a:pPr>
            <a:r>
              <a:rPr lang="zh-CN" altLang="en-US" sz="2400" b="0" dirty="0">
                <a:solidFill>
                  <a:schemeClr val="tx1"/>
                </a:solidFill>
                <a:latin typeface="Times New Roman" panose="02020603050405020304" charset="0"/>
                <a:ea typeface="宋体" panose="02010600030101010101" pitchFamily="2" charset="-122"/>
              </a:rPr>
              <a:t>设计操作系统的用户</a:t>
            </a:r>
            <a:r>
              <a:rPr lang="zh-CN" altLang="zh-CN" sz="2400" b="0" dirty="0">
                <a:solidFill>
                  <a:schemeClr val="tx1"/>
                </a:solidFill>
                <a:latin typeface="Times New Roman" panose="02020603050405020304" charset="0"/>
                <a:ea typeface="宋体" panose="02010600030101010101" pitchFamily="2" charset="-122"/>
              </a:rPr>
              <a:t>接口</a:t>
            </a:r>
            <a:r>
              <a:rPr lang="en-US" altLang="zh-CN" sz="2400" b="0">
                <a:solidFill>
                  <a:schemeClr val="tx1"/>
                </a:solidFill>
                <a:latin typeface="Times New Roman" panose="02020603050405020304" charset="0"/>
                <a:ea typeface="宋体" panose="02010600030101010101" pitchFamily="2" charset="-122"/>
              </a:rPr>
              <a:t>(</a:t>
            </a:r>
            <a:r>
              <a:rPr lang="zh-CN" altLang="en-US" sz="2400" b="0">
                <a:solidFill>
                  <a:schemeClr val="tx1"/>
                </a:solidFill>
                <a:latin typeface="Times New Roman" panose="02020603050405020304" charset="0"/>
                <a:ea typeface="宋体" panose="02010600030101010101" pitchFamily="2" charset="-122"/>
              </a:rPr>
              <a:t>命令集</a:t>
            </a:r>
            <a:r>
              <a:rPr lang="en-US" altLang="zh-CN" sz="2400" b="0">
                <a:solidFill>
                  <a:schemeClr val="tx1"/>
                </a:solidFill>
                <a:latin typeface="Times New Roman" panose="02020603050405020304" charset="0"/>
                <a:ea typeface="宋体" panose="02010600030101010101" pitchFamily="2" charset="-122"/>
              </a:rPr>
              <a:t>)</a:t>
            </a:r>
            <a:endParaRPr lang="en-US" altLang="zh-CN" sz="2400" b="0">
              <a:solidFill>
                <a:schemeClr val="tx1"/>
              </a:solidFill>
              <a:latin typeface="Times New Roman" panose="02020603050405020304" charset="0"/>
              <a:ea typeface="宋体" panose="02010600030101010101" pitchFamily="2" charset="-122"/>
            </a:endParaRPr>
          </a:p>
          <a:p>
            <a:pPr marL="1106805" lvl="1" indent="-649605" algn="l" eaLnBrk="1" fontAlgn="base" latinLnBrk="0" hangingPunct="1">
              <a:lnSpc>
                <a:spcPct val="120000"/>
              </a:lnSpc>
              <a:spcBef>
                <a:spcPct val="20000"/>
              </a:spcBef>
              <a:spcAft>
                <a:spcPct val="0"/>
              </a:spcAft>
              <a:buClr>
                <a:schemeClr val="tx2"/>
              </a:buClr>
              <a:buSzPct val="95000"/>
              <a:buFont typeface="Arial" panose="02080604020202020204" pitchFamily="34" charset="0"/>
              <a:buChar char="•"/>
            </a:pPr>
            <a:r>
              <a:rPr lang="zh-CN" altLang="en-US" sz="2000" b="0" i="1" u="none" baseline="0" dirty="0">
                <a:solidFill>
                  <a:schemeClr val="tx1"/>
                </a:solidFill>
                <a:latin typeface="Times New Roman" panose="02020603050405020304" charset="0"/>
                <a:ea typeface="宋体" panose="02010600030101010101" pitchFamily="2" charset="-122"/>
              </a:rPr>
              <a:t>键盘命令操作</a:t>
            </a:r>
            <a:r>
              <a:rPr lang="zh-CN" altLang="en-US" sz="2000" b="0" i="1" dirty="0">
                <a:solidFill>
                  <a:schemeClr val="tx1"/>
                </a:solidFill>
                <a:latin typeface="Times New Roman" panose="02020603050405020304" charset="0"/>
                <a:sym typeface="+mn-ea"/>
              </a:rPr>
              <a:t>（命令接口）</a:t>
            </a:r>
            <a:endParaRPr lang="zh-CN" altLang="en-US" sz="2000" b="0" i="1" u="none" baseline="0" dirty="0">
              <a:solidFill>
                <a:schemeClr val="tx1"/>
              </a:solidFill>
              <a:latin typeface="Times New Roman" panose="02020603050405020304" charset="0"/>
              <a:ea typeface="宋体" panose="02010600030101010101" pitchFamily="2" charset="-122"/>
            </a:endParaRPr>
          </a:p>
          <a:p>
            <a:pPr marL="1106805" lvl="1" indent="-649605" algn="l" eaLnBrk="1" fontAlgn="base" latinLnBrk="0" hangingPunct="1">
              <a:lnSpc>
                <a:spcPct val="120000"/>
              </a:lnSpc>
              <a:spcBef>
                <a:spcPct val="20000"/>
              </a:spcBef>
              <a:spcAft>
                <a:spcPct val="0"/>
              </a:spcAft>
              <a:buClr>
                <a:schemeClr val="tx2"/>
              </a:buClr>
              <a:buSzPct val="95000"/>
              <a:buFont typeface="Arial" panose="02080604020202020204" pitchFamily="34" charset="0"/>
              <a:buChar char="•"/>
            </a:pPr>
            <a:r>
              <a:rPr lang="zh-CN" altLang="en-US" sz="2000" b="0" i="1" u="none" baseline="0" dirty="0">
                <a:solidFill>
                  <a:schemeClr val="tx1"/>
                </a:solidFill>
                <a:latin typeface="Times New Roman" panose="02020603050405020304" charset="0"/>
                <a:ea typeface="宋体" panose="02010600030101010101" pitchFamily="2" charset="-122"/>
              </a:rPr>
              <a:t>图形界面操作（命令接口）</a:t>
            </a:r>
            <a:endParaRPr lang="zh-CN" altLang="en-US" sz="2000" b="0" i="1" u="none" baseline="0" dirty="0">
              <a:solidFill>
                <a:schemeClr val="tx1"/>
              </a:solidFill>
              <a:latin typeface="Times New Roman" panose="02020603050405020304" charset="0"/>
              <a:ea typeface="宋体" panose="02010600030101010101" pitchFamily="2" charset="-122"/>
            </a:endParaRPr>
          </a:p>
          <a:p>
            <a:pPr marL="1106805" lvl="1" indent="-649605" algn="l" eaLnBrk="1" fontAlgn="base" latinLnBrk="0" hangingPunct="1">
              <a:lnSpc>
                <a:spcPct val="120000"/>
              </a:lnSpc>
              <a:spcBef>
                <a:spcPct val="20000"/>
              </a:spcBef>
              <a:spcAft>
                <a:spcPct val="0"/>
              </a:spcAft>
              <a:buClr>
                <a:schemeClr val="tx2"/>
              </a:buClr>
              <a:buSzPct val="95000"/>
              <a:buFont typeface="Arial" panose="02080604020202020204" pitchFamily="34" charset="0"/>
              <a:buChar char="•"/>
            </a:pPr>
            <a:r>
              <a:rPr lang="zh-CN" altLang="en-US" sz="2000" b="0" i="1" u="none" baseline="0" dirty="0">
                <a:solidFill>
                  <a:schemeClr val="tx1"/>
                </a:solidFill>
                <a:latin typeface="Times New Roman" panose="02020603050405020304" charset="0"/>
                <a:ea typeface="宋体" panose="02010600030101010101" pitchFamily="2" charset="-122"/>
              </a:rPr>
              <a:t>系统调用接口（编程接口）</a:t>
            </a:r>
            <a:endParaRPr lang="zh-CN" altLang="en-US" sz="2000" b="0" i="1" u="none" baseline="0" dirty="0">
              <a:solidFill>
                <a:schemeClr val="tx1"/>
              </a:solidFill>
              <a:latin typeface="Times New Roman" panose="02020603050405020304" charset="0"/>
              <a:ea typeface="宋体" panose="02010600030101010101" pitchFamily="2" charset="-122"/>
            </a:endParaRPr>
          </a:p>
          <a:p>
            <a:pPr marL="609600" lvl="0" indent="-609600">
              <a:lnSpc>
                <a:spcPct val="120000"/>
              </a:lnSpc>
              <a:spcBef>
                <a:spcPct val="20000"/>
              </a:spcBef>
              <a:buClr>
                <a:schemeClr val="tx2"/>
              </a:buClr>
              <a:buSzPct val="95000"/>
              <a:buFont typeface="Wingdings" panose="05000000000000000000" pitchFamily="2" charset="2"/>
              <a:buAutoNum type="arabicPeriod"/>
            </a:pPr>
            <a:r>
              <a:rPr lang="x-none" altLang="zh-CN" sz="2400" b="0" dirty="0">
                <a:solidFill>
                  <a:schemeClr val="tx1"/>
                </a:solidFill>
                <a:latin typeface="Times New Roman" panose="02020603050405020304" charset="0"/>
                <a:ea typeface="方正书宋_GBK" panose="02000000000000000000" charset="-122"/>
                <a:sym typeface="Arial" panose="02080604020202020204" pitchFamily="34" charset="0"/>
              </a:rPr>
              <a:t>激活系统，提供服务（</a:t>
            </a:r>
            <a:r>
              <a:rPr lang="zh-CN" altLang="en-US" sz="2400" b="0" dirty="0">
                <a:solidFill>
                  <a:schemeClr val="tx1"/>
                </a:solidFill>
                <a:latin typeface="Times New Roman" panose="02020603050405020304" charset="0"/>
                <a:ea typeface="宋体" panose="02010600030101010101" pitchFamily="2" charset="-122"/>
              </a:rPr>
              <a:t>多用户环境，</a:t>
            </a:r>
            <a:r>
              <a:rPr lang="zh-CN" altLang="en-US" sz="2400" b="0" dirty="0">
                <a:solidFill>
                  <a:schemeClr val="tx1"/>
                </a:solidFill>
                <a:latin typeface="Times New Roman" panose="02020603050405020304" charset="0"/>
                <a:ea typeface="方正书宋_GBK" panose="02000000000000000000" charset="-122"/>
                <a:sym typeface="Arial" panose="02080604020202020204" pitchFamily="34" charset="0"/>
              </a:rPr>
              <a:t>分时系统</a:t>
            </a:r>
            <a:r>
              <a:rPr lang="x-none" altLang="zh-CN" sz="2400" b="0" dirty="0">
                <a:solidFill>
                  <a:schemeClr val="tx1"/>
                </a:solidFill>
                <a:latin typeface="Times New Roman" panose="02020603050405020304" charset="0"/>
                <a:ea typeface="方正书宋_GBK" panose="02000000000000000000" charset="-122"/>
                <a:sym typeface="Arial" panose="02080604020202020204" pitchFamily="34" charset="0"/>
              </a:rPr>
              <a:t>）</a:t>
            </a:r>
            <a:endParaRPr lang="x-none" altLang="zh-CN" sz="2400" b="0" dirty="0">
              <a:solidFill>
                <a:schemeClr val="tx1"/>
              </a:solidFill>
              <a:latin typeface="Times New Roman" panose="02020603050405020304" charset="0"/>
              <a:ea typeface="方正书宋_GBK" panose="02000000000000000000"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1269" grpId="0" build="p"/>
      <p:bldP spid="1127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5" name="矩形 69634"/>
          <p:cNvSpPr/>
          <p:nvPr/>
        </p:nvSpPr>
        <p:spPr>
          <a:xfrm>
            <a:off x="290513" y="1323975"/>
            <a:ext cx="8234363" cy="4633595"/>
          </a:xfrm>
          <a:prstGeom prst="rect">
            <a:avLst/>
          </a:prstGeom>
          <a:noFill/>
          <a:ln w="9525">
            <a:noFill/>
            <a:miter/>
          </a:ln>
        </p:spPr>
        <p:txBody>
          <a:bodyPr>
            <a:spAutoFit/>
          </a:bodyPr>
          <a:p>
            <a:pPr marL="533400" lvl="0" indent="-533400">
              <a:lnSpc>
                <a:spcPct val="90000"/>
              </a:lnSpc>
              <a:spcBef>
                <a:spcPct val="30000"/>
              </a:spcBef>
              <a:buClr>
                <a:schemeClr val="tx2"/>
              </a:buClr>
              <a:buSzPct val="95000"/>
              <a:buFont typeface="Wingdings" panose="05000000000000000000" pitchFamily="2" charset="2"/>
              <a:buChar char="•"/>
            </a:pPr>
            <a:r>
              <a:rPr lang="zh-CN" altLang="en-US" sz="2800" b="0" dirty="0">
                <a:solidFill>
                  <a:schemeClr val="tx1"/>
                </a:solidFill>
                <a:latin typeface="Arial" panose="02080604020202020204" pitchFamily="34" charset="0"/>
                <a:ea typeface="宋体" panose="02010600030101010101" pitchFamily="2" charset="-122"/>
              </a:rPr>
              <a:t>系统生成是指在一台裸机上安装操作系统的过程。</a:t>
            </a:r>
            <a:r>
              <a:rPr lang="zh-CN" altLang="zh-CN" sz="2800" b="0" dirty="0">
                <a:solidFill>
                  <a:schemeClr val="tx1"/>
                </a:solidFill>
                <a:latin typeface="Arial" panose="02080604020202020204" pitchFamily="34" charset="0"/>
              </a:rPr>
              <a:t>准备用户工作环境</a:t>
            </a:r>
            <a:endParaRPr lang="zh-CN" altLang="zh-CN" sz="2800" b="0" dirty="0">
              <a:solidFill>
                <a:schemeClr val="tx1"/>
              </a:solidFill>
              <a:latin typeface="Arial" panose="02080604020202020204" pitchFamily="34" charset="0"/>
              <a:ea typeface="方正书宋_GBK" panose="02000000000000000000" charset="-122"/>
            </a:endParaRPr>
          </a:p>
          <a:p>
            <a:pPr marL="533400" lvl="0" indent="-533400">
              <a:lnSpc>
                <a:spcPct val="90000"/>
              </a:lnSpc>
              <a:spcBef>
                <a:spcPct val="30000"/>
              </a:spcBef>
              <a:buClr>
                <a:schemeClr val="tx2"/>
              </a:buClr>
              <a:buSzPct val="95000"/>
              <a:buFont typeface="Wingdings" panose="05000000000000000000" pitchFamily="2" charset="2"/>
              <a:buChar char="•"/>
            </a:pPr>
            <a:r>
              <a:rPr lang="zh-CN" altLang="en-US" sz="2800" b="0" dirty="0">
                <a:solidFill>
                  <a:schemeClr val="tx1"/>
                </a:solidFill>
                <a:latin typeface="Arial" panose="02080604020202020204" pitchFamily="34" charset="0"/>
                <a:ea typeface="宋体" panose="02010600030101010101" pitchFamily="2" charset="-122"/>
              </a:rPr>
              <a:t>一般情况下，系统生成的工作是由系统程序员来完成的，在系统生成的过程中涉及到机器的硬件配置和操作系统核心参数的设置。还涉及软件系统的版权的问题。</a:t>
            </a:r>
            <a:endParaRPr lang="zh-CN" altLang="en-US" sz="2800" b="0" dirty="0">
              <a:solidFill>
                <a:schemeClr val="tx1"/>
              </a:solidFill>
              <a:latin typeface="Arial" panose="02080604020202020204" pitchFamily="34" charset="0"/>
              <a:ea typeface="方正书宋_GBK" panose="02000000000000000000" charset="-122"/>
            </a:endParaRPr>
          </a:p>
          <a:p>
            <a:pPr marL="533400" lvl="0" indent="-533400">
              <a:lnSpc>
                <a:spcPct val="90000"/>
              </a:lnSpc>
              <a:spcBef>
                <a:spcPct val="30000"/>
              </a:spcBef>
              <a:buClr>
                <a:schemeClr val="tx2"/>
              </a:buClr>
              <a:buSzPct val="95000"/>
              <a:buFont typeface="Wingdings" panose="05000000000000000000" pitchFamily="2" charset="2"/>
              <a:buChar char="•"/>
            </a:pPr>
            <a:r>
              <a:rPr lang="zh-CN" altLang="en-US" sz="2800" b="0" dirty="0">
                <a:solidFill>
                  <a:schemeClr val="tx1"/>
                </a:solidFill>
                <a:latin typeface="Arial" panose="02080604020202020204" pitchFamily="34" charset="0"/>
                <a:ea typeface="宋体" panose="02010600030101010101" pitchFamily="2" charset="-122"/>
              </a:rPr>
              <a:t>对于个人计算机PC的情况:</a:t>
            </a:r>
            <a:endParaRPr lang="zh-CN" altLang="en-US" sz="2800" b="0" dirty="0">
              <a:solidFill>
                <a:schemeClr val="tx1"/>
              </a:solidFill>
              <a:latin typeface="Arial" panose="02080604020202020204" pitchFamily="34" charset="0"/>
              <a:ea typeface="方正书宋_GBK" panose="02000000000000000000" charset="-122"/>
            </a:endParaRPr>
          </a:p>
          <a:p>
            <a:pPr marL="914400" lvl="1" indent="-457200" algn="l" eaLnBrk="1" fontAlgn="base" latinLnBrk="0" hangingPunct="1">
              <a:lnSpc>
                <a:spcPct val="90000"/>
              </a:lnSpc>
              <a:spcBef>
                <a:spcPct val="30000"/>
              </a:spcBef>
              <a:spcAft>
                <a:spcPct val="0"/>
              </a:spcAft>
              <a:buClr>
                <a:schemeClr val="tx2"/>
              </a:buClr>
              <a:buSzPct val="95000"/>
              <a:buFont typeface="Wingdings" panose="05000000000000000000" pitchFamily="2" charset="2"/>
              <a:buChar char="•"/>
            </a:pPr>
            <a:r>
              <a:rPr lang="zh-CN" altLang="en-US" sz="2400" b="0" u="none" baseline="0" dirty="0">
                <a:solidFill>
                  <a:schemeClr val="tx1"/>
                </a:solidFill>
                <a:latin typeface="Arial" panose="02080604020202020204" pitchFamily="34" charset="0"/>
                <a:ea typeface="方正书宋_GBK" panose="02000000000000000000" charset="-122"/>
              </a:rPr>
              <a:t>microsoft</a:t>
            </a:r>
            <a:endParaRPr lang="zh-CN" altLang="en-US" sz="2400" b="0" u="none" baseline="0" dirty="0">
              <a:solidFill>
                <a:schemeClr val="tx1"/>
              </a:solidFill>
              <a:latin typeface="Arial" panose="02080604020202020204" pitchFamily="34" charset="0"/>
              <a:ea typeface="方正书宋_GBK" panose="02000000000000000000" charset="-122"/>
            </a:endParaRPr>
          </a:p>
          <a:p>
            <a:pPr marL="914400" lvl="1" indent="-457200" algn="l" eaLnBrk="1" fontAlgn="base" latinLnBrk="0" hangingPunct="1">
              <a:lnSpc>
                <a:spcPct val="90000"/>
              </a:lnSpc>
              <a:spcBef>
                <a:spcPct val="30000"/>
              </a:spcBef>
              <a:spcAft>
                <a:spcPct val="0"/>
              </a:spcAft>
              <a:buClr>
                <a:schemeClr val="tx2"/>
              </a:buClr>
              <a:buSzPct val="95000"/>
              <a:buFont typeface="Wingdings" panose="05000000000000000000" pitchFamily="2" charset="2"/>
              <a:buChar char="•"/>
            </a:pPr>
            <a:r>
              <a:rPr lang="zh-CN" altLang="en-US" sz="2400" b="0" u="none" baseline="0" dirty="0">
                <a:solidFill>
                  <a:schemeClr val="tx1"/>
                </a:solidFill>
                <a:latin typeface="Arial" panose="02080604020202020204" pitchFamily="34" charset="0"/>
                <a:ea typeface="方正书宋_GBK" panose="02000000000000000000" charset="-122"/>
              </a:rPr>
              <a:t>linux(</a:t>
            </a:r>
            <a:r>
              <a:rPr lang="en-US" altLang="zh-CN" sz="2400" b="0" u="none" baseline="0" err="1">
                <a:solidFill>
                  <a:schemeClr val="tx1"/>
                </a:solidFill>
                <a:latin typeface="Arial" panose="02080604020202020204" pitchFamily="34" charset="0"/>
                <a:ea typeface="方正书宋_GBK" panose="02000000000000000000" charset="-122"/>
              </a:rPr>
              <a:t>ubuntu</a:t>
            </a:r>
            <a:r>
              <a:rPr lang="en-US" altLang="zh-CN" sz="2400" b="0" u="none" baseline="0">
                <a:solidFill>
                  <a:schemeClr val="tx1"/>
                </a:solidFill>
                <a:latin typeface="Arial" panose="02080604020202020204" pitchFamily="34" charset="0"/>
                <a:ea typeface="方正书宋_GBK" panose="02000000000000000000" charset="-122"/>
              </a:rPr>
              <a:t>, fedora, LFS)</a:t>
            </a:r>
            <a:endParaRPr lang="en-US" altLang="zh-CN" sz="2800" u="none" baseline="0">
              <a:solidFill>
                <a:schemeClr val="tx1"/>
              </a:solidFill>
              <a:latin typeface="Arial" panose="02080604020202020204" pitchFamily="34" charset="0"/>
              <a:ea typeface="方正书宋_GBK" panose="02000000000000000000" charset="-122"/>
            </a:endParaRPr>
          </a:p>
          <a:p>
            <a:pPr marL="914400" lvl="1" indent="-457200" algn="l" eaLnBrk="1" fontAlgn="base" latinLnBrk="0" hangingPunct="1">
              <a:lnSpc>
                <a:spcPct val="130000"/>
              </a:lnSpc>
              <a:spcBef>
                <a:spcPct val="30000"/>
              </a:spcBef>
              <a:spcAft>
                <a:spcPct val="0"/>
              </a:spcAft>
              <a:buClr>
                <a:schemeClr val="tx2"/>
              </a:buClr>
              <a:buSzPct val="95000"/>
              <a:buFont typeface="Wingdings" panose="05000000000000000000" pitchFamily="2" charset="2"/>
              <a:buNone/>
            </a:pPr>
            <a:endParaRPr lang="en-US" altLang="zh-CN" sz="2800" u="none" baseline="0">
              <a:solidFill>
                <a:schemeClr val="tx1"/>
              </a:solidFill>
              <a:effectLst>
                <a:outerShdw blurRad="38100" dist="38100" dir="2700000">
                  <a:srgbClr val="FFFFFF"/>
                </a:outerShdw>
              </a:effectLst>
              <a:latin typeface="Arial" panose="02080604020202020204" pitchFamily="34" charset="0"/>
              <a:ea typeface="方正书宋_GBK" panose="02000000000000000000" charset="-122"/>
            </a:endParaRPr>
          </a:p>
        </p:txBody>
      </p:sp>
      <p:sp>
        <p:nvSpPr>
          <p:cNvPr id="69636" name="矩形 69635"/>
          <p:cNvSpPr/>
          <p:nvPr/>
        </p:nvSpPr>
        <p:spPr>
          <a:xfrm>
            <a:off x="246063" y="528638"/>
            <a:ext cx="5738813" cy="6819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1</a:t>
            </a:r>
            <a:r>
              <a:rPr lang="en-US" altLang="zh-CN" b="1" strike="noStrike" noProof="1">
                <a:solidFill>
                  <a:srgbClr val="990000"/>
                </a:solidFill>
                <a:latin typeface="Times New Roman" panose="02020603050405020304" charset="0"/>
                <a:ea typeface="宋体" panose="02010600030101010101" pitchFamily="2" charset="-122"/>
                <a:cs typeface="+mn-ea"/>
              </a:rPr>
              <a:t>. </a:t>
            </a:r>
            <a:r>
              <a:rPr lang="zh-CN" altLang="en-US" b="1" strike="noStrike" noProof="1">
                <a:solidFill>
                  <a:srgbClr val="990000"/>
                </a:solidFill>
                <a:latin typeface="Times New Roman" panose="02020603050405020304" charset="0"/>
                <a:ea typeface="宋体" panose="02010600030101010101" pitchFamily="2" charset="-122"/>
                <a:cs typeface="+mn-ea"/>
              </a:rPr>
              <a:t>系统生成</a:t>
            </a:r>
            <a:endParaRPr lang="zh-CN" altLang="en-US" b="1" strike="noStrike" noProof="1">
              <a:solidFill>
                <a:srgbClr val="990000"/>
              </a:solidFill>
              <a:latin typeface="Times New Roman" panose="02020603050405020304" charset="0"/>
              <a:ea typeface="宋体" panose="02010600030101010101" pitchFamily="2" charset="-122"/>
            </a:endParaRPr>
          </a:p>
        </p:txBody>
      </p:sp>
      <p:sp>
        <p:nvSpPr>
          <p:cNvPr id="69640" name="矩形 696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9635" grpId="0"/>
      <p:bldP spid="6963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文本框 716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2</a:t>
            </a:r>
            <a:endParaRPr lang="en-US" altLang="zh-CN" sz="1400" b="0">
              <a:solidFill>
                <a:schemeClr val="tx2"/>
              </a:solidFill>
              <a:latin typeface="Times New Roman" panose="02020603050405020304" charset="0"/>
              <a:ea typeface="宋体" panose="02010600030101010101" pitchFamily="2" charset="-122"/>
            </a:endParaRPr>
          </a:p>
        </p:txBody>
      </p:sp>
      <p:sp>
        <p:nvSpPr>
          <p:cNvPr id="71684" name="矩形 716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71685" name="矩形 71684"/>
          <p:cNvSpPr/>
          <p:nvPr/>
        </p:nvSpPr>
        <p:spPr>
          <a:xfrm>
            <a:off x="244475" y="527050"/>
            <a:ext cx="5738813" cy="68199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buNone/>
            </a:pPr>
            <a:r>
              <a:rPr lang="x-none" altLang="en-US" b="1" strike="noStrike" noProof="1">
                <a:solidFill>
                  <a:srgbClr val="990000"/>
                </a:solidFill>
                <a:latin typeface="Times New Roman" panose="02020603050405020304" charset="0"/>
                <a:ea typeface="宋体" panose="02010600030101010101" pitchFamily="2" charset="-122"/>
                <a:cs typeface="+mn-ea"/>
              </a:rPr>
              <a:t>2</a:t>
            </a:r>
            <a:r>
              <a:rPr lang="en-US" altLang="zh-CN" b="1" strike="noStrike" noProof="1">
                <a:solidFill>
                  <a:srgbClr val="990000"/>
                </a:solidFill>
                <a:latin typeface="Times New Roman" panose="02020603050405020304" charset="0"/>
                <a:ea typeface="宋体" panose="02010600030101010101" pitchFamily="2" charset="-122"/>
                <a:cs typeface="+mn-ea"/>
              </a:rPr>
              <a:t>. </a:t>
            </a:r>
            <a:r>
              <a:rPr lang="zh-CN" altLang="en-US" b="1" strike="noStrike" noProof="1" dirty="0">
                <a:solidFill>
                  <a:srgbClr val="990000"/>
                </a:solidFill>
                <a:latin typeface="Arial" panose="02080604020202020204" pitchFamily="34" charset="0"/>
                <a:ea typeface="宋体" panose="02010600030101010101" pitchFamily="2" charset="-122"/>
                <a:cs typeface="+mn-ea"/>
              </a:rPr>
              <a:t>系统启动</a:t>
            </a:r>
            <a:endParaRPr lang="zh-CN" altLang="en-US" b="1" strike="noStrike" noProof="1">
              <a:solidFill>
                <a:srgbClr val="990000"/>
              </a:solidFill>
              <a:ea typeface="宋体" panose="02010600030101010101" pitchFamily="2" charset="-122"/>
            </a:endParaRPr>
          </a:p>
        </p:txBody>
      </p:sp>
      <p:sp>
        <p:nvSpPr>
          <p:cNvPr id="71686" name="矩形 71685"/>
          <p:cNvSpPr/>
          <p:nvPr/>
        </p:nvSpPr>
        <p:spPr>
          <a:xfrm>
            <a:off x="679450" y="1287463"/>
            <a:ext cx="8262938" cy="14795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609600" lvl="0" indent="-609600" fontAlgn="base">
              <a:lnSpc>
                <a:spcPct val="120000"/>
              </a:lnSpc>
              <a:spcBef>
                <a:spcPct val="20000"/>
              </a:spcBef>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对于大、中、小型计算机来说，系统启动的工作是由系统程序员（或系统管理员来完成的），</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a:p>
            <a:pPr marL="609600" lvl="0" indent="-609600" fontAlgn="base">
              <a:lnSpc>
                <a:spcPct val="120000"/>
              </a:lnSpc>
              <a:spcBef>
                <a:spcPct val="20000"/>
              </a:spcBef>
              <a:buNone/>
            </a:pP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对于个人计算机</a:t>
            </a:r>
            <a:r>
              <a:rPr lang="en-US" altLang="zh-CN" sz="2400" b="1" strike="noStrike" noProof="1">
                <a:solidFill>
                  <a:schemeClr val="tx1"/>
                </a:solidFill>
                <a:effectLst/>
                <a:latin typeface="Times New Roman" panose="02020603050405020304" charset="0"/>
                <a:ea typeface="宋体" panose="02010600030101010101" pitchFamily="2" charset="-122"/>
                <a:cs typeface="+mn-ea"/>
              </a:rPr>
              <a:t>x86 PC</a:t>
            </a:r>
            <a:r>
              <a:rPr lang="zh-CN" altLang="en-US" sz="2400" b="1" strike="noStrike" noProof="1" dirty="0">
                <a:solidFill>
                  <a:schemeClr val="tx1"/>
                </a:solidFill>
                <a:effectLst/>
                <a:latin typeface="Times New Roman" panose="02020603050405020304" charset="0"/>
                <a:ea typeface="宋体" panose="02010600030101010101" pitchFamily="2" charset="-122"/>
                <a:cs typeface="+mn-ea"/>
              </a:rPr>
              <a:t>来说，是由用户自己完成。</a:t>
            </a:r>
            <a:endParaRPr lang="zh-CN" altLang="en-US" sz="2400" b="1" strike="noStrike" noProof="1" dirty="0">
              <a:solidFill>
                <a:schemeClr val="tx1"/>
              </a:solidFill>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1685" grpId="0" build="p"/>
      <p:bldP spid="7168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文本框 1228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3</a:t>
            </a:r>
            <a:endParaRPr lang="en-US" altLang="zh-CN" sz="1400" b="0">
              <a:solidFill>
                <a:schemeClr val="tx2"/>
              </a:solidFill>
              <a:latin typeface="Times New Roman" panose="02020603050405020304" charset="0"/>
              <a:ea typeface="宋体" panose="02010600030101010101" pitchFamily="2" charset="-122"/>
            </a:endParaRPr>
          </a:p>
        </p:txBody>
      </p:sp>
      <p:sp>
        <p:nvSpPr>
          <p:cNvPr id="12291" name="矩形 12290"/>
          <p:cNvSpPr/>
          <p:nvPr/>
        </p:nvSpPr>
        <p:spPr>
          <a:xfrm>
            <a:off x="573088" y="1717675"/>
            <a:ext cx="8259763" cy="149415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cs"/>
              </a:rPr>
              <a:t>OS</a:t>
            </a:r>
            <a:r>
              <a:rPr lang="zh-CN" altLang="en-US" sz="2400" strike="noStrike" noProof="1">
                <a:solidFill>
                  <a:schemeClr val="tx1"/>
                </a:solidFill>
                <a:effectLst/>
                <a:latin typeface="Times New Roman" panose="02020603050405020304" charset="0"/>
                <a:ea typeface="宋体" panose="02010600030101010101" pitchFamily="2" charset="-122"/>
                <a:cs typeface="+mn-cs"/>
              </a:rPr>
              <a:t>核心文件存储在系统本身的存储设备中，由系统自己</a:t>
            </a: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将</a:t>
            </a:r>
            <a:r>
              <a:rPr lang="en-US" altLang="zh-CN" sz="2400" strike="noStrike" noProof="1">
                <a:solidFill>
                  <a:schemeClr val="tx1"/>
                </a:solidFill>
                <a:effectLst/>
                <a:latin typeface="Times New Roman" panose="02020603050405020304" charset="0"/>
                <a:ea typeface="宋体" panose="02010600030101010101" pitchFamily="2" charset="-122"/>
                <a:cs typeface="+mn-cs"/>
              </a:rPr>
              <a:t>OS</a:t>
            </a:r>
            <a:r>
              <a:rPr lang="zh-CN" altLang="en-US" sz="2400" strike="noStrike" noProof="1">
                <a:solidFill>
                  <a:schemeClr val="tx1"/>
                </a:solidFill>
                <a:effectLst/>
                <a:latin typeface="Times New Roman" panose="02020603050405020304" charset="0"/>
                <a:ea typeface="宋体" panose="02010600030101010101" pitchFamily="2" charset="-122"/>
                <a:cs typeface="+mn-cs"/>
              </a:rPr>
              <a:t>核心程序读入主存并运行，建立一个操作环境。</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适用于微机和大多数系统。</a:t>
            </a:r>
            <a:endParaRPr lang="en-US" altLang="zh-CN" sz="2400" b="1" strike="noStrike" noProof="1">
              <a:solidFill>
                <a:schemeClr val="tx1"/>
              </a:solidFill>
              <a:effectLst/>
              <a:latin typeface="Times New Roman" panose="02020603050405020304" charset="0"/>
              <a:ea typeface="宋体" panose="02010600030101010101" pitchFamily="2" charset="-122"/>
              <a:cs typeface="+mn-cs"/>
            </a:endParaRPr>
          </a:p>
        </p:txBody>
      </p:sp>
      <p:sp>
        <p:nvSpPr>
          <p:cNvPr id="12292" name="矩形 12291"/>
          <p:cNvSpPr/>
          <p:nvPr/>
        </p:nvSpPr>
        <p:spPr>
          <a:xfrm>
            <a:off x="604838" y="3962400"/>
            <a:ext cx="8248650" cy="24542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20000"/>
              </a:lnSpc>
              <a:spcBef>
                <a:spcPct val="20000"/>
              </a:spcBef>
              <a:buNone/>
            </a:pPr>
            <a:r>
              <a:rPr lang="en-US" altLang="zh-CN" sz="2400" strike="noStrike" noProof="1">
                <a:solidFill>
                  <a:schemeClr val="tx1"/>
                </a:solidFill>
                <a:effectLst/>
                <a:latin typeface="Times New Roman" panose="02020603050405020304" charset="0"/>
                <a:ea typeface="宋体" panose="02010600030101010101" pitchFamily="2" charset="-122"/>
                <a:cs typeface="+mn-cs"/>
              </a:rPr>
              <a:t>OS</a:t>
            </a:r>
            <a:r>
              <a:rPr lang="zh-CN" altLang="en-US" sz="2400" strike="noStrike" noProof="1">
                <a:solidFill>
                  <a:schemeClr val="tx1"/>
                </a:solidFill>
                <a:effectLst/>
                <a:latin typeface="Times New Roman" panose="02020603050405020304" charset="0"/>
                <a:ea typeface="宋体" panose="02010600030101010101" pitchFamily="2" charset="-122"/>
                <a:cs typeface="+mn-cs"/>
              </a:rPr>
              <a:t>主要文件不放在系统本身的存储设备中，在系统启动</a:t>
            </a: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后执</a:t>
            </a:r>
            <a:r>
              <a:rPr lang="zh-CN" altLang="en-US" sz="2400" strike="noStrike" noProof="1">
                <a:solidFill>
                  <a:schemeClr val="tx1"/>
                </a:solidFill>
                <a:effectLst/>
                <a:latin typeface="Times New Roman" panose="02020603050405020304" charset="0"/>
                <a:ea typeface="宋体" panose="02010600030101010101" pitchFamily="2" charset="-122"/>
                <a:cs typeface="+mn-cs"/>
              </a:rPr>
              <a:t>行下装操作，从另外的计算机系统中将操作系统常驻</a:t>
            </a:r>
            <a:r>
              <a:rPr lang="zh-CN" altLang="en-US" sz="2400" strike="noStrike" noProof="1" dirty="0">
                <a:solidFill>
                  <a:schemeClr val="tx1"/>
                </a:solidFill>
                <a:effectLst/>
                <a:latin typeface="Times New Roman" panose="02020603050405020304" charset="0"/>
                <a:ea typeface="宋体" panose="02010600030101010101" pitchFamily="2" charset="-122"/>
                <a:cs typeface="+mn-cs"/>
              </a:rPr>
              <a:t>部传</a:t>
            </a:r>
            <a:r>
              <a:rPr lang="zh-CN" altLang="en-US" sz="2400" strike="noStrike" noProof="1">
                <a:solidFill>
                  <a:schemeClr val="tx1"/>
                </a:solidFill>
                <a:effectLst/>
                <a:latin typeface="Times New Roman" panose="02020603050405020304" charset="0"/>
                <a:ea typeface="宋体" panose="02010600030101010101" pitchFamily="2" charset="-122"/>
                <a:cs typeface="+mn-cs"/>
              </a:rPr>
              <a:t>送到该计算机中，使它形成一个操作环境。</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cs typeface="+mn-cs"/>
              </a:rPr>
              <a:t>适用于无盘工作站</a:t>
            </a:r>
            <a:r>
              <a:rPr lang="zh-CN" altLang="en-US" sz="2400" b="1" strike="noStrike" noProof="1" dirty="0">
                <a:solidFill>
                  <a:schemeClr val="tx1"/>
                </a:solidFill>
                <a:effectLst/>
                <a:latin typeface="Times New Roman" panose="02020603050405020304" charset="0"/>
                <a:ea typeface="宋体" panose="02010600030101010101" pitchFamily="2" charset="-122"/>
                <a:cs typeface="+mn-cs"/>
              </a:rPr>
              <a:t>、网络计算机及</a:t>
            </a:r>
            <a:r>
              <a:rPr lang="zh-CN" altLang="en-US" sz="2400" b="1" strike="noStrike" noProof="1">
                <a:solidFill>
                  <a:schemeClr val="tx1"/>
                </a:solidFill>
                <a:effectLst/>
                <a:latin typeface="Times New Roman" panose="02020603050405020304" charset="0"/>
                <a:ea typeface="宋体" panose="02010600030101010101" pitchFamily="2" charset="-122"/>
                <a:cs typeface="+mn-cs"/>
              </a:rPr>
              <a:t>分布式系统。</a:t>
            </a:r>
            <a:endParaRPr lang="zh-CN" altLang="en-US" sz="2400" b="1" strike="noStrike" noProof="1">
              <a:solidFill>
                <a:schemeClr val="tx1"/>
              </a:solidFill>
              <a:effectLst/>
              <a:latin typeface="Times New Roman" panose="02020603050405020304" charset="0"/>
              <a:ea typeface="宋体" panose="02010600030101010101" pitchFamily="2" charset="-122"/>
              <a:cs typeface="+mn-cs"/>
            </a:endParaRPr>
          </a:p>
          <a:p>
            <a:pPr marL="914400" lvl="1" indent="-457200" fontAlgn="base">
              <a:lnSpc>
                <a:spcPct val="120000"/>
              </a:lnSpc>
              <a:spcBef>
                <a:spcPct val="20000"/>
              </a:spcBef>
              <a:buNone/>
            </a:pPr>
            <a:r>
              <a:rPr lang="zh-CN" altLang="en-US" sz="2400" b="1" strike="noStrike" noProof="1">
                <a:solidFill>
                  <a:schemeClr val="tx1"/>
                </a:solidFill>
                <a:effectLst/>
                <a:latin typeface="Times New Roman" panose="02020603050405020304" charset="0"/>
                <a:ea typeface="宋体" panose="02010600030101010101" pitchFamily="2" charset="-122"/>
              </a:rPr>
              <a:t>网卡</a:t>
            </a:r>
            <a:r>
              <a:rPr lang="en-US" altLang="zh-CN" sz="2400" b="1" strike="noStrike" noProof="1">
                <a:solidFill>
                  <a:schemeClr val="tx1"/>
                </a:solidFill>
                <a:effectLst/>
                <a:latin typeface="Times New Roman" panose="02020603050405020304" charset="0"/>
                <a:ea typeface="宋体" panose="02010600030101010101" pitchFamily="2" charset="-122"/>
              </a:rPr>
              <a:t>PXE</a:t>
            </a:r>
            <a:r>
              <a:rPr lang="zh-CN" altLang="en-US" sz="2400" b="1" strike="noStrike" noProof="1">
                <a:solidFill>
                  <a:schemeClr val="tx1"/>
                </a:solidFill>
                <a:effectLst/>
                <a:latin typeface="Times New Roman" panose="02020603050405020304" charset="0"/>
                <a:ea typeface="宋体" panose="02010600030101010101" pitchFamily="2" charset="-122"/>
              </a:rPr>
              <a:t>模式</a:t>
            </a:r>
            <a:r>
              <a:rPr lang="en-US" altLang="zh-CN" sz="2400" b="1" strike="noStrike" noProof="1">
                <a:solidFill>
                  <a:schemeClr val="tx1"/>
                </a:solidFill>
                <a:effectLst/>
                <a:latin typeface="Times New Roman" panose="02020603050405020304" charset="0"/>
                <a:ea typeface="宋体" panose="02010600030101010101" pitchFamily="2" charset="-122"/>
              </a:rPr>
              <a:t>，网络文件系统NFS，CIFS</a:t>
            </a:r>
            <a:r>
              <a:rPr lang="zh-CN" altLang="en-US" sz="2400" b="1" strike="noStrike" noProof="1">
                <a:solidFill>
                  <a:schemeClr val="tx1"/>
                </a:solidFill>
                <a:effectLst/>
                <a:latin typeface="Times New Roman" panose="02020603050405020304" charset="0"/>
                <a:ea typeface="宋体" panose="02010600030101010101" pitchFamily="2" charset="-122"/>
              </a:rPr>
              <a:t>（</a:t>
            </a:r>
            <a:r>
              <a:rPr lang="en-US" altLang="zh-CN" sz="2400" b="1" strike="noStrike" noProof="1">
                <a:solidFill>
                  <a:schemeClr val="tx1"/>
                </a:solidFill>
                <a:effectLst/>
                <a:latin typeface="Times New Roman" panose="02020603050405020304" charset="0"/>
                <a:ea typeface="宋体" panose="02010600030101010101" pitchFamily="2" charset="-122"/>
              </a:rPr>
              <a:t>samba）</a:t>
            </a:r>
            <a:endParaRPr lang="en-US" altLang="zh-CN" sz="2400" b="1" strike="noStrike" noProof="1">
              <a:solidFill>
                <a:schemeClr val="tx1"/>
              </a:solidFill>
              <a:effectLst/>
              <a:latin typeface="Times New Roman" panose="02020603050405020304" charset="0"/>
              <a:ea typeface="宋体" panose="02010600030101010101" pitchFamily="2" charset="-122"/>
            </a:endParaRPr>
          </a:p>
        </p:txBody>
      </p:sp>
      <p:sp>
        <p:nvSpPr>
          <p:cNvPr id="12293" name="矩形 12292"/>
          <p:cNvSpPr/>
          <p:nvPr/>
        </p:nvSpPr>
        <p:spPr>
          <a:xfrm>
            <a:off x="120650" y="1114425"/>
            <a:ext cx="5543550" cy="5667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cs"/>
              </a:rPr>
              <a:t>① 现场独立引导方式</a:t>
            </a:r>
            <a:r>
              <a:rPr lang="en-US" altLang="zh-CN" sz="2400" b="1" strike="noStrike" noProof="1">
                <a:solidFill>
                  <a:srgbClr val="000099"/>
                </a:solidFill>
                <a:latin typeface="宋体" panose="02010600030101010101" pitchFamily="2" charset="-122"/>
                <a:ea typeface="宋体" panose="02010600030101010101" pitchFamily="2" charset="-122"/>
                <a:cs typeface="+mn-cs"/>
              </a:rPr>
              <a:t>(</a:t>
            </a:r>
            <a:r>
              <a:rPr lang="zh-CN" altLang="en-US" sz="2400" b="1" strike="noStrike" noProof="1">
                <a:solidFill>
                  <a:srgbClr val="000099"/>
                </a:solidFill>
                <a:latin typeface="宋体" panose="02010600030101010101" pitchFamily="2" charset="-122"/>
                <a:ea typeface="宋体" panose="02010600030101010101" pitchFamily="2" charset="-122"/>
                <a:cs typeface="+mn-cs"/>
              </a:rPr>
              <a:t>滚雪球方式</a:t>
            </a:r>
            <a:r>
              <a:rPr lang="en-US" altLang="zh-CN" sz="2400" b="1" strike="noStrike" noProof="1">
                <a:solidFill>
                  <a:srgbClr val="000099"/>
                </a:solidFill>
                <a:latin typeface="宋体" panose="02010600030101010101" pitchFamily="2" charset="-122"/>
                <a:ea typeface="宋体" panose="02010600030101010101" pitchFamily="2" charset="-122"/>
                <a:cs typeface="+mn-cs"/>
              </a:rPr>
              <a:t>)</a:t>
            </a:r>
            <a:r>
              <a:rPr lang="en-US" altLang="zh-CN" sz="2400" strike="noStrike" noProof="1">
                <a:solidFill>
                  <a:schemeClr val="tx1"/>
                </a:solidFill>
                <a:latin typeface="Times New Roman" panose="02020603050405020304" charset="0"/>
                <a:ea typeface="宋体" panose="02010600030101010101" pitchFamily="2" charset="-122"/>
                <a:cs typeface="+mn-cs"/>
              </a:rPr>
              <a:t> </a:t>
            </a:r>
            <a:endParaRPr lang="en-US" altLang="zh-CN" sz="2400" strike="noStrike" noProof="1">
              <a:solidFill>
                <a:schemeClr val="tx1"/>
              </a:solidFill>
              <a:latin typeface="Times New Roman" panose="02020603050405020304" charset="0"/>
              <a:ea typeface="宋体" panose="02010600030101010101" pitchFamily="2" charset="-122"/>
            </a:endParaRPr>
          </a:p>
        </p:txBody>
      </p:sp>
      <p:sp>
        <p:nvSpPr>
          <p:cNvPr id="12294" name="矩形 12293"/>
          <p:cNvSpPr/>
          <p:nvPr/>
        </p:nvSpPr>
        <p:spPr>
          <a:xfrm>
            <a:off x="122238" y="3373438"/>
            <a:ext cx="5543550" cy="5667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914400" lvl="1" indent="-457200" fontAlgn="base">
              <a:lnSpc>
                <a:spcPct val="130000"/>
              </a:lnSpc>
              <a:buNone/>
            </a:pPr>
            <a:r>
              <a:rPr lang="zh-CN" altLang="en-US" sz="2400" b="1" strike="noStrike" noProof="1">
                <a:solidFill>
                  <a:srgbClr val="000099"/>
                </a:solidFill>
                <a:latin typeface="宋体" panose="02010600030101010101" pitchFamily="2" charset="-122"/>
                <a:ea typeface="宋体" panose="02010600030101010101" pitchFamily="2" charset="-122"/>
                <a:cs typeface="+mn-cs"/>
              </a:rPr>
              <a:t>② 辅助下装方式</a:t>
            </a:r>
            <a:r>
              <a:rPr lang="zh-CN" altLang="en-US" sz="2400" strike="noStrike" noProof="1">
                <a:solidFill>
                  <a:schemeClr val="tx1"/>
                </a:solidFill>
                <a:latin typeface="Times New Roman" panose="02020603050405020304" charset="0"/>
                <a:ea typeface="宋体" panose="02010600030101010101" pitchFamily="2" charset="-122"/>
                <a:cs typeface="+mn-cs"/>
              </a:rPr>
              <a:t>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12295" name="矩形 12294"/>
          <p:cNvSpPr/>
          <p:nvPr/>
        </p:nvSpPr>
        <p:spPr>
          <a:xfrm>
            <a:off x="663575" y="542925"/>
            <a:ext cx="5418138" cy="6477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系</a:t>
            </a:r>
            <a:r>
              <a:rPr lang="zh-CN" altLang="en-US" sz="2800" b="1" strike="noStrike" noProof="1">
                <a:solidFill>
                  <a:srgbClr val="A50021"/>
                </a:solidFill>
                <a:latin typeface="Times New Roman" panose="02020603050405020304" charset="0"/>
                <a:ea typeface="宋体" panose="02010600030101010101" pitchFamily="2" charset="-122"/>
                <a:cs typeface="+mn-ea"/>
              </a:rPr>
              <a:t>统引导的方式</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12296" name="矩形 1229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2292" grpId="0"/>
      <p:bldP spid="12293" grpId="0" build="p"/>
      <p:bldP spid="12294" grpId="0"/>
      <p:bldP spid="1229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文本框 1331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4</a:t>
            </a:r>
            <a:endParaRPr lang="en-US" altLang="zh-CN" sz="1400" b="0">
              <a:solidFill>
                <a:schemeClr val="tx2"/>
              </a:solidFill>
              <a:latin typeface="Times New Roman" panose="02020603050405020304" charset="0"/>
              <a:ea typeface="宋体" panose="02010600030101010101" pitchFamily="2" charset="-122"/>
            </a:endParaRPr>
          </a:p>
        </p:txBody>
      </p:sp>
      <p:sp>
        <p:nvSpPr>
          <p:cNvPr id="13315" name="矩形 13314"/>
          <p:cNvSpPr/>
          <p:nvPr/>
        </p:nvSpPr>
        <p:spPr>
          <a:xfrm>
            <a:off x="169863" y="1303338"/>
            <a:ext cx="8801100" cy="469392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系</a:t>
            </a:r>
            <a:r>
              <a:rPr lang="zh-CN" altLang="en-US" sz="2400" strike="noStrike" noProof="1">
                <a:solidFill>
                  <a:schemeClr val="tx1"/>
                </a:solidFill>
                <a:effectLst/>
                <a:latin typeface="Times New Roman" panose="02020603050405020304" charset="0"/>
                <a:ea typeface="宋体" panose="02010600030101010101" pitchFamily="2" charset="-122"/>
                <a:cs typeface="+mn-ea"/>
              </a:rPr>
              <a:t>统</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加电，自动跳转到内存地址 </a:t>
            </a:r>
            <a:r>
              <a:rPr lang="en-US" altLang="zh-CN" sz="2400" strike="noStrike" noProof="1">
                <a:solidFill>
                  <a:schemeClr val="tx1"/>
                </a:solidFill>
                <a:effectLst/>
                <a:latin typeface="Times New Roman" panose="02020603050405020304" charset="0"/>
                <a:ea typeface="宋体" panose="02010600030101010101" pitchFamily="2" charset="-122"/>
                <a:cs typeface="+mn-ea"/>
              </a:rPr>
              <a:t>FFFF:0000 </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处执行，该地址位于主板</a:t>
            </a:r>
            <a:r>
              <a:rPr lang="en-US" altLang="zh-CN" sz="2400" strike="noStrike" noProof="1">
                <a:solidFill>
                  <a:schemeClr val="tx1"/>
                </a:solidFill>
                <a:effectLst/>
                <a:latin typeface="Times New Roman" panose="02020603050405020304" charset="0"/>
                <a:ea typeface="宋体" panose="02010600030101010101" pitchFamily="2" charset="-122"/>
                <a:cs typeface="+mn-ea"/>
              </a:rPr>
              <a:t>BIOS</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只读存储器；</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en-US" altLang="zh-CN" sz="2400" strike="noStrike" noProof="1">
                <a:solidFill>
                  <a:schemeClr val="tx1"/>
                </a:solidFill>
                <a:effectLst/>
                <a:latin typeface="Times New Roman" panose="02020603050405020304" charset="0"/>
                <a:ea typeface="宋体" panose="02010600030101010101" pitchFamily="2" charset="-122"/>
                <a:cs typeface="+mn-ea"/>
              </a:rPr>
              <a:t>BIOS</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执行系</a:t>
            </a:r>
            <a:r>
              <a:rPr lang="zh-CN" altLang="en-US" sz="2400" strike="noStrike" noProof="1">
                <a:solidFill>
                  <a:schemeClr val="tx1"/>
                </a:solidFill>
                <a:effectLst/>
                <a:latin typeface="Times New Roman" panose="02020603050405020304" charset="0"/>
                <a:ea typeface="宋体" panose="02010600030101010101" pitchFamily="2" charset="-122"/>
                <a:cs typeface="+mn-ea"/>
              </a:rPr>
              <a:t>统硬件和配</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置的检测，</a:t>
            </a:r>
            <a:r>
              <a:rPr lang="zh-CN" altLang="en-US" sz="2400" strike="noStrike" noProof="1">
                <a:solidFill>
                  <a:schemeClr val="tx1"/>
                </a:solidFill>
                <a:effectLst/>
                <a:latin typeface="Times New Roman" panose="02020603050405020304" charset="0"/>
                <a:ea typeface="宋体" panose="02010600030101010101" pitchFamily="2" charset="-122"/>
                <a:cs typeface="+mn-ea"/>
              </a:rPr>
              <a:t>保证系统没有硬件错</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误；</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如果从硬盘启动，读入启动硬盘的第一个扇区内容（</a:t>
            </a:r>
            <a:r>
              <a:rPr lang="en-US" altLang="zh-CN" sz="2400" strike="noStrike" noProof="1">
                <a:solidFill>
                  <a:schemeClr val="tx1"/>
                </a:solidFill>
                <a:effectLst/>
                <a:latin typeface="Times New Roman" panose="02020603050405020304" charset="0"/>
                <a:ea typeface="宋体" panose="02010600030101010101" pitchFamily="2" charset="-122"/>
                <a:cs typeface="+mn-ea"/>
              </a:rPr>
              <a:t>MBR</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），如果以</a:t>
            </a:r>
            <a:r>
              <a:rPr lang="en-US" altLang="zh-CN" sz="2400" strike="noStrike" noProof="1">
                <a:solidFill>
                  <a:schemeClr val="tx1"/>
                </a:solidFill>
                <a:effectLst/>
                <a:latin typeface="Times New Roman" panose="02020603050405020304" charset="0"/>
                <a:ea typeface="宋体" panose="02010600030101010101" pitchFamily="2" charset="-122"/>
                <a:cs typeface="+mn-ea"/>
              </a:rPr>
              <a:t>0xAA55</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结束，则认为它是一个引导扇区（</a:t>
            </a:r>
            <a:r>
              <a:rPr lang="en-US" altLang="zh-CN" sz="2400" strike="noStrike" noProof="1">
                <a:solidFill>
                  <a:schemeClr val="tx1"/>
                </a:solidFill>
                <a:effectLst/>
                <a:latin typeface="Times New Roman" panose="02020603050405020304" charset="0"/>
                <a:ea typeface="宋体" panose="02010600030101010101" pitchFamily="2" charset="-122"/>
                <a:cs typeface="+mn-ea"/>
              </a:rPr>
              <a:t>Boot Sector</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），引导扇区（</a:t>
            </a:r>
            <a:r>
              <a:rPr lang="en-US" altLang="zh-CN" sz="2400" strike="noStrike" noProof="1">
                <a:solidFill>
                  <a:schemeClr val="tx1"/>
                </a:solidFill>
                <a:effectLst/>
                <a:latin typeface="Times New Roman" panose="02020603050405020304" charset="0"/>
                <a:ea typeface="宋体" panose="02010600030101010101" pitchFamily="2" charset="-122"/>
                <a:cs typeface="+mn-ea"/>
              </a:rPr>
              <a:t>512</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字节）包括 </a:t>
            </a:r>
            <a:r>
              <a:rPr lang="en-US" altLang="zh-CN" sz="2400" strike="noStrike" noProof="1">
                <a:solidFill>
                  <a:schemeClr val="tx1"/>
                </a:solidFill>
                <a:effectLst/>
                <a:latin typeface="Times New Roman" panose="02020603050405020304" charset="0"/>
                <a:ea typeface="宋体" panose="02010600030101010101" pitchFamily="2" charset="-122"/>
                <a:cs typeface="+mn-ea"/>
              </a:rPr>
              <a:t>446</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个字节的引导代码</a:t>
            </a:r>
            <a:r>
              <a:rPr lang="en-US" altLang="zh-CN" sz="2400" strike="noStrike" noProof="1">
                <a:solidFill>
                  <a:schemeClr val="tx1"/>
                </a:solidFill>
                <a:effectLst/>
                <a:latin typeface="Times New Roman" panose="02020603050405020304" charset="0"/>
                <a:ea typeface="宋体" panose="02010600030101010101" pitchFamily="2" charset="-122"/>
                <a:cs typeface="+mn-ea"/>
              </a:rPr>
              <a:t>+64</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个字节的分区表。</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en-US" altLang="zh-CN" sz="2400" strike="noStrike" noProof="1">
                <a:solidFill>
                  <a:schemeClr val="tx1"/>
                </a:solidFill>
                <a:effectLst/>
                <a:latin typeface="Times New Roman" panose="02020603050405020304" charset="0"/>
                <a:ea typeface="宋体" panose="02010600030101010101" pitchFamily="2" charset="-122"/>
                <a:cs typeface="+mn-ea"/>
              </a:rPr>
              <a:t>BIOS</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将引导扇区加载到内存 </a:t>
            </a:r>
            <a:r>
              <a:rPr lang="en-US" altLang="zh-CN" sz="2400" strike="noStrike" noProof="1">
                <a:solidFill>
                  <a:schemeClr val="tx1"/>
                </a:solidFill>
                <a:effectLst/>
                <a:latin typeface="Times New Roman" panose="02020603050405020304" charset="0"/>
                <a:ea typeface="宋体" panose="02010600030101010101" pitchFamily="2" charset="-122"/>
                <a:cs typeface="+mn-ea"/>
              </a:rPr>
              <a:t>0000:7</a:t>
            </a:r>
            <a:r>
              <a:rPr lang="x-none" altLang="en-US" sz="2400" strike="noStrike" noProof="1">
                <a:solidFill>
                  <a:schemeClr val="tx1"/>
                </a:solidFill>
                <a:effectLst/>
                <a:latin typeface="Times New Roman" panose="02020603050405020304" charset="0"/>
                <a:ea typeface="宋体" panose="02010600030101010101" pitchFamily="2" charset="-122"/>
                <a:cs typeface="+mn-ea"/>
              </a:rPr>
              <a:t>C</a:t>
            </a:r>
            <a:r>
              <a:rPr lang="en-US" altLang="zh-CN" sz="2400" strike="noStrike" noProof="1">
                <a:solidFill>
                  <a:schemeClr val="tx1"/>
                </a:solidFill>
                <a:effectLst/>
                <a:latin typeface="Times New Roman" panose="02020603050405020304" charset="0"/>
                <a:ea typeface="宋体" panose="02010600030101010101" pitchFamily="2" charset="-122"/>
                <a:cs typeface="+mn-ea"/>
              </a:rPr>
              <a:t>00 </a:t>
            </a:r>
            <a:r>
              <a:rPr lang="zh-CN" altLang="en-US" sz="2400" strike="noStrike" noProof="1" dirty="0">
                <a:solidFill>
                  <a:schemeClr val="tx1"/>
                </a:solidFill>
                <a:effectLst/>
                <a:latin typeface="Times New Roman" panose="02020603050405020304" charset="0"/>
                <a:ea typeface="宋体" panose="02010600030101010101" pitchFamily="2" charset="-122"/>
                <a:cs typeface="+mn-ea"/>
              </a:rPr>
              <a:t>位置，然后跳转到该内存地址运行引导代码。</a:t>
            </a:r>
            <a:endParaRPr lang="zh-CN" altLang="en-US" sz="2400" strike="noStrike" noProof="1" dirty="0">
              <a:solidFill>
                <a:schemeClr val="tx1"/>
              </a:solidFill>
              <a:effectLst/>
              <a:latin typeface="Times New Roman" panose="02020603050405020304" charset="0"/>
              <a:ea typeface="宋体" panose="02010600030101010101" pitchFamily="2" charset="-122"/>
            </a:endParaRPr>
          </a:p>
        </p:txBody>
      </p:sp>
      <p:sp>
        <p:nvSpPr>
          <p:cNvPr id="13316" name="矩形 13315"/>
          <p:cNvSpPr/>
          <p:nvPr/>
        </p:nvSpPr>
        <p:spPr>
          <a:xfrm>
            <a:off x="361950" y="585788"/>
            <a:ext cx="6376988" cy="6477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独</a:t>
            </a:r>
            <a:r>
              <a:rPr lang="zh-CN" altLang="en-US" sz="2800" b="1" strike="noStrike" noProof="1">
                <a:solidFill>
                  <a:srgbClr val="A50021"/>
                </a:solidFill>
                <a:latin typeface="Times New Roman" panose="02020603050405020304" charset="0"/>
                <a:ea typeface="宋体" panose="02010600030101010101" pitchFamily="2" charset="-122"/>
                <a:cs typeface="+mn-ea"/>
              </a:rPr>
              <a:t>立引导方式 </a:t>
            </a:r>
            <a:r>
              <a:rPr lang="zh-CN" altLang="en-US" sz="2800" b="1" strike="noStrike" noProof="1" dirty="0">
                <a:solidFill>
                  <a:srgbClr val="A50021"/>
                </a:solidFill>
                <a:latin typeface="Times New Roman" panose="02020603050405020304" charset="0"/>
                <a:ea typeface="宋体" panose="02010600030101010101" pitchFamily="2" charset="-122"/>
                <a:cs typeface="+mn-ea"/>
              </a:rPr>
              <a:t>的过程（</a:t>
            </a:r>
            <a:r>
              <a:rPr lang="en-US" altLang="zh-CN" sz="2800" b="1" strike="noStrike" noProof="1">
                <a:solidFill>
                  <a:srgbClr val="A50021"/>
                </a:solidFill>
                <a:latin typeface="Times New Roman" panose="02020603050405020304" charset="0"/>
                <a:ea typeface="宋体" panose="02010600030101010101" pitchFamily="2" charset="-122"/>
                <a:cs typeface="+mn-ea"/>
              </a:rPr>
              <a:t>x86 PC</a:t>
            </a:r>
            <a:r>
              <a:rPr lang="zh-CN" altLang="en-US" sz="2800" b="1" strike="noStrike" noProof="1" dirty="0">
                <a:solidFill>
                  <a:srgbClr val="A50021"/>
                </a:solidFill>
                <a:latin typeface="Times New Roman" panose="02020603050405020304" charset="0"/>
                <a:ea typeface="宋体" panose="02010600030101010101" pitchFamily="2" charset="-122"/>
                <a:cs typeface="+mn-ea"/>
              </a:rPr>
              <a:t>为例）</a:t>
            </a:r>
            <a:endParaRPr lang="en-US" altLang="zh-CN" sz="2800" b="1" strike="noStrike" noProof="1">
              <a:solidFill>
                <a:srgbClr val="A50021"/>
              </a:solidFill>
              <a:latin typeface="Times New Roman" panose="02020603050405020304" charset="0"/>
              <a:ea typeface="宋体" panose="02010600030101010101" pitchFamily="2" charset="-122"/>
            </a:endParaRPr>
          </a:p>
        </p:txBody>
      </p:sp>
      <p:sp>
        <p:nvSpPr>
          <p:cNvPr id="13317" name="矩形 13316"/>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33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43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5</a:t>
            </a:r>
            <a:endParaRPr lang="en-US" altLang="zh-CN" sz="1400" b="0">
              <a:solidFill>
                <a:schemeClr val="tx2"/>
              </a:solidFill>
              <a:latin typeface="Times New Roman" panose="02020603050405020304" charset="0"/>
              <a:ea typeface="宋体" panose="02010600030101010101" pitchFamily="2" charset="-122"/>
            </a:endParaRPr>
          </a:p>
        </p:txBody>
      </p:sp>
      <p:sp>
        <p:nvSpPr>
          <p:cNvPr id="14340" name="矩形 143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4341" name="矩形 14340"/>
          <p:cNvSpPr/>
          <p:nvPr/>
        </p:nvSpPr>
        <p:spPr>
          <a:xfrm>
            <a:off x="361950" y="585788"/>
            <a:ext cx="6376988" cy="6477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独</a:t>
            </a:r>
            <a:r>
              <a:rPr lang="zh-CN" altLang="en-US" sz="2800" b="1" strike="noStrike" noProof="1">
                <a:solidFill>
                  <a:srgbClr val="A50021"/>
                </a:solidFill>
                <a:latin typeface="Times New Roman" panose="02020603050405020304" charset="0"/>
                <a:ea typeface="宋体" panose="02010600030101010101" pitchFamily="2" charset="-122"/>
                <a:cs typeface="+mn-ea"/>
              </a:rPr>
              <a:t>立引导方式 </a:t>
            </a:r>
            <a:r>
              <a:rPr lang="zh-CN" altLang="en-US" sz="2800" b="1" strike="noStrike" noProof="1" dirty="0">
                <a:solidFill>
                  <a:srgbClr val="A50021"/>
                </a:solidFill>
                <a:latin typeface="Times New Roman" panose="02020603050405020304" charset="0"/>
                <a:ea typeface="宋体" panose="02010600030101010101" pitchFamily="2" charset="-122"/>
                <a:cs typeface="+mn-ea"/>
              </a:rPr>
              <a:t>的过程（</a:t>
            </a:r>
            <a:r>
              <a:rPr lang="en-US" altLang="zh-CN" sz="2800" b="1" strike="noStrike" noProof="1">
                <a:solidFill>
                  <a:srgbClr val="A50021"/>
                </a:solidFill>
                <a:latin typeface="Times New Roman" panose="02020603050405020304" charset="0"/>
                <a:ea typeface="宋体" panose="02010600030101010101" pitchFamily="2" charset="-122"/>
                <a:cs typeface="+mn-ea"/>
              </a:rPr>
              <a:t>x86 PC</a:t>
            </a:r>
            <a:r>
              <a:rPr lang="zh-CN" altLang="en-US" sz="2800" b="1" strike="noStrike" noProof="1" dirty="0">
                <a:solidFill>
                  <a:srgbClr val="A50021"/>
                </a:solidFill>
                <a:latin typeface="Times New Roman" panose="02020603050405020304" charset="0"/>
                <a:ea typeface="宋体" panose="02010600030101010101" pitchFamily="2" charset="-122"/>
                <a:cs typeface="+mn-ea"/>
              </a:rPr>
              <a:t>为例）</a:t>
            </a:r>
            <a:endParaRPr lang="en-US" altLang="zh-CN" sz="2800" b="1" strike="noStrike" noProof="1">
              <a:solidFill>
                <a:srgbClr val="A50021"/>
              </a:solidFill>
              <a:latin typeface="Times New Roman" panose="02020603050405020304" charset="0"/>
              <a:ea typeface="宋体" panose="02010600030101010101" pitchFamily="2" charset="-122"/>
            </a:endParaRPr>
          </a:p>
        </p:txBody>
      </p:sp>
      <p:sp>
        <p:nvSpPr>
          <p:cNvPr id="14343" name="矩形 14342"/>
          <p:cNvSpPr/>
          <p:nvPr/>
        </p:nvSpPr>
        <p:spPr>
          <a:xfrm>
            <a:off x="354965" y="1221105"/>
            <a:ext cx="8138160" cy="355854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MBR</a:t>
            </a:r>
            <a:r>
              <a:rPr lang="zh-CN" altLang="en-US"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引导代码的默认操作是加载可启动分区的第一个扇区的内容，并将控制权交给下一级引导代码。</a:t>
            </a:r>
            <a:endParaRPr lang="zh-CN" altLang="en-US"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pP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MBR</a:t>
            </a:r>
            <a:r>
              <a:rPr lang="zh-CN" altLang="en-US"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引导代码也可以是一个复杂</a:t>
            </a:r>
            <a:r>
              <a:rPr lang="en-US" altLang="zh-CN" sz="2400" err="1">
                <a:solidFill>
                  <a:schemeClr val="tx1"/>
                </a:solidFill>
                <a:effectLst/>
                <a:latin typeface="Times New Roman" panose="02020603050405020304" charset="0"/>
                <a:cs typeface="+mn-ea"/>
                <a:sym typeface="Symbol" panose="05050102010706020507" pitchFamily="18" charset="2"/>
              </a:rPr>
              <a:t>bootloader</a:t>
            </a:r>
            <a:r>
              <a:rPr lang="zh-CN" altLang="en-US" sz="2400" err="1">
                <a:solidFill>
                  <a:schemeClr val="tx1"/>
                </a:solidFill>
                <a:effectLst/>
                <a:latin typeface="Times New Roman" panose="02020603050405020304" charset="0"/>
                <a:cs typeface="+mn-ea"/>
                <a:sym typeface="Symbol" panose="05050102010706020507" pitchFamily="18" charset="2"/>
              </a:rPr>
              <a:t>的一部分</a:t>
            </a:r>
            <a:r>
              <a:rPr lang="en-US" altLang="zh-CN" sz="2400" err="1">
                <a:solidFill>
                  <a:schemeClr val="tx1"/>
                </a:solidFill>
                <a:effectLst/>
                <a:latin typeface="Times New Roman" panose="02020603050405020304" charset="0"/>
                <a:cs typeface="+mn-ea"/>
                <a:sym typeface="Symbol" panose="05050102010706020507" pitchFamily="18" charset="2"/>
              </a:rPr>
              <a:t>(stage1)</a:t>
            </a:r>
            <a:r>
              <a:rPr lang="zh-CN" altLang="en-US" sz="2400" err="1">
                <a:solidFill>
                  <a:schemeClr val="tx1"/>
                </a:solidFill>
                <a:effectLst/>
                <a:latin typeface="Times New Roman" panose="02020603050405020304" charset="0"/>
                <a:cs typeface="+mn-ea"/>
                <a:sym typeface="Symbol" panose="05050102010706020507" pitchFamily="18" charset="2"/>
              </a:rPr>
              <a:t>，它会</a:t>
            </a:r>
            <a:r>
              <a:rPr lang="zh-CN" altLang="en-US"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加载更多的</a:t>
            </a: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bootloader</a:t>
            </a:r>
            <a:r>
              <a:rPr lang="zh-CN" altLang="en-US"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代码</a:t>
            </a: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(stage2)</a:t>
            </a:r>
            <a:r>
              <a:rPr lang="zh-CN" altLang="en-US"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，然后根据</a:t>
            </a:r>
            <a:r>
              <a:rPr lang="zh-CN" altLang="en-US"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分区表和分区中的系统类型，让用户选择，继续引导磁盘分区中的操作系统，加载核心到内存，并将控制权交给</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OS</a:t>
            </a:r>
            <a:r>
              <a:rPr lang="zh-CN" altLang="en-US"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endParaRPr lang="zh-CN" altLang="en-US" sz="2400"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graphicFrame>
        <p:nvGraphicFramePr>
          <p:cNvPr id="3" name="表格 2"/>
          <p:cNvGraphicFramePr/>
          <p:nvPr/>
        </p:nvGraphicFramePr>
        <p:xfrm>
          <a:off x="592455" y="5005070"/>
          <a:ext cx="7962900" cy="1137920"/>
        </p:xfrm>
        <a:graphic>
          <a:graphicData uri="http://schemas.openxmlformats.org/drawingml/2006/table">
            <a:tbl>
              <a:tblPr firstRow="1" bandRow="1">
                <a:tableStyleId>{5C22544A-7EE6-4342-B048-85BDC9FD1C3A}</a:tableStyleId>
              </a:tblPr>
              <a:tblGrid>
                <a:gridCol w="910590"/>
                <a:gridCol w="746125"/>
                <a:gridCol w="1011555"/>
                <a:gridCol w="539750"/>
                <a:gridCol w="1983105"/>
                <a:gridCol w="2007235"/>
                <a:gridCol w="764540"/>
              </a:tblGrid>
              <a:tr h="756920">
                <a:tc>
                  <a:txBody>
                    <a:bodyPr/>
                    <a:p>
                      <a:pPr algn="ctr">
                        <a:buNone/>
                      </a:pPr>
                      <a:r>
                        <a:rPr lang="zh-CN" altLang="en-US" sz="1400">
                          <a:ln>
                            <a:noFill/>
                          </a:ln>
                          <a:solidFill>
                            <a:schemeClr val="tx1"/>
                          </a:solidFill>
                        </a:rPr>
                        <a:t>引导代码</a:t>
                      </a:r>
                      <a:endParaRPr lang="zh-CN" altLang="en-US" sz="1400">
                        <a:ln>
                          <a:noFill/>
                        </a:ln>
                        <a:solidFill>
                          <a:schemeClr val="tx1"/>
                        </a:solidFill>
                      </a:endParaRPr>
                    </a:p>
                    <a:p>
                      <a:pPr algn="ctr">
                        <a:buNone/>
                      </a:pPr>
                      <a:r>
                        <a:rPr lang="en-US" altLang="zh-CN" sz="1200">
                          <a:ln>
                            <a:noFill/>
                          </a:ln>
                          <a:solidFill>
                            <a:schemeClr val="tx1"/>
                          </a:solidFill>
                        </a:rPr>
                        <a:t>446</a:t>
                      </a:r>
                      <a:r>
                        <a:rPr lang="zh-CN" altLang="en-US" sz="1200">
                          <a:ln>
                            <a:noFill/>
                          </a:ln>
                          <a:solidFill>
                            <a:schemeClr val="tx1"/>
                          </a:solidFill>
                        </a:rPr>
                        <a:t>个字节</a:t>
                      </a:r>
                      <a:endParaRPr lang="zh-CN" altLang="en-US" sz="12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solidFill>
                  </a:tcPr>
                </a:tc>
                <a:tc>
                  <a:txBody>
                    <a:bodyPr/>
                    <a:p>
                      <a:pPr algn="ctr">
                        <a:buNone/>
                      </a:pPr>
                      <a:r>
                        <a:rPr lang="zh-CN" altLang="en-US" sz="1400">
                          <a:ln>
                            <a:noFill/>
                          </a:ln>
                          <a:solidFill>
                            <a:schemeClr val="tx1"/>
                          </a:solidFill>
                        </a:rPr>
                        <a:t>分区表</a:t>
                      </a:r>
                      <a:endParaRPr lang="zh-CN" altLang="en-US" sz="1400">
                        <a:ln>
                          <a:noFill/>
                        </a:ln>
                        <a:solidFill>
                          <a:schemeClr val="tx1"/>
                        </a:solidFill>
                      </a:endParaRPr>
                    </a:p>
                    <a:p>
                      <a:pPr algn="ctr">
                        <a:buNone/>
                      </a:pPr>
                      <a:r>
                        <a:rPr lang="en-US" altLang="zh-CN" sz="1000">
                          <a:ln>
                            <a:noFill/>
                          </a:ln>
                          <a:solidFill>
                            <a:schemeClr val="tx1"/>
                          </a:solidFill>
                        </a:rPr>
                        <a:t>64</a:t>
                      </a:r>
                      <a:r>
                        <a:rPr lang="zh-CN" altLang="en-US" sz="1000">
                          <a:ln>
                            <a:noFill/>
                          </a:ln>
                          <a:solidFill>
                            <a:schemeClr val="tx1"/>
                          </a:solidFill>
                        </a:rPr>
                        <a:t>个字节</a:t>
                      </a:r>
                      <a:endParaRPr lang="zh-CN" altLang="en-US" sz="10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solidFill>
                  </a:tcPr>
                </a:tc>
                <a:tc>
                  <a:txBody>
                    <a:bodyPr/>
                    <a:p>
                      <a:pPr algn="ctr">
                        <a:buNone/>
                      </a:pPr>
                      <a:r>
                        <a:rPr lang="zh-CN" altLang="en-US" sz="1400">
                          <a:ln>
                            <a:noFill/>
                          </a:ln>
                          <a:solidFill>
                            <a:schemeClr val="tx1"/>
                          </a:solidFill>
                        </a:rPr>
                        <a:t>结束标记</a:t>
                      </a:r>
                      <a:endParaRPr lang="zh-CN" altLang="en-US" sz="1400">
                        <a:ln>
                          <a:noFill/>
                        </a:ln>
                        <a:solidFill>
                          <a:schemeClr val="tx1"/>
                        </a:solidFill>
                      </a:endParaRPr>
                    </a:p>
                    <a:p>
                      <a:pPr algn="ctr">
                        <a:buNone/>
                      </a:pPr>
                      <a:r>
                        <a:rPr lang="en-US" altLang="zh-CN" sz="1200">
                          <a:ln>
                            <a:noFill/>
                          </a:ln>
                          <a:solidFill>
                            <a:schemeClr val="tx1"/>
                          </a:solidFill>
                        </a:rPr>
                        <a:t>0xAA55</a:t>
                      </a:r>
                      <a:endParaRPr lang="en-US" altLang="zh-CN" sz="12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accent1"/>
                    </a:solidFill>
                  </a:tcPr>
                </a:tc>
                <a:tc>
                  <a:txBody>
                    <a:bodyPr/>
                    <a:p>
                      <a:pPr algn="ctr">
                        <a:buNone/>
                      </a:pPr>
                      <a:r>
                        <a:rPr lang="en-US" altLang="zh-CN" sz="1400">
                          <a:ln>
                            <a:noFill/>
                          </a:ln>
                          <a:solidFill>
                            <a:schemeClr val="tx1"/>
                          </a:solidFill>
                        </a:rPr>
                        <a:t>...</a:t>
                      </a:r>
                      <a:endParaRPr lang="en-US" altLang="zh-CN" sz="14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40000"/>
                        <a:lumOff val="60000"/>
                      </a:schemeClr>
                    </a:solidFill>
                  </a:tcPr>
                </a:tc>
                <a:tc>
                  <a:txBody>
                    <a:bodyPr/>
                    <a:p>
                      <a:pPr algn="ctr">
                        <a:buNone/>
                      </a:pPr>
                      <a:r>
                        <a:rPr lang="zh-CN" altLang="en-US" sz="1400">
                          <a:ln>
                            <a:noFill/>
                          </a:ln>
                          <a:solidFill>
                            <a:schemeClr val="tx1"/>
                          </a:solidFill>
                        </a:rPr>
                        <a:t>第一个分区</a:t>
                      </a:r>
                      <a:endParaRPr lang="zh-CN" altLang="en-US" sz="1400">
                        <a:ln>
                          <a:noFill/>
                        </a:ln>
                        <a:solidFill>
                          <a:schemeClr val="tx1"/>
                        </a:solidFill>
                      </a:endParaRPr>
                    </a:p>
                    <a:p>
                      <a:pPr algn="ctr">
                        <a:buNone/>
                      </a:pPr>
                      <a:r>
                        <a:rPr lang="en-US" altLang="zh-CN" sz="1400">
                          <a:ln>
                            <a:noFill/>
                          </a:ln>
                          <a:solidFill>
                            <a:schemeClr val="tx1"/>
                          </a:solidFill>
                        </a:rPr>
                        <a:t>(windows</a:t>
                      </a:r>
                      <a:r>
                        <a:rPr lang="zh-CN" altLang="en-US" sz="1400">
                          <a:ln>
                            <a:noFill/>
                          </a:ln>
                          <a:solidFill>
                            <a:schemeClr val="tx1"/>
                          </a:solidFill>
                        </a:rPr>
                        <a:t>分区</a:t>
                      </a:r>
                      <a:r>
                        <a:rPr lang="en-US" altLang="zh-CN" sz="1400">
                          <a:ln>
                            <a:noFill/>
                          </a:ln>
                          <a:solidFill>
                            <a:schemeClr val="tx1"/>
                          </a:solidFill>
                        </a:rPr>
                        <a:t>)</a:t>
                      </a:r>
                      <a:endParaRPr lang="en-US" altLang="zh-CN" sz="14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zh-CN" altLang="en-US" sz="1400">
                          <a:ln>
                            <a:noFill/>
                          </a:ln>
                          <a:solidFill>
                            <a:schemeClr val="tx1"/>
                          </a:solidFill>
                        </a:rPr>
                        <a:t>第二个分区</a:t>
                      </a:r>
                      <a:endParaRPr lang="zh-CN" altLang="en-US" sz="1400">
                        <a:ln>
                          <a:noFill/>
                        </a:ln>
                        <a:solidFill>
                          <a:schemeClr val="tx1"/>
                        </a:solidFill>
                      </a:endParaRPr>
                    </a:p>
                    <a:p>
                      <a:pPr algn="ctr">
                        <a:buNone/>
                      </a:pPr>
                      <a:r>
                        <a:rPr lang="en-US" altLang="zh-CN" sz="1400">
                          <a:ln>
                            <a:noFill/>
                          </a:ln>
                          <a:solidFill>
                            <a:schemeClr val="tx1"/>
                          </a:solidFill>
                        </a:rPr>
                        <a:t>(Linux</a:t>
                      </a:r>
                      <a:r>
                        <a:rPr lang="zh-CN" altLang="en-US" sz="1400">
                          <a:ln>
                            <a:noFill/>
                          </a:ln>
                          <a:solidFill>
                            <a:schemeClr val="tx1"/>
                          </a:solidFill>
                        </a:rPr>
                        <a:t>分区</a:t>
                      </a:r>
                      <a:r>
                        <a:rPr lang="en-US" altLang="zh-CN" sz="1400">
                          <a:ln>
                            <a:noFill/>
                          </a:ln>
                          <a:solidFill>
                            <a:schemeClr val="tx1"/>
                          </a:solidFill>
                        </a:rPr>
                        <a:t>)</a:t>
                      </a:r>
                      <a:endParaRPr lang="en-US" altLang="zh-CN" sz="14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r>
                        <a:rPr lang="en-US" altLang="zh-CN" sz="1400">
                          <a:ln>
                            <a:noFill/>
                          </a:ln>
                          <a:solidFill>
                            <a:schemeClr val="tx1"/>
                          </a:solidFill>
                        </a:rPr>
                        <a:t>......</a:t>
                      </a:r>
                      <a:endParaRPr lang="en-US" altLang="zh-CN" sz="14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81000">
                <a:tc gridSpan="3">
                  <a:txBody>
                    <a:bodyPr/>
                    <a:p>
                      <a:pPr algn="ctr">
                        <a:buNone/>
                      </a:pPr>
                      <a:r>
                        <a:rPr lang="zh-CN" altLang="en-US" sz="1600">
                          <a:ln>
                            <a:noFill/>
                          </a:ln>
                          <a:solidFill>
                            <a:schemeClr val="tx1"/>
                          </a:solidFill>
                        </a:rPr>
                        <a:t>第一个扇区（</a:t>
                      </a:r>
                      <a:r>
                        <a:rPr lang="en-US" altLang="zh-CN" sz="1600">
                          <a:ln>
                            <a:noFill/>
                          </a:ln>
                          <a:solidFill>
                            <a:schemeClr val="tx1"/>
                          </a:solidFill>
                        </a:rPr>
                        <a:t>MBR</a:t>
                      </a:r>
                      <a:r>
                        <a:rPr lang="zh-CN" altLang="en-US" sz="1600">
                          <a:ln>
                            <a:noFill/>
                          </a:ln>
                          <a:solidFill>
                            <a:schemeClr val="tx1"/>
                          </a:solidFill>
                        </a:rPr>
                        <a:t>）</a:t>
                      </a:r>
                      <a:endParaRPr lang="zh-CN" altLang="en-US" sz="16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hMerge="1">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sz="1600">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2">
                        <a:lumMod val="40000"/>
                        <a:lumOff val="60000"/>
                      </a:schemeClr>
                    </a:solidFill>
                  </a:tcPr>
                </a:tc>
                <a:tc>
                  <a:txBody>
                    <a:bodyPr/>
                    <a:p>
                      <a:pPr algn="ctr">
                        <a:buNone/>
                      </a:pPr>
                      <a:endParaRPr lang="zh-CN" altLang="en-US">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ctr">
                        <a:buNone/>
                      </a:pPr>
                      <a:endParaRPr lang="zh-CN" altLang="en-US">
                        <a:ln>
                          <a:noFill/>
                        </a:ln>
                        <a:solidFill>
                          <a:schemeClr val="tx1"/>
                        </a:solidFill>
                      </a:endParaRPr>
                    </a:p>
                  </a:txBody>
                  <a:tcPr anchor="ctr" anchorCtr="0">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341" grpId="0"/>
      <p:bldP spid="1434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文本框 143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5</a:t>
            </a:r>
            <a:endParaRPr lang="en-US" altLang="zh-CN" sz="1400" b="0">
              <a:solidFill>
                <a:schemeClr val="tx2"/>
              </a:solidFill>
              <a:latin typeface="Times New Roman" panose="02020603050405020304" charset="0"/>
              <a:ea typeface="宋体" panose="02010600030101010101" pitchFamily="2" charset="-122"/>
            </a:endParaRPr>
          </a:p>
        </p:txBody>
      </p:sp>
      <p:sp>
        <p:nvSpPr>
          <p:cNvPr id="14340" name="矩形 14339"/>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4341" name="矩形 14340"/>
          <p:cNvSpPr/>
          <p:nvPr/>
        </p:nvSpPr>
        <p:spPr>
          <a:xfrm>
            <a:off x="361950" y="585788"/>
            <a:ext cx="6376988" cy="6477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800" b="1" strike="noStrike" noProof="1" dirty="0">
                <a:solidFill>
                  <a:srgbClr val="A50021"/>
                </a:solidFill>
                <a:latin typeface="Times New Roman" panose="02020603050405020304" charset="0"/>
                <a:ea typeface="宋体" panose="02010600030101010101" pitchFamily="2" charset="-122"/>
                <a:cs typeface="+mn-ea"/>
              </a:rPr>
              <a:t>独</a:t>
            </a:r>
            <a:r>
              <a:rPr lang="zh-CN" altLang="en-US" sz="2800" b="1" strike="noStrike" noProof="1">
                <a:solidFill>
                  <a:srgbClr val="A50021"/>
                </a:solidFill>
                <a:latin typeface="Times New Roman" panose="02020603050405020304" charset="0"/>
                <a:ea typeface="宋体" panose="02010600030101010101" pitchFamily="2" charset="-122"/>
                <a:cs typeface="+mn-ea"/>
              </a:rPr>
              <a:t>立引导方式 </a:t>
            </a:r>
            <a:r>
              <a:rPr lang="zh-CN" altLang="en-US" sz="2800" b="1" strike="noStrike" noProof="1" dirty="0">
                <a:solidFill>
                  <a:srgbClr val="A50021"/>
                </a:solidFill>
                <a:latin typeface="Times New Roman" panose="02020603050405020304" charset="0"/>
                <a:ea typeface="宋体" panose="02010600030101010101" pitchFamily="2" charset="-122"/>
                <a:cs typeface="+mn-ea"/>
              </a:rPr>
              <a:t>的过程（</a:t>
            </a:r>
            <a:r>
              <a:rPr lang="en-US" altLang="zh-CN" sz="2800" b="1" strike="noStrike" noProof="1">
                <a:solidFill>
                  <a:srgbClr val="A50021"/>
                </a:solidFill>
                <a:latin typeface="Times New Roman" panose="02020603050405020304" charset="0"/>
                <a:ea typeface="宋体" panose="02010600030101010101" pitchFamily="2" charset="-122"/>
                <a:cs typeface="+mn-ea"/>
              </a:rPr>
              <a:t>x86 PC</a:t>
            </a:r>
            <a:r>
              <a:rPr lang="zh-CN" altLang="en-US" sz="2800" b="1" strike="noStrike" noProof="1" dirty="0">
                <a:solidFill>
                  <a:srgbClr val="A50021"/>
                </a:solidFill>
                <a:latin typeface="Times New Roman" panose="02020603050405020304" charset="0"/>
                <a:ea typeface="宋体" panose="02010600030101010101" pitchFamily="2" charset="-122"/>
                <a:cs typeface="+mn-ea"/>
              </a:rPr>
              <a:t>为例）</a:t>
            </a:r>
            <a:endParaRPr lang="en-US" altLang="zh-CN" sz="2800" b="1" strike="noStrike" noProof="1">
              <a:solidFill>
                <a:srgbClr val="A50021"/>
              </a:solidFill>
              <a:latin typeface="Times New Roman" panose="02020603050405020304" charset="0"/>
              <a:ea typeface="宋体" panose="02010600030101010101" pitchFamily="2" charset="-122"/>
            </a:endParaRPr>
          </a:p>
        </p:txBody>
      </p:sp>
      <p:sp>
        <p:nvSpPr>
          <p:cNvPr id="14343" name="矩形 14342"/>
          <p:cNvSpPr/>
          <p:nvPr/>
        </p:nvSpPr>
        <p:spPr>
          <a:xfrm>
            <a:off x="925830" y="1490980"/>
            <a:ext cx="6968490" cy="41744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0" lvl="0" indent="0" fontAlgn="base">
              <a:lnSpc>
                <a:spcPct val="130000"/>
              </a:lnSpc>
              <a:buNone/>
            </a:pPr>
            <a:r>
              <a:rPr lang="en-US" altLang="zh-CN" b="1"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Bootloader</a:t>
            </a:r>
            <a:r>
              <a:rPr lang="zh-CN" altLang="en-US" b="1"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endParaRPr lang="en-US" altLang="zh-CN" sz="2400" b="1" strike="noStrike" noProof="1" err="1">
              <a:solidFill>
                <a:schemeClr val="tx1"/>
              </a:solidFill>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Font typeface="Arial" panose="02080604020202020204" pitchFamily="34" charset="0"/>
              <a:buChar char="•"/>
            </a:pPr>
            <a:r>
              <a:rPr lang="en-US" altLang="zh-CN" sz="28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lilo</a:t>
            </a:r>
            <a:endParaRPr lang="en-US" altLang="zh-CN" sz="2800" strike="noStrike" noProof="1" err="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Font typeface="Arial" panose="02080604020202020204" pitchFamily="34" charset="0"/>
              <a:buChar char="•"/>
            </a:pPr>
            <a:r>
              <a:rPr lang="en-US" altLang="zh-CN" sz="28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grub</a:t>
            </a:r>
            <a:endParaRPr lang="en-US" altLang="zh-CN" sz="28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Font typeface="Arial" panose="02080604020202020204" pitchFamily="34" charset="0"/>
              <a:buChar char="•"/>
            </a:pPr>
            <a:r>
              <a:rPr lang="en-US" altLang="zh-CN" sz="28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ntldr</a:t>
            </a:r>
            <a:endParaRPr lang="en-US" altLang="zh-CN" sz="28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Font typeface="Arial" panose="02080604020202020204" pitchFamily="34" charset="0"/>
              <a:buChar char="•"/>
            </a:pPr>
            <a:r>
              <a:rPr lang="x-none" altLang="en-US" sz="28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syslinux，</a:t>
            </a:r>
            <a:r>
              <a:rPr lang="x-none" altLang="en-US" sz="2800" err="1">
                <a:solidFill>
                  <a:schemeClr val="tx1"/>
                </a:solidFill>
                <a:effectLst/>
                <a:latin typeface="Times New Roman" panose="02020603050405020304" charset="0"/>
                <a:cs typeface="+mn-ea"/>
                <a:sym typeface="Symbol" panose="05050102010706020507" pitchFamily="18" charset="2"/>
              </a:rPr>
              <a:t>extlinux</a:t>
            </a:r>
            <a:r>
              <a:rPr lang="zh-CN" altLang="x-none" sz="2800" err="1">
                <a:solidFill>
                  <a:schemeClr val="tx1"/>
                </a:solidFill>
                <a:effectLst/>
                <a:latin typeface="Times New Roman" panose="02020603050405020304" charset="0"/>
                <a:cs typeface="+mn-ea"/>
                <a:sym typeface="Symbol" panose="05050102010706020507" pitchFamily="18" charset="2"/>
              </a:rPr>
              <a:t>，</a:t>
            </a:r>
            <a:r>
              <a:rPr lang="x-none" altLang="en-US" sz="28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pxelinux，isolinux</a:t>
            </a:r>
            <a:endParaRPr lang="x-none" altLang="en-US" sz="28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Font typeface="Arial" panose="02080604020202020204" pitchFamily="34" charset="0"/>
              <a:buChar char="•"/>
            </a:pPr>
            <a:r>
              <a:rPr lang="en-US" altLang="zh-CN" sz="2800"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rPr>
              <a:t>uboot</a:t>
            </a:r>
            <a:endParaRPr lang="en-US" altLang="zh-CN" sz="2800"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4341" grpId="0"/>
      <p:bldP spid="1434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53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6</a:t>
            </a:r>
            <a:endParaRPr lang="en-US" altLang="zh-CN" sz="1400" b="0">
              <a:solidFill>
                <a:schemeClr val="tx2"/>
              </a:solidFill>
              <a:latin typeface="Times New Roman" panose="02020603050405020304" charset="0"/>
              <a:ea typeface="宋体" panose="02010600030101010101" pitchFamily="2" charset="-122"/>
            </a:endParaRPr>
          </a:p>
        </p:txBody>
      </p:sp>
      <p:sp>
        <p:nvSpPr>
          <p:cNvPr id="15364" name="矩形 15363"/>
          <p:cNvSpPr/>
          <p:nvPr/>
        </p:nvSpPr>
        <p:spPr>
          <a:xfrm>
            <a:off x="663575" y="642938"/>
            <a:ext cx="6043613" cy="64770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rPr>
              <a:t>Linux</a:t>
            </a:r>
            <a:r>
              <a:rPr lang="zh-CN" altLang="en-US" sz="2800" b="1" strike="noStrike" noProof="1">
                <a:solidFill>
                  <a:srgbClr val="A50021"/>
                </a:solidFill>
                <a:latin typeface="Times New Roman" panose="02020603050405020304" charset="0"/>
                <a:ea typeface="宋体" panose="02010600030101010101" pitchFamily="2" charset="-122"/>
                <a:cs typeface="+mn-ea"/>
              </a:rPr>
              <a:t>系</a:t>
            </a:r>
            <a:r>
              <a:rPr lang="zh-CN" altLang="en-US" sz="2800" b="1" strike="noStrike" noProof="1" dirty="0">
                <a:solidFill>
                  <a:srgbClr val="A50021"/>
                </a:solidFill>
                <a:latin typeface="Times New Roman" panose="02020603050405020304" charset="0"/>
                <a:ea typeface="宋体" panose="02010600030101010101" pitchFamily="2" charset="-122"/>
                <a:cs typeface="+mn-ea"/>
              </a:rPr>
              <a:t>统启动</a:t>
            </a:r>
            <a:endParaRPr lang="zh-CN" altLang="en-US" sz="2800" b="1" strike="noStrike" noProof="1">
              <a:solidFill>
                <a:srgbClr val="A50021"/>
              </a:solidFill>
              <a:latin typeface="Times New Roman" panose="02020603050405020304" charset="0"/>
              <a:ea typeface="宋体" panose="02010600030101010101" pitchFamily="2" charset="-122"/>
            </a:endParaRPr>
          </a:p>
        </p:txBody>
      </p:sp>
      <p:sp>
        <p:nvSpPr>
          <p:cNvPr id="15365" name="矩形 153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5366" name="矩形 15365"/>
          <p:cNvSpPr/>
          <p:nvPr/>
        </p:nvSpPr>
        <p:spPr>
          <a:xfrm>
            <a:off x="752475" y="1630680"/>
            <a:ext cx="7456805" cy="223012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x-none" altLang="en-US" sz="2400" b="1"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vmlinuz</a:t>
            </a:r>
            <a:r>
              <a:rPr lang="en-US" altLang="zh-CN" sz="2400" b="1"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自解压</a:t>
            </a:r>
            <a:r>
              <a:rPr lang="en-US" altLang="zh-CN" sz="2400" b="1"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--&gt;  </a:t>
            </a:r>
            <a:r>
              <a:rPr lang="en-US" altLang="zh-CN" sz="2400" b="1"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vmlinux</a:t>
            </a:r>
            <a:r>
              <a:rPr lang="en-US" altLang="zh-CN" sz="2400" b="1"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(arch/x86/boot/compressed/)</a:t>
            </a:r>
            <a:endParaRPr lang="en-US" altLang="zh-CN" sz="24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pP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Setup.S</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Head.S</a:t>
            </a:r>
            <a:endParaRPr lang="en-US" altLang="zh-CN" sz="2400" strike="noStrike" noProof="1" err="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pPr>
            <a:r>
              <a:rPr lang="en-US" altLang="zh-CN" sz="2400" strike="noStrike" noProof="1" err="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Start_kernel</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endParaRPr lang="x-none" altLang="en-US" sz="24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4" grpId="0"/>
      <p:bldP spid="1536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5" name="矩形 18434"/>
          <p:cNvSpPr/>
          <p:nvPr/>
        </p:nvSpPr>
        <p:spPr>
          <a:xfrm>
            <a:off x="193675" y="576580"/>
            <a:ext cx="8675370" cy="567753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altLang="en-US" sz="2400" b="1"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       </a:t>
            </a:r>
            <a:r>
              <a:rPr lang="en-US" altLang="zh-CN" sz="2400" b="1"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Start_kernel()</a:t>
            </a:r>
            <a:r>
              <a:rPr lang="zh-CN" altLang="en-US" sz="2400" b="1"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的工作</a:t>
            </a:r>
            <a:endParaRPr lang="zh-CN" altLang="en-US" sz="2400" b="1"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对与</a:t>
            </a:r>
            <a:r>
              <a:rPr lang="en-US" altLang="zh-CN"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CPU</a:t>
            </a: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、内存等最基本硬件相关部分进行初始化；</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对中断向量表进行初始化；</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为进程调度程序作准备；</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设置基准时钟；</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内核的内存分配；</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对文件系统进行初始化；</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pP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建立</a:t>
            </a:r>
            <a:r>
              <a:rPr lang="en-US" altLang="zh-CN" sz="2000" b="1" strike="noStrike" noProof="1">
                <a:solidFill>
                  <a:srgbClr val="FF0000"/>
                </a:solidFill>
                <a:effectLst/>
                <a:latin typeface="Times New Roman" panose="02020603050405020304" charset="0"/>
                <a:ea typeface="宋体" panose="02010600030101010101" pitchFamily="2" charset="-122"/>
                <a:cs typeface="+mn-cs"/>
                <a:sym typeface="Symbol" panose="05050102010706020507" pitchFamily="18" charset="2"/>
              </a:rPr>
              <a:t>init</a:t>
            </a: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进程。</a:t>
            </a:r>
            <a:r>
              <a:rPr lang="en-US" altLang="zh-CN"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(root</a:t>
            </a:r>
            <a:r>
              <a:rPr lang="zh-CN" altLang="en-US"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，启动后台服务</a:t>
            </a:r>
            <a:r>
              <a:rPr lang="en-US" altLang="zh-CN" sz="20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a:t>
            </a:r>
            <a:endParaRPr lang="zh-CN" altLang="en-US" sz="20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buNone/>
            </a:pPr>
            <a:r>
              <a:rPr lang="en-US" altLang="zh-CN"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init</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进程对每一个联机终端建立“</a:t>
            </a:r>
            <a:r>
              <a:rPr lang="en-US" altLang="zh-CN"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getty”</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进程，</a:t>
            </a:r>
            <a:r>
              <a:rPr lang="en-US" altLang="zh-CN"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getty</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在终端上显示“</a:t>
            </a:r>
            <a:r>
              <a:rPr lang="en-US" altLang="zh-CN"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login</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a:t>
            </a:r>
            <a:r>
              <a:rPr lang="en-US" altLang="zh-CN"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a:t>
            </a:r>
            <a:r>
              <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，等待用户登录。</a:t>
            </a:r>
            <a:endParaRPr lang="zh-CN" altLang="en-US" sz="2400" b="1" strike="noStrike" noProof="1">
              <a:solidFill>
                <a:schemeClr val="tx1"/>
              </a:solidFill>
              <a:effectLst/>
              <a:latin typeface="Times New Roman" panose="02020603050405020304" charset="0"/>
              <a:ea typeface="宋体" panose="02010600030101010101" pitchFamily="2" charset="-122"/>
              <a:cs typeface="+mn-cs"/>
              <a:sym typeface="Symbol" panose="05050102010706020507" pitchFamily="18" charset="2"/>
            </a:endParaRPr>
          </a:p>
          <a:p>
            <a:pPr marL="914400" lvl="1" indent="-457200" fontAlgn="base">
              <a:lnSpc>
                <a:spcPct val="130000"/>
              </a:lnSpc>
              <a:buNone/>
            </a:pPr>
            <a:r>
              <a:rPr lang="zh-CN" altLang="en-US" sz="24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输入用户名和密码，验证密码正确，开始使用操作系统。</a:t>
            </a:r>
            <a:endParaRPr lang="zh-CN" altLang="en-US" sz="2400" b="1"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sp>
        <p:nvSpPr>
          <p:cNvPr id="18436" name="矩形 1843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53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6</a:t>
            </a:r>
            <a:endParaRPr lang="en-US" altLang="zh-CN" sz="1400" b="0">
              <a:solidFill>
                <a:schemeClr val="tx2"/>
              </a:solidFill>
              <a:latin typeface="Times New Roman" panose="02020603050405020304" charset="0"/>
              <a:ea typeface="宋体" panose="02010600030101010101" pitchFamily="2" charset="-122"/>
            </a:endParaRPr>
          </a:p>
        </p:txBody>
      </p:sp>
      <p:sp>
        <p:nvSpPr>
          <p:cNvPr id="15364" name="矩形 15363"/>
          <p:cNvSpPr/>
          <p:nvPr/>
        </p:nvSpPr>
        <p:spPr>
          <a:xfrm>
            <a:off x="461645" y="706438"/>
            <a:ext cx="6043613" cy="6508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sz="2800" b="1" strike="noStrike" noProof="1">
                <a:solidFill>
                  <a:srgbClr val="A50021"/>
                </a:solidFill>
                <a:latin typeface="Times New Roman" panose="02020603050405020304" charset="0"/>
                <a:ea typeface="宋体" panose="02010600030101010101" pitchFamily="2" charset="-122"/>
                <a:cs typeface="+mn-ea"/>
              </a:rPr>
              <a:t>3. 系统使用（Linux，命令行）</a:t>
            </a:r>
            <a:endParaRPr lang="x-none" sz="2800" b="1" strike="noStrike" noProof="1">
              <a:solidFill>
                <a:srgbClr val="A50021"/>
              </a:solidFill>
              <a:latin typeface="Times New Roman" panose="02020603050405020304" charset="0"/>
              <a:ea typeface="宋体" panose="02010600030101010101" pitchFamily="2" charset="-122"/>
            </a:endParaRPr>
          </a:p>
        </p:txBody>
      </p:sp>
      <p:sp>
        <p:nvSpPr>
          <p:cNvPr id="15365" name="矩形 153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8435" name="矩形 18434"/>
          <p:cNvSpPr/>
          <p:nvPr/>
        </p:nvSpPr>
        <p:spPr>
          <a:xfrm>
            <a:off x="908050" y="1453515"/>
            <a:ext cx="7099300" cy="33743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lvl="0" fontAlgn="base">
              <a:lnSpc>
                <a:spcPct val="130000"/>
              </a:lnSpc>
              <a:buFont typeface="Arial" panose="02080604020202020204" pitchFamily="34" charset="0"/>
              <a:buChar char="•"/>
            </a:pPr>
            <a:r>
              <a:rPr lang="x-none" altLang="zh-CN" sz="24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rPr>
              <a:t>进程管理</a:t>
            </a:r>
            <a:endParaRPr lang="x-none" altLang="zh-CN" sz="2400" strike="noStrike" noProof="1">
              <a:solidFill>
                <a:schemeClr val="tx1"/>
              </a:solidFill>
              <a:latin typeface="Times New Roman" panose="02020603050405020304" charset="0"/>
              <a:ea typeface="宋体" panose="02010600030101010101" pitchFamily="2" charset="-122"/>
              <a:cs typeface="+mn-ea"/>
              <a:sym typeface="Symbol" panose="05050102010706020507" pitchFamily="18" charset="2"/>
            </a:endParaRPr>
          </a:p>
          <a:p>
            <a:pPr lvl="0" fontAlgn="base">
              <a:lnSpc>
                <a:spcPct val="130000"/>
              </a:lnSpc>
              <a:buFont typeface="Arial" panose="02080604020202020204" pitchFamily="34" charset="0"/>
              <a:buChar char="•"/>
            </a:pPr>
            <a:r>
              <a:rPr lang="x-none" altLang="zh-CN" sz="24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内存管理</a:t>
            </a:r>
            <a:endParaRPr lang="x-none" altLang="zh-CN" sz="2400"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lvl="0" fontAlgn="base">
              <a:lnSpc>
                <a:spcPct val="130000"/>
              </a:lnSpc>
              <a:buFont typeface="Arial" panose="02080604020202020204" pitchFamily="34" charset="0"/>
              <a:buChar char="•"/>
            </a:pPr>
            <a:r>
              <a:rPr lang="x-none" altLang="zh-CN" sz="24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设备管理</a:t>
            </a:r>
            <a:endParaRPr lang="x-none" altLang="zh-CN" sz="2400"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lvl="1" fontAlgn="base">
              <a:lnSpc>
                <a:spcPct val="130000"/>
              </a:lnSpc>
              <a:buFont typeface="Arial" panose="02080604020202020204" pitchFamily="34" charset="0"/>
              <a:buChar char="•"/>
            </a:pPr>
            <a:r>
              <a:rPr lang="x-none" altLang="zh-CN"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字符设备，块设备，网络设备</a:t>
            </a:r>
            <a:endParaRPr lang="x-none" altLang="zh-CN"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lvl="1" fontAlgn="base">
              <a:lnSpc>
                <a:spcPct val="130000"/>
              </a:lnSpc>
              <a:buFont typeface="Arial" panose="02080604020202020204" pitchFamily="34" charset="0"/>
              <a:buChar char="•"/>
            </a:pPr>
            <a:r>
              <a:rPr lang="x-none" altLang="zh-CN"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存储设备，</a:t>
            </a:r>
            <a:r>
              <a:rPr lang="zh-CN" altLang="x-none"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网卡，</a:t>
            </a:r>
            <a:r>
              <a:rPr lang="x-none" altLang="zh-CN"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输入设备，</a:t>
            </a:r>
            <a:r>
              <a:rPr lang="x-none" altLang="zh-CN" sz="2100">
                <a:solidFill>
                  <a:schemeClr val="tx1"/>
                </a:solidFill>
                <a:latin typeface="Times New Roman" panose="02020603050405020304" charset="0"/>
                <a:ea typeface="宋体" panose="02010600030101010101" pitchFamily="2" charset="-122"/>
                <a:sym typeface="Symbol" panose="05050102010706020507" pitchFamily="18" charset="2"/>
              </a:rPr>
              <a:t>声卡，显卡，</a:t>
            </a:r>
            <a:r>
              <a:rPr lang="x-none" altLang="zh-CN"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a:t>
            </a:r>
            <a:endParaRPr lang="x-none" altLang="zh-CN" sz="2100"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lvl="0" fontAlgn="base">
              <a:lnSpc>
                <a:spcPct val="130000"/>
              </a:lnSpc>
              <a:buFont typeface="Arial" panose="02080604020202020204" pitchFamily="34" charset="0"/>
              <a:buChar char="•"/>
            </a:pPr>
            <a:r>
              <a:rPr lang="x-none" altLang="zh-CN" sz="2400" b="1" strike="noStrike" noProof="1">
                <a:solidFill>
                  <a:srgbClr val="FF0000"/>
                </a:solidFill>
                <a:effectLst/>
                <a:latin typeface="Times New Roman" panose="02020603050405020304" charset="0"/>
                <a:ea typeface="宋体" panose="02010600030101010101" pitchFamily="2" charset="-122"/>
                <a:sym typeface="Symbol" panose="05050102010706020507" pitchFamily="18" charset="2"/>
              </a:rPr>
              <a:t>文件系统</a:t>
            </a:r>
            <a:endParaRPr lang="x-none" altLang="zh-CN" sz="2400" b="1" strike="noStrike" noProof="1">
              <a:solidFill>
                <a:srgbClr val="FF0000"/>
              </a:solidFill>
              <a:effectLst/>
              <a:latin typeface="Times New Roman" panose="02020603050405020304" charset="0"/>
              <a:ea typeface="宋体" panose="02010600030101010101" pitchFamily="2" charset="-122"/>
              <a:sym typeface="Symbol" panose="05050102010706020507" pitchFamily="18" charset="2"/>
            </a:endParaRPr>
          </a:p>
        </p:txBody>
      </p:sp>
      <p:sp>
        <p:nvSpPr>
          <p:cNvPr id="2" name="文本框 1"/>
          <p:cNvSpPr txBox="1"/>
          <p:nvPr/>
        </p:nvSpPr>
        <p:spPr>
          <a:xfrm>
            <a:off x="1164590" y="5125085"/>
            <a:ext cx="6894195" cy="518160"/>
          </a:xfrm>
          <a:prstGeom prst="rect">
            <a:avLst/>
          </a:prstGeom>
          <a:noFill/>
        </p:spPr>
        <p:txBody>
          <a:bodyPr wrap="square" rtlCol="0" anchor="t">
            <a:spAutoFit/>
          </a:bodyPr>
          <a:p>
            <a:r>
              <a:rPr lang="x-none" altLang="zh-CN" sz="2800">
                <a:solidFill>
                  <a:schemeClr val="tx1"/>
                </a:solidFill>
                <a:latin typeface="Times New Roman" panose="02020603050405020304" charset="0"/>
                <a:sym typeface="Symbol" panose="05050102010706020507" pitchFamily="18" charset="2"/>
              </a:rPr>
              <a:t>UNIX/Linux的设计思想：</a:t>
            </a:r>
            <a:r>
              <a:rPr lang="x-none" altLang="zh-CN" sz="2800">
                <a:solidFill>
                  <a:srgbClr val="FF0000"/>
                </a:solidFill>
                <a:latin typeface="Times New Roman" panose="02020603050405020304" charset="0"/>
                <a:sym typeface="Symbol" panose="05050102010706020507" pitchFamily="18" charset="2"/>
              </a:rPr>
              <a:t>一切皆是文件</a:t>
            </a:r>
            <a:endParaRPr lang="x-none" altLang="zh-CN" sz="2800">
              <a:solidFill>
                <a:srgbClr val="FF0000"/>
              </a:solidFill>
              <a:latin typeface="Times New Roman" panose="02020603050405020304" charset="0"/>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4" name="矩形 15363"/>
          <p:cNvSpPr/>
          <p:nvPr/>
        </p:nvSpPr>
        <p:spPr>
          <a:xfrm>
            <a:off x="461645" y="557848"/>
            <a:ext cx="6043613" cy="64579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sz="2800" b="1" strike="noStrike" noProof="1">
                <a:solidFill>
                  <a:srgbClr val="A50021"/>
                </a:solidFill>
                <a:latin typeface="Times New Roman" panose="02020603050405020304" charset="0"/>
                <a:ea typeface="宋体" panose="02010600030101010101" pitchFamily="2" charset="-122"/>
                <a:cs typeface="+mn-ea"/>
              </a:rPr>
              <a:t>文件系统的常用命令：</a:t>
            </a:r>
            <a:endParaRPr lang="x-none" sz="2800" b="1" strike="noStrike" noProof="1">
              <a:solidFill>
                <a:srgbClr val="A50021"/>
              </a:solidFill>
              <a:latin typeface="Times New Roman" panose="02020603050405020304" charset="0"/>
              <a:ea typeface="宋体" panose="02010600030101010101" pitchFamily="2" charset="-122"/>
            </a:endParaRPr>
          </a:p>
        </p:txBody>
      </p:sp>
      <p:sp>
        <p:nvSpPr>
          <p:cNvPr id="15365" name="矩形 153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8435" name="矩形 18434"/>
          <p:cNvSpPr/>
          <p:nvPr/>
        </p:nvSpPr>
        <p:spPr>
          <a:xfrm>
            <a:off x="599440" y="1338580"/>
            <a:ext cx="7760970" cy="411035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1</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磁盘</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设备（块设备，文件系统）</a:t>
            </a:r>
            <a:endPar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、直接读写磁盘设备</a:t>
            </a:r>
            <a:endPar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b</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、如何访问</a:t>
            </a:r>
            <a:r>
              <a:rPr lang="zh-CN" altLang="en-US" sz="2400">
                <a:solidFill>
                  <a:schemeClr val="tx1"/>
                </a:solidFill>
                <a:effectLst/>
                <a:latin typeface="Times New Roman" panose="02020603050405020304" charset="0"/>
                <a:cs typeface="+mn-ea"/>
                <a:sym typeface="Symbol" panose="05050102010706020507" pitchFamily="18" charset="2"/>
              </a:rPr>
              <a:t>磁盘设备</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中的正常文件</a:t>
            </a:r>
            <a:endPar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Symbol" panose="05050102010706020507" pitchFamily="18" charset="2"/>
              </a:rPr>
              <a:t>	c</a:t>
            </a:r>
            <a:r>
              <a:rPr lang="zh-CN" altLang="en-US" sz="2400">
                <a:solidFill>
                  <a:schemeClr val="tx1"/>
                </a:solidFill>
                <a:effectLst/>
                <a:latin typeface="Times New Roman" panose="02020603050405020304" charset="0"/>
                <a:cs typeface="+mn-ea"/>
                <a:sym typeface="Symbol" panose="05050102010706020507" pitchFamily="18" charset="2"/>
              </a:rPr>
              <a:t>、格式化磁盘设备文件 </a:t>
            </a:r>
            <a:r>
              <a:rPr lang="en-US" altLang="zh-CN" sz="2400">
                <a:solidFill>
                  <a:schemeClr val="tx1"/>
                </a:solidFill>
                <a:effectLst/>
                <a:latin typeface="Times New Roman" panose="02020603050405020304" charset="0"/>
                <a:cs typeface="+mn-ea"/>
                <a:sym typeface="Symbol" panose="05050102010706020507" pitchFamily="18" charset="2"/>
              </a:rPr>
              <a:t>--&gt; </a:t>
            </a:r>
            <a:r>
              <a:rPr lang="zh-CN" altLang="en-US" sz="2400">
                <a:solidFill>
                  <a:schemeClr val="tx1"/>
                </a:solidFill>
                <a:effectLst/>
                <a:latin typeface="Times New Roman" panose="02020603050405020304" charset="0"/>
                <a:cs typeface="+mn-ea"/>
                <a:sym typeface="Symbol" panose="05050102010706020507" pitchFamily="18" charset="2"/>
              </a:rPr>
              <a:t>文件系统</a:t>
            </a:r>
            <a:endPar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Symbol" panose="05050102010706020507" pitchFamily="18" charset="2"/>
              </a:rPr>
              <a:t>	</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zh-CN" sz="2400">
                <a:solidFill>
                  <a:schemeClr val="tx1"/>
                </a:solidFill>
                <a:effectLst/>
                <a:latin typeface="Times New Roman" panose="02020603050405020304" charset="0"/>
                <a:cs typeface="+mn-ea"/>
                <a:sym typeface="Symbol" panose="05050102010706020507" pitchFamily="18" charset="2"/>
              </a:rPr>
              <a:t>dd     mount    umount    mkfs.*    df </a:t>
            </a:r>
            <a:r>
              <a:rPr lang="zh-CN" altLang="en-US" sz="2400">
                <a:solidFill>
                  <a:schemeClr val="tx1"/>
                </a:solidFill>
                <a:effectLst/>
                <a:latin typeface="Times New Roman" panose="02020603050405020304" charset="0"/>
                <a:cs typeface="+mn-ea"/>
                <a:sym typeface="Symbol" panose="05050102010706020507" pitchFamily="18" charset="2"/>
              </a:rPr>
              <a:t>）</a:t>
            </a:r>
            <a:endParaRPr lang="zh-CN" altLang="en-US"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endParaRPr lang="en-US" altLang="zh-CN"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Symbol" panose="05050102010706020507" pitchFamily="18" charset="2"/>
              </a:rPr>
              <a:t>2</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zh-CN" sz="2400">
                <a:solidFill>
                  <a:schemeClr val="tx1"/>
                </a:solidFill>
                <a:effectLst/>
                <a:latin typeface="Times New Roman" panose="02020603050405020304" charset="0"/>
                <a:cs typeface="+mn-ea"/>
                <a:sym typeface="Symbol" panose="05050102010706020507" pitchFamily="18" charset="2"/>
              </a:rPr>
              <a:t>	</a:t>
            </a:r>
            <a:r>
              <a:rPr lang="zh-CN" altLang="en-US" sz="2400">
                <a:solidFill>
                  <a:schemeClr val="tx1"/>
                </a:solidFill>
                <a:effectLst/>
                <a:latin typeface="Times New Roman" panose="02020603050405020304" charset="0"/>
                <a:cs typeface="+mn-ea"/>
                <a:sym typeface="Symbol" panose="05050102010706020507" pitchFamily="18" charset="2"/>
              </a:rPr>
              <a:t>根目录</a:t>
            </a:r>
            <a:r>
              <a:rPr lang="x-none" altLang="zh-CN" sz="2400">
                <a:solidFill>
                  <a:schemeClr val="tx1"/>
                </a:solidFill>
                <a:effectLst/>
                <a:latin typeface="Times New Roman" panose="02020603050405020304" charset="0"/>
                <a:cs typeface="+mn-ea"/>
                <a:sym typeface="Symbol" panose="05050102010706020507" pitchFamily="18" charset="2"/>
              </a:rPr>
              <a:t>，常用目录</a:t>
            </a:r>
            <a:endPar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53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6</a:t>
            </a:r>
            <a:endParaRPr lang="en-US" altLang="zh-CN" sz="1400" b="0">
              <a:solidFill>
                <a:schemeClr val="tx2"/>
              </a:solidFill>
              <a:latin typeface="Times New Roman" panose="02020603050405020304" charset="0"/>
              <a:ea typeface="宋体" panose="02010600030101010101" pitchFamily="2" charset="-122"/>
            </a:endParaRPr>
          </a:p>
        </p:txBody>
      </p:sp>
      <p:sp>
        <p:nvSpPr>
          <p:cNvPr id="15364" name="矩形 15363"/>
          <p:cNvSpPr/>
          <p:nvPr/>
        </p:nvSpPr>
        <p:spPr>
          <a:xfrm>
            <a:off x="461645" y="557848"/>
            <a:ext cx="6043613" cy="6508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sz="2800" b="1" strike="noStrike" noProof="1">
                <a:solidFill>
                  <a:srgbClr val="A50021"/>
                </a:solidFill>
                <a:latin typeface="Times New Roman" panose="02020603050405020304" charset="0"/>
                <a:ea typeface="宋体" panose="02010600030101010101" pitchFamily="2" charset="-122"/>
                <a:cs typeface="+mn-ea"/>
              </a:rPr>
              <a:t>文件</a:t>
            </a:r>
            <a:r>
              <a:rPr lang="zh-CN" altLang="x-none" sz="2800" b="1" strike="noStrike" noProof="1">
                <a:solidFill>
                  <a:srgbClr val="A50021"/>
                </a:solidFill>
                <a:latin typeface="Times New Roman" panose="02020603050405020304" charset="0"/>
                <a:ea typeface="宋体" panose="02010600030101010101" pitchFamily="2" charset="-122"/>
                <a:cs typeface="+mn-ea"/>
              </a:rPr>
              <a:t>和目录的常用操作</a:t>
            </a:r>
            <a:r>
              <a:rPr lang="x-none" sz="2800" b="1" strike="noStrike" noProof="1">
                <a:solidFill>
                  <a:srgbClr val="A50021"/>
                </a:solidFill>
                <a:latin typeface="Times New Roman" panose="02020603050405020304" charset="0"/>
                <a:ea typeface="宋体" panose="02010600030101010101" pitchFamily="2" charset="-122"/>
                <a:cs typeface="+mn-ea"/>
              </a:rPr>
              <a:t>命令：</a:t>
            </a:r>
            <a:endParaRPr lang="x-none" sz="2800" b="1" strike="noStrike" noProof="1">
              <a:solidFill>
                <a:srgbClr val="A50021"/>
              </a:solidFill>
              <a:latin typeface="Times New Roman" panose="02020603050405020304" charset="0"/>
              <a:ea typeface="宋体" panose="02010600030101010101" pitchFamily="2" charset="-122"/>
            </a:endParaRPr>
          </a:p>
        </p:txBody>
      </p:sp>
      <p:sp>
        <p:nvSpPr>
          <p:cNvPr id="15365" name="矩形 153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8435" name="矩形 18434"/>
          <p:cNvSpPr/>
          <p:nvPr/>
        </p:nvSpPr>
        <p:spPr>
          <a:xfrm>
            <a:off x="381635" y="1231265"/>
            <a:ext cx="8300085" cy="470027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x-none" sz="2400">
                <a:solidFill>
                  <a:schemeClr val="tx1"/>
                </a:solidFill>
                <a:effectLst/>
                <a:latin typeface="Times New Roman" panose="02020603050405020304" charset="0"/>
                <a:cs typeface="+mn-ea"/>
                <a:sym typeface="Symbol" panose="05050102010706020507" pitchFamily="18" charset="2"/>
              </a:rPr>
              <a:t>创建：</a:t>
            </a:r>
            <a:r>
              <a:rPr lang="en-US"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mkdir</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touch</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en-US" sz="2400">
                <a:solidFill>
                  <a:schemeClr val="tx1"/>
                </a:solidFill>
                <a:effectLst/>
                <a:latin typeface="Times New Roman" panose="02020603050405020304" charset="0"/>
                <a:cs typeface="+mn-ea"/>
                <a:sym typeface="Symbol" panose="05050102010706020507" pitchFamily="18" charset="2"/>
              </a:rPr>
              <a:t>......</a:t>
            </a:r>
            <a:endPar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Symbol" panose="05050102010706020507" pitchFamily="18" charset="2"/>
              </a:rPr>
              <a:t>	</a:t>
            </a:r>
            <a:r>
              <a:rPr lang="zh-CN" altLang="en-US" sz="2400">
                <a:solidFill>
                  <a:schemeClr val="tx1"/>
                </a:solidFill>
                <a:effectLst/>
                <a:latin typeface="Times New Roman" panose="02020603050405020304" charset="0"/>
                <a:cs typeface="+mn-ea"/>
                <a:sym typeface="Symbol" panose="05050102010706020507" pitchFamily="18" charset="2"/>
              </a:rPr>
              <a:t>查看：</a:t>
            </a:r>
            <a:r>
              <a:rPr lang="en-US" altLang="zh-CN" sz="2400">
                <a:solidFill>
                  <a:schemeClr val="tx1"/>
                </a:solidFill>
                <a:effectLst/>
                <a:latin typeface="Times New Roman" panose="02020603050405020304" charset="0"/>
                <a:cs typeface="+mn-ea"/>
                <a:sym typeface="Symbol" panose="05050102010706020507" pitchFamily="18" charset="2"/>
              </a:rPr>
              <a:t>cd</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zh-CN" sz="2400">
                <a:solidFill>
                  <a:schemeClr val="tx1"/>
                </a:solidFill>
                <a:effectLst/>
                <a:latin typeface="Times New Roman" panose="02020603050405020304" charset="0"/>
                <a:cs typeface="+mn-ea"/>
                <a:sym typeface="Symbol" panose="05050102010706020507" pitchFamily="18" charset="2"/>
              </a:rPr>
              <a:t>pwd</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zh-CN" sz="2400">
                <a:solidFill>
                  <a:schemeClr val="tx1"/>
                </a:solidFill>
                <a:effectLst/>
                <a:latin typeface="Times New Roman" panose="02020603050405020304" charset="0"/>
                <a:cs typeface="+mn-ea"/>
                <a:sym typeface="Symbol" panose="05050102010706020507" pitchFamily="18" charset="2"/>
              </a:rPr>
              <a:t>du</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zh-CN" sz="2400">
                <a:solidFill>
                  <a:srgbClr val="FF0000"/>
                </a:solidFill>
                <a:effectLst/>
                <a:latin typeface="Times New Roman" panose="02020603050405020304" charset="0"/>
                <a:cs typeface="+mn-ea"/>
                <a:sym typeface="Symbol" panose="05050102010706020507" pitchFamily="18" charset="2"/>
              </a:rPr>
              <a:t>ls</a:t>
            </a:r>
            <a:endParaRPr lang="zh-CN" altLang="en-US"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Symbol" panose="05050102010706020507" pitchFamily="18" charset="2"/>
              </a:rPr>
              <a:t>	</a:t>
            </a:r>
            <a:r>
              <a:rPr lang="zh-CN" altLang="en-US" sz="2400">
                <a:solidFill>
                  <a:schemeClr val="tx1"/>
                </a:solidFill>
                <a:effectLst/>
                <a:latin typeface="Times New Roman" panose="02020603050405020304" charset="0"/>
                <a:cs typeface="+mn-ea"/>
                <a:sym typeface="Symbol" panose="05050102010706020507" pitchFamily="18" charset="2"/>
              </a:rPr>
              <a:t>拷贝</a:t>
            </a:r>
            <a:r>
              <a:rPr lang="en-US" altLang="zh-CN" sz="2400">
                <a:solidFill>
                  <a:schemeClr val="tx1"/>
                </a:solidFill>
                <a:effectLst/>
                <a:latin typeface="Times New Roman" panose="02020603050405020304" charset="0"/>
                <a:cs typeface="+mn-ea"/>
                <a:sym typeface="Symbol" panose="05050102010706020507" pitchFamily="18" charset="2"/>
              </a:rPr>
              <a:t>/</a:t>
            </a:r>
            <a:r>
              <a:rPr lang="zh-CN" altLang="en-US" sz="2400">
                <a:solidFill>
                  <a:schemeClr val="tx1"/>
                </a:solidFill>
                <a:effectLst/>
                <a:latin typeface="Times New Roman" panose="02020603050405020304" charset="0"/>
                <a:cs typeface="+mn-ea"/>
                <a:sym typeface="Symbol" panose="05050102010706020507" pitchFamily="18" charset="2"/>
              </a:rPr>
              <a:t>移动：</a:t>
            </a:r>
            <a:r>
              <a:rPr lang="en-US" altLang="zh-CN" sz="2400">
                <a:solidFill>
                  <a:srgbClr val="FF0000"/>
                </a:solidFill>
                <a:effectLst/>
                <a:latin typeface="Times New Roman" panose="02020603050405020304" charset="0"/>
                <a:cs typeface="+mn-ea"/>
                <a:sym typeface="Symbol" panose="05050102010706020507" pitchFamily="18" charset="2"/>
              </a:rPr>
              <a:t>cp</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zh-CN" sz="2400">
                <a:solidFill>
                  <a:schemeClr val="tx1"/>
                </a:solidFill>
                <a:effectLst/>
                <a:latin typeface="Times New Roman" panose="02020603050405020304" charset="0"/>
                <a:cs typeface="+mn-ea"/>
                <a:sym typeface="Symbol" panose="05050102010706020507" pitchFamily="18" charset="2"/>
              </a:rPr>
              <a:t>mv</a:t>
            </a:r>
            <a:endParaRPr lang="en-US" altLang="zh-CN"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r>
              <a:rPr lang="en-US"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删除：</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rm</a:t>
            </a:r>
            <a:endPar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权限修改：</a:t>
            </a:r>
            <a:r>
              <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chmod</a:t>
            </a:r>
            <a:r>
              <a:rPr lang="zh-CN"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chown</a:t>
            </a:r>
            <a:endPar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zh-CN" sz="2400">
                <a:solidFill>
                  <a:schemeClr val="tx1"/>
                </a:solidFill>
                <a:effectLst/>
                <a:latin typeface="Times New Roman" panose="02020603050405020304" charset="0"/>
                <a:cs typeface="+mn-ea"/>
                <a:sym typeface="Symbol" panose="05050102010706020507" pitchFamily="18" charset="2"/>
              </a:rPr>
              <a:t>	</a:t>
            </a:r>
            <a:r>
              <a:rPr lang="zh-CN" altLang="en-US" sz="2400">
                <a:solidFill>
                  <a:schemeClr val="tx1"/>
                </a:solidFill>
                <a:effectLst/>
                <a:latin typeface="Times New Roman" panose="02020603050405020304" charset="0"/>
                <a:cs typeface="+mn-ea"/>
                <a:sym typeface="Symbol" panose="05050102010706020507" pitchFamily="18" charset="2"/>
              </a:rPr>
              <a:t>文件</a:t>
            </a:r>
            <a:r>
              <a:rPr lang="zh-CN" altLang="x-none" sz="2400">
                <a:solidFill>
                  <a:schemeClr val="tx1"/>
                </a:solidFill>
                <a:effectLst/>
                <a:latin typeface="Times New Roman" panose="02020603050405020304" charset="0"/>
                <a:cs typeface="+mn-ea"/>
                <a:sym typeface="Symbol" panose="05050102010706020507" pitchFamily="18" charset="2"/>
              </a:rPr>
              <a:t>读写：</a:t>
            </a:r>
            <a:r>
              <a:rPr lang="zh-CN" altLang="en-US" sz="2400">
                <a:solidFill>
                  <a:schemeClr val="tx1"/>
                </a:solidFill>
                <a:effectLst/>
                <a:latin typeface="Times New Roman" panose="02020603050405020304" charset="0"/>
                <a:cs typeface="+mn-ea"/>
                <a:sym typeface="Symbol" panose="05050102010706020507" pitchFamily="18" charset="2"/>
              </a:rPr>
              <a:t>编辑器</a:t>
            </a:r>
            <a:r>
              <a:rPr lang="en-US" altLang="zh-CN" sz="2400">
                <a:solidFill>
                  <a:schemeClr val="tx1"/>
                </a:solidFill>
                <a:effectLst/>
                <a:latin typeface="Times New Roman" panose="02020603050405020304" charset="0"/>
                <a:cs typeface="+mn-ea"/>
                <a:sym typeface="Symbol" panose="05050102010706020507" pitchFamily="18" charset="2"/>
              </a:rPr>
              <a:t>(vi, gedit, geany, ......)</a:t>
            </a:r>
            <a:endParaRPr lang="zh-CN" altLang="en-US"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r>
              <a:rPr lang="en-US" altLang="zh-CN" sz="24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	</a:t>
            </a:r>
            <a:r>
              <a:rPr lang="zh-CN" altLang="en-US" sz="24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打包文件：</a:t>
            </a:r>
            <a:r>
              <a:rPr lang="en-US" altLang="zh-CN" sz="2400" strike="noStrike" noProof="1">
                <a:solidFill>
                  <a:srgbClr val="FF0000"/>
                </a:solidFill>
                <a:effectLst/>
                <a:latin typeface="Times New Roman" panose="02020603050405020304" charset="0"/>
                <a:ea typeface="宋体" panose="02010600030101010101" pitchFamily="2" charset="-122"/>
                <a:sym typeface="Symbol" panose="05050102010706020507" pitchFamily="18" charset="2"/>
              </a:rPr>
              <a:t>tar</a:t>
            </a:r>
            <a:endParaRPr lang="en-US" altLang="zh-CN" sz="2400" strike="noStrike" noProof="1">
              <a:solidFill>
                <a:srgbClr val="FF0000"/>
              </a:solidFill>
              <a:effectLst/>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None/>
            </a:pPr>
            <a:r>
              <a:rPr lang="en-US" altLang="x-none" sz="2400">
                <a:solidFill>
                  <a:schemeClr val="tx1"/>
                </a:solidFill>
                <a:effectLst/>
                <a:latin typeface="Times New Roman" panose="02020603050405020304" charset="0"/>
                <a:sym typeface="Symbol" panose="05050102010706020507" pitchFamily="18" charset="2"/>
              </a:rPr>
              <a:t>	</a:t>
            </a:r>
            <a:r>
              <a:rPr lang="zh-CN" altLang="en-US" sz="2400">
                <a:solidFill>
                  <a:schemeClr val="tx1"/>
                </a:solidFill>
                <a:effectLst/>
                <a:latin typeface="Times New Roman" panose="02020603050405020304" charset="0"/>
                <a:sym typeface="Symbol" panose="05050102010706020507" pitchFamily="18" charset="2"/>
              </a:rPr>
              <a:t>查找文件：</a:t>
            </a:r>
            <a:r>
              <a:rPr lang="en-US" altLang="zh-CN" sz="2400">
                <a:solidFill>
                  <a:srgbClr val="FF0000"/>
                </a:solidFill>
                <a:effectLst/>
                <a:latin typeface="Times New Roman" panose="02020603050405020304" charset="0"/>
                <a:sym typeface="Symbol" panose="05050102010706020507" pitchFamily="18" charset="2"/>
              </a:rPr>
              <a:t>find</a:t>
            </a:r>
            <a:r>
              <a:rPr lang="zh-CN" altLang="en-US" sz="2400">
                <a:solidFill>
                  <a:srgbClr val="FF0000"/>
                </a:solidFill>
                <a:effectLst/>
                <a:latin typeface="Times New Roman" panose="02020603050405020304" charset="0"/>
                <a:sym typeface="Symbol" panose="05050102010706020507" pitchFamily="18" charset="2"/>
              </a:rPr>
              <a:t>，</a:t>
            </a:r>
            <a:r>
              <a:rPr lang="en-US" altLang="zh-CN" sz="2400">
                <a:solidFill>
                  <a:srgbClr val="FF0000"/>
                </a:solidFill>
                <a:effectLst/>
                <a:latin typeface="Times New Roman" panose="02020603050405020304" charset="0"/>
                <a:sym typeface="Symbol" panose="05050102010706020507" pitchFamily="18" charset="2"/>
              </a:rPr>
              <a:t>grep</a:t>
            </a:r>
            <a:endParaRPr lang="en-US" altLang="zh-CN" sz="2400" strike="noStrike" noProof="1">
              <a:solidFill>
                <a:srgbClr val="FF0000"/>
              </a:solidFill>
              <a:effectLst/>
              <a:latin typeface="Times New Roman" panose="02020603050405020304" charset="0"/>
              <a:ea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53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6</a:t>
            </a:r>
            <a:endParaRPr lang="en-US" altLang="zh-CN" sz="1400" b="0">
              <a:solidFill>
                <a:schemeClr val="tx2"/>
              </a:solidFill>
              <a:latin typeface="Times New Roman" panose="02020603050405020304" charset="0"/>
              <a:ea typeface="宋体" panose="02010600030101010101" pitchFamily="2" charset="-122"/>
            </a:endParaRPr>
          </a:p>
        </p:txBody>
      </p:sp>
      <p:sp>
        <p:nvSpPr>
          <p:cNvPr id="15364" name="矩形 15363"/>
          <p:cNvSpPr/>
          <p:nvPr/>
        </p:nvSpPr>
        <p:spPr>
          <a:xfrm>
            <a:off x="461645" y="566103"/>
            <a:ext cx="6043613" cy="64579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sz="2800" b="1" strike="noStrike" noProof="1">
                <a:solidFill>
                  <a:srgbClr val="A50021"/>
                </a:solidFill>
                <a:latin typeface="Times New Roman" panose="02020603050405020304" charset="0"/>
                <a:ea typeface="宋体" panose="02010600030101010101" pitchFamily="2" charset="-122"/>
                <a:cs typeface="+mn-ea"/>
              </a:rPr>
              <a:t>文件系统的常用命令：</a:t>
            </a:r>
            <a:endParaRPr lang="x-none" sz="2800" b="1" strike="noStrike" noProof="1">
              <a:solidFill>
                <a:srgbClr val="A50021"/>
              </a:solidFill>
              <a:latin typeface="Times New Roman" panose="02020603050405020304" charset="0"/>
              <a:ea typeface="宋体" panose="02010600030101010101" pitchFamily="2" charset="-122"/>
            </a:endParaRPr>
          </a:p>
        </p:txBody>
      </p:sp>
      <p:sp>
        <p:nvSpPr>
          <p:cNvPr id="15365" name="矩形 153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8435" name="矩形 18434"/>
          <p:cNvSpPr/>
          <p:nvPr/>
        </p:nvSpPr>
        <p:spPr>
          <a:xfrm>
            <a:off x="731520" y="1191260"/>
            <a:ext cx="7420610" cy="470154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其他</a:t>
            </a:r>
            <a:r>
              <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命令：</a:t>
            </a:r>
            <a:endPar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en-US"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cat</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en-US" altLang="x-none"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sort</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uniq</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r>
              <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wc</a:t>
            </a:r>
            <a:endParaRPr lang="en-US"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en-US" altLang="x-none" sz="2400">
                <a:solidFill>
                  <a:schemeClr val="tx1"/>
                </a:solidFill>
                <a:effectLst/>
                <a:latin typeface="Times New Roman" panose="02020603050405020304" charset="0"/>
                <a:cs typeface="+mn-ea"/>
                <a:sym typeface="Symbol" panose="05050102010706020507" pitchFamily="18" charset="2"/>
              </a:rPr>
              <a:t>	tac</a:t>
            </a:r>
            <a:r>
              <a:rPr lang="zh-CN" altLang="en-US" sz="2400">
                <a:solidFill>
                  <a:schemeClr val="tx1"/>
                </a:solidFill>
                <a:effectLst/>
                <a:latin typeface="Times New Roman" panose="02020603050405020304" charset="0"/>
                <a:cs typeface="+mn-ea"/>
                <a:sym typeface="Symbol" panose="05050102010706020507" pitchFamily="18" charset="2"/>
              </a:rPr>
              <a:t>，</a:t>
            </a:r>
            <a:r>
              <a:rPr lang="en-US" altLang="x-none" sz="2400">
                <a:solidFill>
                  <a:schemeClr val="tx1"/>
                </a:solidFill>
                <a:effectLst/>
                <a:latin typeface="Times New Roman" panose="02020603050405020304" charset="0"/>
                <a:cs typeface="+mn-ea"/>
                <a:sym typeface="Symbol" panose="05050102010706020507" pitchFamily="18" charset="2"/>
              </a:rPr>
              <a:t>rev</a:t>
            </a:r>
            <a:r>
              <a:rPr lang="zh-CN" altLang="en-US" sz="2400">
                <a:solidFill>
                  <a:schemeClr val="tx1"/>
                </a:solidFill>
                <a:effectLst/>
                <a:latin typeface="Times New Roman" panose="02020603050405020304" charset="0"/>
                <a:cs typeface="+mn-ea"/>
                <a:sym typeface="Symbol" panose="05050102010706020507" pitchFamily="18" charset="2"/>
              </a:rPr>
              <a:t>，</a:t>
            </a:r>
            <a:endParaRPr lang="zh-CN" altLang="en-US"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r>
              <a:rPr lang="en-US" altLang="x-none" sz="2400">
                <a:solidFill>
                  <a:schemeClr val="tx1"/>
                </a:solidFill>
                <a:effectLst/>
                <a:latin typeface="Times New Roman" panose="02020603050405020304" charset="0"/>
                <a:cs typeface="+mn-ea"/>
                <a:sym typeface="Symbol" panose="05050102010706020507" pitchFamily="18" charset="2"/>
              </a:rPr>
              <a:t>	file</a:t>
            </a:r>
            <a:endParaRPr lang="en-US" altLang="x-none" sz="2400">
              <a:solidFill>
                <a:schemeClr val="tx1"/>
              </a:solidFill>
              <a:effectLst/>
              <a:latin typeface="Times New Roman" panose="02020603050405020304" charset="0"/>
              <a:cs typeface="+mn-ea"/>
              <a:sym typeface="Symbol" panose="05050102010706020507" pitchFamily="18" charset="2"/>
            </a:endParaRPr>
          </a:p>
          <a:p>
            <a:pPr marL="533400" lvl="0" indent="-533400" fontAlgn="base">
              <a:lnSpc>
                <a:spcPct val="130000"/>
              </a:lnSpc>
              <a:buNone/>
            </a:pPr>
            <a:endParaRPr lang="x-none" altLang="zh-CN" sz="2400">
              <a:solidFill>
                <a:schemeClr val="tx1"/>
              </a:solidFill>
              <a:latin typeface="Times New Roman" panose="02020603050405020304" charset="0"/>
              <a:cs typeface="+mn-ea"/>
              <a:sym typeface="Symbol" panose="05050102010706020507" pitchFamily="18" charset="2"/>
            </a:endParaRPr>
          </a:p>
          <a:p>
            <a:pPr marL="533400" lvl="0" indent="-533400" fontAlgn="base">
              <a:lnSpc>
                <a:spcPct val="130000"/>
              </a:lnSpc>
              <a:buNone/>
            </a:pPr>
            <a:r>
              <a:rPr lang="x-none" sz="2800" b="1">
                <a:solidFill>
                  <a:srgbClr val="A50021"/>
                </a:solidFill>
                <a:latin typeface="Times New Roman" panose="02020603050405020304" charset="0"/>
                <a:cs typeface="+mn-ea"/>
                <a:sym typeface="Symbol" panose="05050102010706020507" pitchFamily="18" charset="2"/>
              </a:rPr>
              <a:t>重定向</a:t>
            </a:r>
            <a:r>
              <a:rPr lang="en-US" altLang="x-none" sz="2800" b="1">
                <a:solidFill>
                  <a:srgbClr val="A50021"/>
                </a:solidFill>
                <a:latin typeface="Times New Roman" panose="02020603050405020304" charset="0"/>
                <a:cs typeface="+mn-ea"/>
                <a:sym typeface="Symbol" panose="05050102010706020507" pitchFamily="18" charset="2"/>
              </a:rPr>
              <a:t> &gt;</a:t>
            </a:r>
            <a:r>
              <a:rPr lang="x-none" sz="2800" b="1">
                <a:solidFill>
                  <a:srgbClr val="A50021"/>
                </a:solidFill>
                <a:latin typeface="Times New Roman" panose="02020603050405020304" charset="0"/>
                <a:cs typeface="+mn-ea"/>
                <a:sym typeface="Symbol" panose="05050102010706020507" pitchFamily="18" charset="2"/>
              </a:rPr>
              <a:t>，管道</a:t>
            </a:r>
            <a:r>
              <a:rPr lang="en-US" altLang="x-none" sz="2800" b="1">
                <a:solidFill>
                  <a:srgbClr val="A50021"/>
                </a:solidFill>
                <a:latin typeface="Times New Roman" panose="02020603050405020304" charset="0"/>
                <a:cs typeface="+mn-ea"/>
                <a:sym typeface="Symbol" panose="05050102010706020507" pitchFamily="18" charset="2"/>
              </a:rPr>
              <a:t> |</a:t>
            </a:r>
            <a:r>
              <a:rPr lang="zh-CN" altLang="x-none" sz="2800" b="1">
                <a:solidFill>
                  <a:srgbClr val="A50021"/>
                </a:solidFill>
                <a:latin typeface="Times New Roman" panose="02020603050405020304" charset="0"/>
                <a:cs typeface="+mn-ea"/>
                <a:sym typeface="Symbol" panose="05050102010706020507" pitchFamily="18" charset="2"/>
              </a:rPr>
              <a:t>（数据流）</a:t>
            </a:r>
            <a:r>
              <a:rPr lang="en-US" altLang="zh-CN" sz="2800" b="1">
                <a:solidFill>
                  <a:srgbClr val="A50021"/>
                </a:solidFill>
                <a:latin typeface="Times New Roman" panose="02020603050405020304" charset="0"/>
                <a:cs typeface="+mn-ea"/>
                <a:sym typeface="Symbol" panose="05050102010706020507" pitchFamily="18" charset="2"/>
              </a:rPr>
              <a:t>  </a:t>
            </a:r>
            <a:endParaRPr lang="x-none" sz="2800" b="1">
              <a:solidFill>
                <a:srgbClr val="A50021"/>
              </a:solidFill>
              <a:latin typeface="Times New Roman" panose="02020603050405020304" charset="0"/>
              <a:cs typeface="+mn-ea"/>
              <a:sym typeface="Symbol" panose="05050102010706020507" pitchFamily="18" charset="2"/>
            </a:endParaRPr>
          </a:p>
          <a:p>
            <a:pPr marL="533400" lvl="0" indent="-533400" fontAlgn="base">
              <a:lnSpc>
                <a:spcPct val="130000"/>
              </a:lnSpc>
              <a:buNone/>
            </a:pPr>
            <a:r>
              <a:rPr lang="en-US" altLang="x-none" sz="24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	</a:t>
            </a:r>
            <a:r>
              <a:rPr lang="zh-CN" altLang="en-US"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标准输入（</a:t>
            </a:r>
            <a:r>
              <a:rPr lang="en-US" altLang="zh-CN"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0</a:t>
            </a:r>
            <a:r>
              <a:rPr lang="zh-CN" altLang="en-US"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 标准输出（</a:t>
            </a:r>
            <a:r>
              <a:rPr lang="en-US" altLang="zh-CN"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1</a:t>
            </a:r>
            <a:r>
              <a:rPr lang="zh-CN" altLang="en-US"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 错误输出（</a:t>
            </a:r>
            <a:r>
              <a:rPr lang="en-US" altLang="zh-CN"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2</a:t>
            </a:r>
            <a:r>
              <a:rPr lang="zh-CN" altLang="en-US" sz="20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rPr>
              <a:t>）</a:t>
            </a:r>
            <a:endParaRPr lang="zh-CN" altLang="en-US" sz="2000"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a:p>
            <a:pPr marL="533400" lvl="0" indent="-533400" fontAlgn="base">
              <a:lnSpc>
                <a:spcPct val="130000"/>
              </a:lnSpc>
              <a:buNone/>
            </a:pPr>
            <a:r>
              <a:rPr lang="en-US" altLang="zh-CN" sz="2000" strike="noStrike" noProof="1">
                <a:solidFill>
                  <a:schemeClr val="tx1"/>
                </a:solidFill>
                <a:latin typeface="Times New Roman" panose="02020603050405020304" charset="0"/>
                <a:ea typeface="宋体" panose="02010600030101010101" pitchFamily="2" charset="-122"/>
                <a:sym typeface="Symbol" panose="05050102010706020507" pitchFamily="18" charset="2"/>
              </a:rPr>
              <a:t>	</a:t>
            </a:r>
            <a:endParaRPr lang="en-US" altLang="zh-CN" sz="2000" strike="noStrike" noProof="1">
              <a:solidFill>
                <a:schemeClr val="tx1"/>
              </a:solidFill>
              <a:latin typeface="Times New Roman" panose="02020603050405020304" charset="0"/>
              <a:ea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536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6</a:t>
            </a:r>
            <a:endParaRPr lang="en-US" altLang="zh-CN" sz="1400" b="0">
              <a:solidFill>
                <a:schemeClr val="tx2"/>
              </a:solidFill>
              <a:latin typeface="Times New Roman" panose="02020603050405020304" charset="0"/>
              <a:ea typeface="宋体" panose="02010600030101010101" pitchFamily="2" charset="-122"/>
            </a:endParaRPr>
          </a:p>
        </p:txBody>
      </p:sp>
      <p:sp>
        <p:nvSpPr>
          <p:cNvPr id="15364" name="矩形 15363"/>
          <p:cNvSpPr/>
          <p:nvPr/>
        </p:nvSpPr>
        <p:spPr>
          <a:xfrm>
            <a:off x="461645" y="706438"/>
            <a:ext cx="6043613" cy="64579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sz="2800" b="1" strike="noStrike" noProof="1">
                <a:solidFill>
                  <a:srgbClr val="A50021"/>
                </a:solidFill>
                <a:latin typeface="Times New Roman" panose="02020603050405020304" charset="0"/>
                <a:ea typeface="宋体" panose="02010600030101010101" pitchFamily="2" charset="-122"/>
              </a:rPr>
              <a:t>其他系统资源</a:t>
            </a:r>
            <a:endParaRPr lang="x-none" sz="2800" b="1" strike="noStrike" noProof="1">
              <a:solidFill>
                <a:srgbClr val="A50021"/>
              </a:solidFill>
              <a:latin typeface="Times New Roman" panose="02020603050405020304" charset="0"/>
              <a:ea typeface="宋体" panose="02010600030101010101" pitchFamily="2" charset="-122"/>
            </a:endParaRPr>
          </a:p>
        </p:txBody>
      </p:sp>
      <p:sp>
        <p:nvSpPr>
          <p:cNvPr id="15365" name="矩形 1536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用户工作环境</a:t>
            </a:r>
            <a:endParaRPr lang="zh-CN" altLang="en-US" sz="2400" strike="noStrike" noProof="1">
              <a:ea typeface="宋体" panose="02010600030101010101" pitchFamily="2" charset="-122"/>
            </a:endParaRPr>
          </a:p>
        </p:txBody>
      </p:sp>
      <p:sp>
        <p:nvSpPr>
          <p:cNvPr id="18435" name="矩形 18434"/>
          <p:cNvSpPr/>
          <p:nvPr/>
        </p:nvSpPr>
        <p:spPr>
          <a:xfrm>
            <a:off x="436245" y="1670050"/>
            <a:ext cx="8187690" cy="175069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系统进程，内存和设备的信息都可以通过文件的方式来获取</a:t>
            </a:r>
            <a:endPar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也有一些常用辅助命令：ps，kill，top，free</a:t>
            </a:r>
            <a:endParaRPr lang="x-none" altLang="zh-CN"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endParaRPr lang="x-none" altLang="zh-CN" sz="2400" strike="noStrike" noProof="1">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1536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矩形 20481"/>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应用</a:t>
            </a:r>
            <a:r>
              <a:rPr lang="zh-CN" altLang="en-US" sz="4000" b="1" strike="noStrike" noProof="1" dirty="0">
                <a:solidFill>
                  <a:srgbClr val="663300"/>
                </a:solidFill>
                <a:latin typeface="Arial" panose="02080604020202020204" pitchFamily="34" charset="0"/>
                <a:ea typeface="宋体" panose="02010600030101010101" pitchFamily="2" charset="-122"/>
                <a:cs typeface="+mn-ea"/>
              </a:rPr>
              <a:t>程序开发</a:t>
            </a:r>
            <a:endParaRPr lang="zh-CN" altLang="en-US" sz="4000" b="1" strike="noStrike" noProof="1" dirty="0">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dirty="0">
              <a:solidFill>
                <a:srgbClr val="663300"/>
              </a:solidFill>
              <a:ea typeface="宋体" panose="02010600030101010101" pitchFamily="2" charset="-122"/>
            </a:endParaRPr>
          </a:p>
        </p:txBody>
      </p:sp>
      <p:graphicFrame>
        <p:nvGraphicFramePr>
          <p:cNvPr id="18434" name="内容占位符 2048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6" name="" r:id="rId2" imgW="838200" imgH="647700" progId="Paint.Picture">
                  <p:embed/>
                </p:oleObj>
              </mc:Choice>
              <mc:Fallback>
                <p:oleObj name="" r:id="rId2" imgW="838200" imgH="647700" progId="Paint.Picture">
                  <p:embed/>
                  <p:pic>
                    <p:nvPicPr>
                      <p:cNvPr id="0" name="图片 3075"/>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20484" name="矩形 204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应用程序的处理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048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文本框 2150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11</a:t>
            </a:r>
            <a:endParaRPr lang="en-US" altLang="zh-CN" sz="1400" b="0">
              <a:solidFill>
                <a:schemeClr val="tx2"/>
              </a:solidFill>
              <a:latin typeface="Times New Roman" panose="02020603050405020304" charset="0"/>
              <a:ea typeface="宋体" panose="02010600030101010101" pitchFamily="2" charset="-122"/>
            </a:endParaRPr>
          </a:p>
        </p:txBody>
      </p:sp>
      <p:sp>
        <p:nvSpPr>
          <p:cNvPr id="21507" name="矩形 21506"/>
          <p:cNvSpPr/>
          <p:nvPr/>
        </p:nvSpPr>
        <p:spPr>
          <a:xfrm>
            <a:off x="142875" y="573088"/>
            <a:ext cx="8797925" cy="299847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5000"/>
              </a:lnSpc>
              <a:spcBef>
                <a:spcPct val="20000"/>
              </a:spcBef>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处理应用程序的步骤</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25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(1) </a:t>
            </a:r>
            <a:r>
              <a:rPr lang="zh-CN" altLang="en-US" sz="2800" b="1" strike="noStrike" noProof="1">
                <a:solidFill>
                  <a:srgbClr val="A50021"/>
                </a:solidFill>
                <a:latin typeface="Times New Roman" panose="02020603050405020304" charset="0"/>
                <a:ea typeface="宋体" panose="02010600030101010101" pitchFamily="2" charset="-122"/>
                <a:cs typeface="+mn-ea"/>
              </a:rPr>
              <a:t>编辑</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5000"/>
              </a:lnSpc>
              <a:spcBef>
                <a:spcPct val="20000"/>
              </a:spcBef>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cs"/>
              </a:rPr>
              <a:t>      建立一个新文件，或对已有的文件中的错误进行修改。</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5000"/>
              </a:lnSpc>
              <a:spcBef>
                <a:spcPct val="20000"/>
              </a:spcBef>
              <a:buNone/>
            </a:pPr>
            <a:r>
              <a:rPr lang="zh-CN" altLang="en-US" sz="2400" b="1" strike="noStrike" noProof="1">
                <a:solidFill>
                  <a:srgbClr val="000099"/>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(2) </a:t>
            </a:r>
            <a:r>
              <a:rPr lang="zh-CN" altLang="en-US" sz="2800" b="1" strike="noStrike" noProof="1">
                <a:solidFill>
                  <a:srgbClr val="A50021"/>
                </a:solidFill>
                <a:latin typeface="Times New Roman" panose="02020603050405020304" charset="0"/>
                <a:ea typeface="宋体" panose="02010600030101010101" pitchFamily="2" charset="-122"/>
                <a:cs typeface="+mn-ea"/>
              </a:rPr>
              <a:t>编译</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5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将源程序翻译成目标代码。 </a:t>
            </a:r>
            <a:endParaRPr lang="zh-CN" altLang="en-US" sz="2400" strike="noStrike" noProof="1">
              <a:solidFill>
                <a:schemeClr val="tx1"/>
              </a:solidFill>
              <a:latin typeface="Times New Roman" panose="02020603050405020304" charset="0"/>
              <a:ea typeface="宋体" panose="02010600030101010101" pitchFamily="2" charset="-122"/>
            </a:endParaRPr>
          </a:p>
        </p:txBody>
      </p:sp>
      <p:sp>
        <p:nvSpPr>
          <p:cNvPr id="21508" name="矩形 2150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应用程序的处理</a:t>
            </a:r>
            <a:endParaRPr lang="zh-CN" altLang="en-US" sz="2400" strike="noStrike" noProof="1">
              <a:ea typeface="宋体" panose="02010600030101010101" pitchFamily="2" charset="-122"/>
            </a:endParaRPr>
          </a:p>
        </p:txBody>
      </p:sp>
      <p:sp>
        <p:nvSpPr>
          <p:cNvPr id="21509" name="矩形 21508"/>
          <p:cNvSpPr/>
          <p:nvPr/>
        </p:nvSpPr>
        <p:spPr>
          <a:xfrm>
            <a:off x="500063" y="3716338"/>
            <a:ext cx="8758238" cy="27368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(3) </a:t>
            </a:r>
            <a:r>
              <a:rPr lang="zh-CN" altLang="en-US" sz="2800" b="1" strike="noStrike" noProof="1">
                <a:solidFill>
                  <a:srgbClr val="A50021"/>
                </a:solidFill>
                <a:latin typeface="Times New Roman" panose="02020603050405020304" charset="0"/>
                <a:ea typeface="宋体" panose="02010600030101010101" pitchFamily="2" charset="-122"/>
                <a:cs typeface="+mn-ea"/>
              </a:rPr>
              <a:t>连接</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cs"/>
              </a:rPr>
              <a:t>  主程序和其他所需要的子程序和例行程序连接装配在一</a:t>
            </a:r>
            <a:endParaRPr lang="zh-CN" altLang="en-US" sz="2400" strike="noStrike" noProof="1">
              <a:solidFill>
                <a:schemeClr val="tx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Font typeface="Wingdings" panose="05000000000000000000" pitchFamily="2" charset="2"/>
              <a:buNone/>
            </a:pPr>
            <a:r>
              <a:rPr lang="zh-CN" altLang="en-US" sz="2400" strike="noStrike" noProof="1">
                <a:solidFill>
                  <a:schemeClr val="tx1"/>
                </a:solidFill>
                <a:latin typeface="Times New Roman" panose="02020603050405020304" charset="0"/>
                <a:ea typeface="宋体" panose="02010600030101010101" pitchFamily="2" charset="-122"/>
                <a:cs typeface="+mn-cs"/>
              </a:rPr>
              <a:t>  起，使之成为一个可执行的、完整的主存映像文件。</a:t>
            </a:r>
            <a:endParaRPr lang="zh-CN" altLang="en-US" sz="2400" strike="noStrike" noProof="1">
              <a:solidFill>
                <a:schemeClr val="tx1"/>
              </a:solidFill>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800" b="1" strike="noStrike" noProof="1">
                <a:solidFill>
                  <a:srgbClr val="A50021"/>
                </a:solidFill>
                <a:latin typeface="Times New Roman" panose="02020603050405020304" charset="0"/>
                <a:ea typeface="宋体" panose="02010600030101010101" pitchFamily="2" charset="-122"/>
                <a:cs typeface="+mn-ea"/>
              </a:rPr>
              <a:t>  </a:t>
            </a:r>
            <a:r>
              <a:rPr lang="en-US" altLang="zh-CN" sz="2800" b="1" strike="noStrike" noProof="1">
                <a:solidFill>
                  <a:srgbClr val="A50021"/>
                </a:solidFill>
                <a:latin typeface="Times New Roman" panose="02020603050405020304" charset="0"/>
                <a:ea typeface="宋体" panose="02010600030101010101" pitchFamily="2" charset="-122"/>
                <a:cs typeface="+mn-ea"/>
              </a:rPr>
              <a:t>(4) </a:t>
            </a:r>
            <a:r>
              <a:rPr lang="zh-CN" altLang="en-US" sz="2800" b="1" strike="noStrike" noProof="1">
                <a:solidFill>
                  <a:srgbClr val="A50021"/>
                </a:solidFill>
                <a:latin typeface="Times New Roman" panose="02020603050405020304" charset="0"/>
                <a:ea typeface="宋体" panose="02010600030101010101" pitchFamily="2" charset="-122"/>
                <a:cs typeface="+mn-ea"/>
              </a:rPr>
              <a:t>运行</a:t>
            </a:r>
            <a:endParaRPr lang="zh-CN" altLang="en-US" sz="2800" b="1" strike="noStrike" noProof="1">
              <a:solidFill>
                <a:srgbClr val="A50021"/>
              </a:solidFill>
              <a:latin typeface="Times New Roman" panose="02020603050405020304" charset="0"/>
              <a:ea typeface="宋体" panose="02010600030101010101" pitchFamily="2" charset="-122"/>
            </a:endParaRPr>
          </a:p>
          <a:p>
            <a:pPr marL="914400" lvl="1" indent="-457200" fontAlgn="base">
              <a:lnSpc>
                <a:spcPct val="120000"/>
              </a:lnSpc>
              <a:spcBef>
                <a:spcPct val="20000"/>
              </a:spcBef>
              <a:buNone/>
            </a:pPr>
            <a:r>
              <a:rPr lang="zh-CN" altLang="en-US" sz="2400" strike="noStrike" noProof="1">
                <a:solidFill>
                  <a:schemeClr val="tx1"/>
                </a:solidFill>
                <a:latin typeface="Times New Roman" panose="02020603050405020304" charset="0"/>
                <a:ea typeface="宋体" panose="02010600030101010101" pitchFamily="2" charset="-122"/>
                <a:cs typeface="+mn-cs"/>
              </a:rPr>
              <a:t>  将主存映像文件调入主存，启动运行，得出计算结果。 </a:t>
            </a:r>
            <a:endParaRPr lang="zh-CN" altLang="en-US" sz="2400" strike="noStrike" noProof="1">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150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531" name="组合 22530"/>
          <p:cNvGrpSpPr/>
          <p:nvPr/>
        </p:nvGrpSpPr>
        <p:grpSpPr>
          <a:xfrm>
            <a:off x="314325" y="1541463"/>
            <a:ext cx="8234363" cy="2919412"/>
            <a:chOff x="0" y="0"/>
            <a:chExt cx="5187" cy="1839"/>
          </a:xfrm>
        </p:grpSpPr>
        <p:sp>
          <p:nvSpPr>
            <p:cNvPr id="22532" name="椭圆 22531"/>
            <p:cNvSpPr/>
            <p:nvPr/>
          </p:nvSpPr>
          <p:spPr>
            <a:xfrm>
              <a:off x="3480" y="708"/>
              <a:ext cx="467" cy="531"/>
            </a:xfrm>
            <a:prstGeom prst="ellipse">
              <a:avLst/>
            </a:prstGeom>
            <a:solidFill>
              <a:srgbClr val="FF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484" name="文本框 22532"/>
            <p:cNvSpPr txBox="1"/>
            <p:nvPr/>
          </p:nvSpPr>
          <p:spPr>
            <a:xfrm>
              <a:off x="462" y="747"/>
              <a:ext cx="1299" cy="430"/>
            </a:xfrm>
            <a:prstGeom prst="rect">
              <a:avLst/>
            </a:prstGeom>
            <a:solidFill>
              <a:srgbClr val="FFFFFF"/>
            </a:solidFill>
            <a:ln w="9525">
              <a:noFill/>
              <a:miter/>
            </a:ln>
          </p:spPr>
          <p:txBody>
            <a:bodyPr anchor="t"/>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编译器或</a:t>
              </a:r>
              <a:endParaRPr lang="zh-CN" altLang="en-US" sz="1600" b="0">
                <a:solidFill>
                  <a:schemeClr val="tx1"/>
                </a:solidFill>
                <a:latin typeface="Times New Roman" panose="02020603050405020304" charset="0"/>
                <a:ea typeface="宋体" panose="02010600030101010101" pitchFamily="2" charset="-122"/>
              </a:endParaRPr>
            </a:p>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汇编器</a:t>
              </a:r>
              <a:endParaRPr lang="zh-CN" altLang="en-US" sz="1600" b="0">
                <a:solidFill>
                  <a:schemeClr val="tx1"/>
                </a:solidFill>
                <a:latin typeface="Times New Roman" panose="02020603050405020304" charset="0"/>
                <a:ea typeface="宋体" panose="02010600030101010101" pitchFamily="2" charset="-122"/>
              </a:endParaRPr>
            </a:p>
          </p:txBody>
        </p:sp>
        <p:sp>
          <p:nvSpPr>
            <p:cNvPr id="22534" name="椭圆 22533"/>
            <p:cNvSpPr/>
            <p:nvPr/>
          </p:nvSpPr>
          <p:spPr>
            <a:xfrm>
              <a:off x="1816" y="708"/>
              <a:ext cx="467" cy="531"/>
            </a:xfrm>
            <a:prstGeom prst="ellipse">
              <a:avLst/>
            </a:prstGeom>
            <a:solidFill>
              <a:srgbClr val="FF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486" name="文本框 22534"/>
            <p:cNvSpPr txBox="1"/>
            <p:nvPr/>
          </p:nvSpPr>
          <p:spPr>
            <a:xfrm>
              <a:off x="1512" y="731"/>
              <a:ext cx="747" cy="430"/>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目标</a:t>
              </a:r>
              <a:endParaRPr lang="zh-CN" altLang="en-US" sz="1600" b="0">
                <a:solidFill>
                  <a:schemeClr val="tx1"/>
                </a:solidFill>
                <a:latin typeface="Times New Roman" panose="02020603050405020304" charset="0"/>
                <a:ea typeface="宋体" panose="02010600030101010101" pitchFamily="2" charset="-122"/>
              </a:endParaRPr>
            </a:p>
            <a:p>
              <a:pPr marL="914400" lvl="0" indent="-340995" algn="just">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模块</a:t>
              </a:r>
              <a:endParaRPr lang="zh-CN" altLang="en-US" sz="1600" b="0">
                <a:solidFill>
                  <a:schemeClr val="tx1"/>
                </a:solidFill>
                <a:latin typeface="Times New Roman" panose="02020603050405020304" charset="0"/>
                <a:ea typeface="宋体" panose="02010600030101010101" pitchFamily="2" charset="-122"/>
              </a:endParaRPr>
            </a:p>
          </p:txBody>
        </p:sp>
        <p:sp>
          <p:nvSpPr>
            <p:cNvPr id="22536" name="椭圆 22535"/>
            <p:cNvSpPr/>
            <p:nvPr/>
          </p:nvSpPr>
          <p:spPr>
            <a:xfrm>
              <a:off x="321" y="713"/>
              <a:ext cx="467" cy="531"/>
            </a:xfrm>
            <a:prstGeom prst="ellipse">
              <a:avLst/>
            </a:prstGeom>
            <a:solidFill>
              <a:srgbClr val="FF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488" name="文本框 22536"/>
            <p:cNvSpPr txBox="1"/>
            <p:nvPr/>
          </p:nvSpPr>
          <p:spPr>
            <a:xfrm>
              <a:off x="0" y="853"/>
              <a:ext cx="853" cy="308"/>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anose="02010600030101010101" pitchFamily="2" charset="-122"/>
                </a:rPr>
                <a:t>源程序</a:t>
              </a:r>
              <a:endParaRPr lang="zh-CN" altLang="en-US" sz="1400" b="0">
                <a:solidFill>
                  <a:schemeClr val="tx1"/>
                </a:solidFill>
                <a:latin typeface="Times New Roman" panose="02020603050405020304" charset="0"/>
                <a:ea typeface="宋体" panose="02010600030101010101" pitchFamily="2" charset="-122"/>
              </a:endParaRPr>
            </a:p>
          </p:txBody>
        </p:sp>
        <p:sp>
          <p:nvSpPr>
            <p:cNvPr id="20489" name="直接连接符 22537"/>
            <p:cNvSpPr/>
            <p:nvPr/>
          </p:nvSpPr>
          <p:spPr>
            <a:xfrm>
              <a:off x="1593" y="972"/>
              <a:ext cx="220" cy="0"/>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0490" name="直接连接符 22538"/>
            <p:cNvSpPr/>
            <p:nvPr/>
          </p:nvSpPr>
          <p:spPr>
            <a:xfrm>
              <a:off x="2360" y="972"/>
              <a:ext cx="220" cy="0"/>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2540" name="椭圆 22539"/>
            <p:cNvSpPr/>
            <p:nvPr/>
          </p:nvSpPr>
          <p:spPr>
            <a:xfrm>
              <a:off x="2692" y="4"/>
              <a:ext cx="500" cy="539"/>
            </a:xfrm>
            <a:prstGeom prst="ellipse">
              <a:avLst/>
            </a:prstGeom>
            <a:solidFill>
              <a:srgbClr val="FF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492" name="文本框 22540"/>
            <p:cNvSpPr txBox="1"/>
            <p:nvPr/>
          </p:nvSpPr>
          <p:spPr>
            <a:xfrm>
              <a:off x="2192" y="41"/>
              <a:ext cx="1172" cy="465"/>
            </a:xfrm>
            <a:prstGeom prst="rect">
              <a:avLst/>
            </a:prstGeom>
            <a:noFill/>
            <a:ln w="9525">
              <a:noFill/>
              <a:miter/>
            </a:ln>
          </p:spPr>
          <p:txBody>
            <a:bodyPr anchor="t"/>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其他目</a:t>
              </a:r>
              <a:endParaRPr lang="zh-CN" altLang="en-US" sz="1600" b="0">
                <a:solidFill>
                  <a:schemeClr val="tx1"/>
                </a:solidFill>
                <a:latin typeface="Times New Roman" panose="02020603050405020304" charset="0"/>
                <a:ea typeface="宋体" panose="02010600030101010101" pitchFamily="2" charset="-122"/>
              </a:endParaRPr>
            </a:p>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标模块</a:t>
              </a:r>
              <a:endParaRPr lang="zh-CN" altLang="en-US" sz="1600" b="0">
                <a:solidFill>
                  <a:schemeClr val="tx1"/>
                </a:solidFill>
                <a:latin typeface="Times New Roman" panose="02020603050405020304" charset="0"/>
                <a:ea typeface="宋体" panose="02010600030101010101" pitchFamily="2" charset="-122"/>
              </a:endParaRPr>
            </a:p>
          </p:txBody>
        </p:sp>
        <p:sp>
          <p:nvSpPr>
            <p:cNvPr id="20493" name="直接连接符 22541"/>
            <p:cNvSpPr/>
            <p:nvPr/>
          </p:nvSpPr>
          <p:spPr>
            <a:xfrm>
              <a:off x="2946" y="533"/>
              <a:ext cx="0" cy="226"/>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0494" name="文本框 22542"/>
            <p:cNvSpPr txBox="1"/>
            <p:nvPr/>
          </p:nvSpPr>
          <p:spPr>
            <a:xfrm>
              <a:off x="4087" y="739"/>
              <a:ext cx="969" cy="430"/>
            </a:xfrm>
            <a:prstGeom prst="rect">
              <a:avLst/>
            </a:prstGeom>
            <a:solidFill>
              <a:srgbClr val="FFFFFF"/>
            </a:solidFill>
            <a:ln w="9525">
              <a:noFill/>
              <a:miter/>
            </a:ln>
          </p:spPr>
          <p:txBody>
            <a:bodyPr anchor="t"/>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主存中</a:t>
              </a:r>
              <a:endParaRPr lang="zh-CN" altLang="en-US" sz="1600" b="0">
                <a:solidFill>
                  <a:schemeClr val="tx1"/>
                </a:solidFill>
                <a:latin typeface="Times New Roman" panose="02020603050405020304" charset="0"/>
                <a:ea typeface="宋体" panose="02010600030101010101" pitchFamily="2" charset="-122"/>
              </a:endParaRPr>
            </a:p>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运行</a:t>
              </a:r>
              <a:endParaRPr lang="zh-CN" altLang="en-US" sz="1600" b="0">
                <a:solidFill>
                  <a:schemeClr val="tx1"/>
                </a:solidFill>
                <a:latin typeface="Times New Roman" panose="02020603050405020304" charset="0"/>
                <a:ea typeface="宋体" panose="02010600030101010101" pitchFamily="2" charset="-122"/>
              </a:endParaRPr>
            </a:p>
          </p:txBody>
        </p:sp>
        <p:sp>
          <p:nvSpPr>
            <p:cNvPr id="20495" name="直接连接符 22543"/>
            <p:cNvSpPr/>
            <p:nvPr/>
          </p:nvSpPr>
          <p:spPr>
            <a:xfrm>
              <a:off x="3928" y="968"/>
              <a:ext cx="520" cy="0"/>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2545" name="椭圆 22544"/>
            <p:cNvSpPr/>
            <p:nvPr/>
          </p:nvSpPr>
          <p:spPr>
            <a:xfrm>
              <a:off x="4507" y="0"/>
              <a:ext cx="500" cy="539"/>
            </a:xfrm>
            <a:prstGeom prst="ellipse">
              <a:avLst/>
            </a:prstGeom>
            <a:solidFill>
              <a:srgbClr val="FFFFFF"/>
            </a:solidFill>
            <a:ln w="9525" cap="flat" cmpd="sng">
              <a:solidFill>
                <a:srgbClr val="000000"/>
              </a:solidFill>
              <a:prstDash val="solid"/>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497" name="文本框 22545"/>
            <p:cNvSpPr txBox="1"/>
            <p:nvPr/>
          </p:nvSpPr>
          <p:spPr>
            <a:xfrm>
              <a:off x="4099" y="57"/>
              <a:ext cx="997" cy="430"/>
            </a:xfrm>
            <a:prstGeom prst="rect">
              <a:avLst/>
            </a:prstGeom>
            <a:noFill/>
            <a:ln w="9525">
              <a:noFill/>
              <a:miter/>
            </a:ln>
          </p:spPr>
          <p:txBody>
            <a:bodyPr anchor="t"/>
            <a:p>
              <a:pPr marL="914400" lvl="0" indent="-340995" algn="ctr">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anose="02010600030101010101" pitchFamily="2" charset="-122"/>
                </a:rPr>
                <a:t>动态装入</a:t>
              </a:r>
              <a:endParaRPr lang="zh-CN" altLang="en-US" sz="1400" b="0">
                <a:solidFill>
                  <a:schemeClr val="tx1"/>
                </a:solidFill>
                <a:latin typeface="Times New Roman" panose="02020603050405020304" charset="0"/>
                <a:ea typeface="宋体" panose="02010600030101010101" pitchFamily="2" charset="-122"/>
              </a:endParaRPr>
            </a:p>
            <a:p>
              <a:pPr marL="914400" lvl="0" indent="-340995" algn="ctr">
                <a:lnSpc>
                  <a:spcPct val="120000"/>
                </a:lnSpc>
                <a:buClr>
                  <a:schemeClr val="tx2"/>
                </a:buClr>
                <a:buSzPct val="95000"/>
                <a:buFont typeface="Wingdings" panose="05000000000000000000" pitchFamily="2" charset="2"/>
                <a:buNone/>
              </a:pPr>
              <a:r>
                <a:rPr lang="zh-CN" altLang="en-US" sz="1400" b="0">
                  <a:solidFill>
                    <a:schemeClr val="tx1"/>
                  </a:solidFill>
                  <a:latin typeface="Times New Roman" panose="02020603050405020304" charset="0"/>
                  <a:ea typeface="宋体" panose="02010600030101010101" pitchFamily="2" charset="-122"/>
                </a:rPr>
                <a:t>的系统库</a:t>
              </a:r>
              <a:endParaRPr lang="zh-CN" altLang="en-US" sz="1400" b="0">
                <a:solidFill>
                  <a:schemeClr val="tx1"/>
                </a:solidFill>
                <a:latin typeface="Times New Roman" panose="02020603050405020304" charset="0"/>
                <a:ea typeface="宋体" panose="02010600030101010101" pitchFamily="2" charset="-122"/>
              </a:endParaRPr>
            </a:p>
          </p:txBody>
        </p:sp>
        <p:sp>
          <p:nvSpPr>
            <p:cNvPr id="22547" name="左大括号 22546"/>
            <p:cNvSpPr/>
            <p:nvPr/>
          </p:nvSpPr>
          <p:spPr>
            <a:xfrm rot="16200000">
              <a:off x="1563" y="819"/>
              <a:ext cx="174" cy="1190"/>
            </a:xfrm>
            <a:prstGeom prst="leftBrace">
              <a:avLst>
                <a:gd name="adj1" fmla="val 56992"/>
                <a:gd name="adj2" fmla="val 50000"/>
              </a:avLst>
            </a:prstGeom>
            <a:noFill/>
            <a:ln w="9525" cap="flat" cmpd="sng">
              <a:solidFill>
                <a:srgbClr val="000000"/>
              </a:solidFill>
              <a:prstDash val="solid"/>
              <a:headEnd type="none" w="med" len="med"/>
              <a:tailEnd type="none" w="med" len="med"/>
            </a:ln>
          </p:spPr>
          <p:txBody>
            <a:bodyPr rot="0" vert="eaVert"/>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499" name="文本框 22547"/>
            <p:cNvSpPr txBox="1"/>
            <p:nvPr/>
          </p:nvSpPr>
          <p:spPr>
            <a:xfrm>
              <a:off x="954" y="1551"/>
              <a:ext cx="1245" cy="285"/>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600" b="0">
                  <a:solidFill>
                    <a:srgbClr val="3366CC"/>
                  </a:solidFill>
                  <a:latin typeface="Times New Roman" panose="02020603050405020304" charset="0"/>
                  <a:ea typeface="宋体" panose="02010600030101010101" pitchFamily="2" charset="-122"/>
                </a:rPr>
                <a:t>编译时间</a:t>
              </a:r>
              <a:endParaRPr lang="zh-CN" altLang="en-US" sz="1600" b="0">
                <a:solidFill>
                  <a:srgbClr val="3366CC"/>
                </a:solidFill>
                <a:latin typeface="Times New Roman" panose="02020603050405020304" charset="0"/>
                <a:ea typeface="宋体" panose="02010600030101010101" pitchFamily="2" charset="-122"/>
              </a:endParaRPr>
            </a:p>
          </p:txBody>
        </p:sp>
        <p:sp>
          <p:nvSpPr>
            <p:cNvPr id="20500" name="文本框 22548"/>
            <p:cNvSpPr txBox="1"/>
            <p:nvPr/>
          </p:nvSpPr>
          <p:spPr>
            <a:xfrm>
              <a:off x="2310" y="1550"/>
              <a:ext cx="1322" cy="285"/>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600" b="0">
                  <a:solidFill>
                    <a:srgbClr val="3366CC"/>
                  </a:solidFill>
                  <a:latin typeface="Times New Roman" panose="02020603050405020304" charset="0"/>
                  <a:ea typeface="宋体" panose="02010600030101010101" pitchFamily="2" charset="-122"/>
                </a:rPr>
                <a:t>连接装配时间</a:t>
              </a:r>
              <a:endParaRPr lang="zh-CN" altLang="en-US" sz="1600" b="0">
                <a:solidFill>
                  <a:srgbClr val="3366CC"/>
                </a:solidFill>
                <a:latin typeface="Times New Roman" panose="02020603050405020304" charset="0"/>
                <a:ea typeface="宋体" panose="02010600030101010101" pitchFamily="2" charset="-122"/>
              </a:endParaRPr>
            </a:p>
          </p:txBody>
        </p:sp>
        <p:sp>
          <p:nvSpPr>
            <p:cNvPr id="20501" name="文本框 22549"/>
            <p:cNvSpPr txBox="1"/>
            <p:nvPr/>
          </p:nvSpPr>
          <p:spPr>
            <a:xfrm>
              <a:off x="3538" y="714"/>
              <a:ext cx="1227" cy="285"/>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600" b="0">
                  <a:solidFill>
                    <a:srgbClr val="990000"/>
                  </a:solidFill>
                  <a:latin typeface="Times New Roman" panose="02020603050405020304" charset="0"/>
                  <a:ea typeface="宋体" panose="02010600030101010101" pitchFamily="2" charset="-122"/>
                </a:rPr>
                <a:t>动态链接</a:t>
              </a:r>
              <a:endParaRPr lang="zh-CN" altLang="en-US" sz="1600" b="0">
                <a:solidFill>
                  <a:srgbClr val="990000"/>
                </a:solidFill>
                <a:latin typeface="Times New Roman" panose="02020603050405020304" charset="0"/>
                <a:ea typeface="宋体" panose="02010600030101010101" pitchFamily="2" charset="-122"/>
              </a:endParaRPr>
            </a:p>
          </p:txBody>
        </p:sp>
        <p:sp>
          <p:nvSpPr>
            <p:cNvPr id="20502" name="文本框 22550"/>
            <p:cNvSpPr txBox="1"/>
            <p:nvPr/>
          </p:nvSpPr>
          <p:spPr>
            <a:xfrm>
              <a:off x="3666" y="962"/>
              <a:ext cx="829" cy="285"/>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600" b="0">
                  <a:solidFill>
                    <a:srgbClr val="990000"/>
                  </a:solidFill>
                  <a:latin typeface="Times New Roman" panose="02020603050405020304" charset="0"/>
                  <a:ea typeface="宋体" panose="02010600030101010101" pitchFamily="2" charset="-122"/>
                </a:rPr>
                <a:t>加载</a:t>
              </a:r>
              <a:endParaRPr lang="zh-CN" altLang="en-US" sz="1600" b="0">
                <a:solidFill>
                  <a:srgbClr val="990000"/>
                </a:solidFill>
                <a:latin typeface="Times New Roman" panose="02020603050405020304" charset="0"/>
                <a:ea typeface="宋体" panose="02010600030101010101" pitchFamily="2" charset="-122"/>
              </a:endParaRPr>
            </a:p>
          </p:txBody>
        </p:sp>
        <p:sp>
          <p:nvSpPr>
            <p:cNvPr id="22552" name="左大括号 22551"/>
            <p:cNvSpPr/>
            <p:nvPr/>
          </p:nvSpPr>
          <p:spPr>
            <a:xfrm rot="16200000">
              <a:off x="3127" y="818"/>
              <a:ext cx="174" cy="1190"/>
            </a:xfrm>
            <a:prstGeom prst="leftBrace">
              <a:avLst>
                <a:gd name="adj1" fmla="val 56992"/>
                <a:gd name="adj2" fmla="val 50000"/>
              </a:avLst>
            </a:prstGeom>
            <a:noFill/>
            <a:ln w="9525" cap="flat" cmpd="sng">
              <a:solidFill>
                <a:srgbClr val="000000"/>
              </a:solidFill>
              <a:prstDash val="solid"/>
              <a:headEnd type="none" w="med" len="med"/>
              <a:tailEnd type="none" w="med" len="med"/>
            </a:ln>
          </p:spPr>
          <p:txBody>
            <a:bodyPr rot="0" vert="eaVert"/>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2553" name="右大括号 22552"/>
            <p:cNvSpPr/>
            <p:nvPr/>
          </p:nvSpPr>
          <p:spPr>
            <a:xfrm rot="5400000">
              <a:off x="4695" y="1100"/>
              <a:ext cx="110" cy="609"/>
            </a:xfrm>
            <a:prstGeom prst="rightBrace">
              <a:avLst>
                <a:gd name="adj1" fmla="val 46136"/>
                <a:gd name="adj2" fmla="val 50000"/>
              </a:avLst>
            </a:prstGeom>
            <a:noFill/>
            <a:ln w="9525" cap="flat" cmpd="sng">
              <a:solidFill>
                <a:srgbClr val="000000"/>
              </a:solidFill>
              <a:prstDash val="solid"/>
              <a:headEnd type="none" w="med" len="med"/>
              <a:tailEnd type="none" w="med" len="med"/>
            </a:ln>
          </p:spPr>
          <p:txBody>
            <a:bodyPr rot="10800000" vert="eaVert"/>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505" name="文本框 22553"/>
            <p:cNvSpPr txBox="1"/>
            <p:nvPr/>
          </p:nvSpPr>
          <p:spPr>
            <a:xfrm>
              <a:off x="4099" y="1547"/>
              <a:ext cx="1088" cy="292"/>
            </a:xfrm>
            <a:prstGeom prst="rect">
              <a:avLst/>
            </a:prstGeom>
            <a:noFill/>
            <a:ln w="9525">
              <a:noFill/>
              <a:miter/>
            </a:ln>
          </p:spPr>
          <p:txBody>
            <a:bodyPr anchor="t"/>
            <a:p>
              <a:pPr marL="914400" lvl="0" indent="-340995" algn="just">
                <a:lnSpc>
                  <a:spcPct val="120000"/>
                </a:lnSpc>
                <a:buClr>
                  <a:schemeClr val="tx2"/>
                </a:buClr>
                <a:buSzPct val="95000"/>
                <a:buFont typeface="Wingdings" panose="05000000000000000000" pitchFamily="2" charset="2"/>
                <a:buNone/>
              </a:pPr>
              <a:r>
                <a:rPr lang="zh-CN" altLang="en-US" sz="1600" b="0">
                  <a:solidFill>
                    <a:srgbClr val="3366CC"/>
                  </a:solidFill>
                  <a:latin typeface="Times New Roman" panose="02020603050405020304" charset="0"/>
                  <a:ea typeface="宋体" panose="02010600030101010101" pitchFamily="2" charset="-122"/>
                </a:rPr>
                <a:t>运行时间</a:t>
              </a:r>
              <a:endParaRPr lang="zh-CN" altLang="en-US" sz="1600" b="0">
                <a:solidFill>
                  <a:srgbClr val="3366CC"/>
                </a:solidFill>
                <a:latin typeface="Times New Roman" panose="02020603050405020304" charset="0"/>
                <a:ea typeface="宋体" panose="02010600030101010101" pitchFamily="2" charset="-122"/>
              </a:endParaRPr>
            </a:p>
          </p:txBody>
        </p:sp>
        <p:sp>
          <p:nvSpPr>
            <p:cNvPr id="20506" name="直接连接符 22554"/>
            <p:cNvSpPr/>
            <p:nvPr/>
          </p:nvSpPr>
          <p:spPr>
            <a:xfrm>
              <a:off x="4756" y="534"/>
              <a:ext cx="0" cy="215"/>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0507" name="直接连接符 22555"/>
            <p:cNvSpPr/>
            <p:nvPr/>
          </p:nvSpPr>
          <p:spPr>
            <a:xfrm>
              <a:off x="785" y="972"/>
              <a:ext cx="197" cy="0"/>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2557" name="矩形 22556"/>
            <p:cNvSpPr/>
            <p:nvPr/>
          </p:nvSpPr>
          <p:spPr>
            <a:xfrm>
              <a:off x="976" y="751"/>
              <a:ext cx="616" cy="432"/>
            </a:xfrm>
            <a:prstGeom prst="rect">
              <a:avLst/>
            </a:prstGeom>
            <a:noFill/>
            <a:ln w="9525" cap="flat" cmpd="sng">
              <a:solidFill>
                <a:schemeClr val="tx1"/>
              </a:solidFill>
              <a:prstDash val="solid"/>
              <a:miter/>
              <a:headEnd type="none" w="med" len="med"/>
              <a:tailEnd type="none" w="med" len="med"/>
            </a:ln>
          </p:spPr>
          <p:txBody>
            <a:bodyPr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509" name="文本框 22557"/>
            <p:cNvSpPr txBox="1"/>
            <p:nvPr/>
          </p:nvSpPr>
          <p:spPr>
            <a:xfrm>
              <a:off x="2284" y="747"/>
              <a:ext cx="1034" cy="430"/>
            </a:xfrm>
            <a:prstGeom prst="rect">
              <a:avLst/>
            </a:prstGeom>
            <a:solidFill>
              <a:srgbClr val="FFFFFF"/>
            </a:solidFill>
            <a:ln w="9525">
              <a:noFill/>
              <a:miter/>
            </a:ln>
          </p:spPr>
          <p:txBody>
            <a:bodyPr anchor="t"/>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连接</a:t>
              </a:r>
              <a:endParaRPr lang="zh-CN" altLang="en-US" sz="1600" b="0">
                <a:solidFill>
                  <a:schemeClr val="tx1"/>
                </a:solidFill>
                <a:latin typeface="Times New Roman" panose="02020603050405020304" charset="0"/>
                <a:ea typeface="宋体" panose="02010600030101010101" pitchFamily="2" charset="-122"/>
              </a:endParaRPr>
            </a:p>
            <a:p>
              <a:pPr marL="914400" lvl="0" indent="-340995" algn="ctr">
                <a:lnSpc>
                  <a:spcPct val="120000"/>
                </a:lnSpc>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装配程序</a:t>
              </a:r>
              <a:endParaRPr lang="zh-CN" altLang="en-US" sz="1600" b="0">
                <a:solidFill>
                  <a:schemeClr val="tx1"/>
                </a:solidFill>
                <a:latin typeface="Times New Roman" panose="02020603050405020304" charset="0"/>
                <a:ea typeface="宋体" panose="02010600030101010101" pitchFamily="2" charset="-122"/>
              </a:endParaRPr>
            </a:p>
          </p:txBody>
        </p:sp>
        <p:sp>
          <p:nvSpPr>
            <p:cNvPr id="22559" name="矩形 22558"/>
            <p:cNvSpPr/>
            <p:nvPr/>
          </p:nvSpPr>
          <p:spPr>
            <a:xfrm>
              <a:off x="2679" y="760"/>
              <a:ext cx="575" cy="432"/>
            </a:xfrm>
            <a:prstGeom prst="rect">
              <a:avLst/>
            </a:prstGeom>
            <a:noFill/>
            <a:ln w="9525" cap="flat" cmpd="sng">
              <a:solidFill>
                <a:schemeClr val="tx1"/>
              </a:solidFill>
              <a:prstDash val="solid"/>
              <a:miter/>
              <a:headEnd type="none" w="med" len="med"/>
              <a:tailEnd type="none" w="med" len="med"/>
            </a:ln>
          </p:spPr>
          <p:txBody>
            <a:bodyPr anchor="ctr">
              <a:spAutoFit/>
            </a:bodyPr>
            <a:p>
              <a:pPr marL="914400" lvl="0" indent="-340995" algn="ctr" fontAlgn="base">
                <a:lnSpc>
                  <a:spcPct val="120000"/>
                </a:lnSpc>
                <a:buClr>
                  <a:schemeClr val="tx2"/>
                </a:buClr>
                <a:buSzPct val="95000"/>
                <a:buFont typeface="Wingdings" panose="05000000000000000000" pitchFamily="2" charset="2"/>
                <a:buNone/>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511" name="直接连接符 22559"/>
            <p:cNvSpPr/>
            <p:nvPr/>
          </p:nvSpPr>
          <p:spPr>
            <a:xfrm>
              <a:off x="2288" y="972"/>
              <a:ext cx="392" cy="0"/>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0512" name="文本框 22560"/>
            <p:cNvSpPr txBox="1"/>
            <p:nvPr/>
          </p:nvSpPr>
          <p:spPr>
            <a:xfrm>
              <a:off x="3456" y="765"/>
              <a:ext cx="546" cy="379"/>
            </a:xfrm>
            <a:prstGeom prst="rect">
              <a:avLst/>
            </a:prstGeom>
            <a:noFill/>
            <a:ln w="9525">
              <a:noFill/>
              <a:miter/>
            </a:ln>
          </p:spPr>
          <p:txBody>
            <a:bodyPr anchor="t"/>
            <a:p>
              <a:pPr lvl="0" indent="-340995" algn="just">
                <a:lnSpc>
                  <a:spcPct val="120000"/>
                </a:lnSpc>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可执行</a:t>
              </a:r>
              <a:r>
                <a:rPr lang="zh-CN" altLang="en-US" sz="1600" b="0">
                  <a:solidFill>
                    <a:schemeClr val="tx1"/>
                  </a:solidFill>
                  <a:latin typeface="Times New Roman" panose="02020603050405020304" charset="0"/>
                  <a:ea typeface="宋体" panose="02010600030101010101" pitchFamily="2" charset="-122"/>
                </a:rPr>
                <a:t>文件</a:t>
              </a:r>
              <a:endParaRPr lang="zh-CN" altLang="en-US" sz="1600" b="0">
                <a:solidFill>
                  <a:schemeClr val="tx1"/>
                </a:solidFill>
                <a:latin typeface="Times New Roman" panose="02020603050405020304" charset="0"/>
                <a:ea typeface="宋体" panose="02010600030101010101" pitchFamily="2" charset="-122"/>
              </a:endParaRPr>
            </a:p>
          </p:txBody>
        </p:sp>
        <p:sp>
          <p:nvSpPr>
            <p:cNvPr id="22562" name="矩形 22561"/>
            <p:cNvSpPr/>
            <p:nvPr/>
          </p:nvSpPr>
          <p:spPr>
            <a:xfrm>
              <a:off x="4470" y="750"/>
              <a:ext cx="616" cy="432"/>
            </a:xfrm>
            <a:prstGeom prst="rect">
              <a:avLst/>
            </a:prstGeom>
            <a:noFill/>
            <a:ln w="9525" cap="flat" cmpd="sng">
              <a:solidFill>
                <a:schemeClr val="tx1"/>
              </a:solidFill>
              <a:prstDash val="solid"/>
              <a:miter/>
              <a:headEnd type="none" w="med" len="med"/>
              <a:tailEnd type="none" w="med" len="med"/>
            </a:ln>
          </p:spPr>
          <p:txBody>
            <a:bodyPr anchor="ctr">
              <a:spAutoFit/>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0514" name="直接连接符 22562"/>
            <p:cNvSpPr/>
            <p:nvPr/>
          </p:nvSpPr>
          <p:spPr>
            <a:xfrm>
              <a:off x="3242" y="972"/>
              <a:ext cx="243" cy="0"/>
            </a:xfrm>
            <a:prstGeom prst="line">
              <a:avLst/>
            </a:prstGeom>
            <a:ln w="9525"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22564" name="文本框 22563"/>
          <p:cNvSpPr txBox="1"/>
          <p:nvPr/>
        </p:nvSpPr>
        <p:spPr>
          <a:xfrm>
            <a:off x="3324225" y="4527550"/>
            <a:ext cx="2679700" cy="409575"/>
          </a:xfrm>
          <a:prstGeom prst="rect">
            <a:avLst/>
          </a:prstGeom>
          <a:noFill/>
          <a:ln w="9525">
            <a:noFill/>
            <a:miter/>
          </a:ln>
        </p:spPr>
        <p:txBody>
          <a:bodyPr anchor="t">
            <a:spAutoFit/>
          </a:bodyPr>
          <a:p>
            <a:pPr lvl="0">
              <a:lnSpc>
                <a:spcPct val="130000"/>
              </a:lnSpc>
              <a:spcBef>
                <a:spcPct val="30000"/>
              </a:spcBef>
              <a:buClr>
                <a:schemeClr val="tx2"/>
              </a:buClr>
              <a:buSzPct val="95000"/>
              <a:buFont typeface="Wingdings" panose="05000000000000000000" pitchFamily="2" charset="2"/>
              <a:buNone/>
            </a:pPr>
            <a:r>
              <a:rPr lang="zh-CN" altLang="en-US" sz="1600" b="0">
                <a:solidFill>
                  <a:schemeClr val="tx1"/>
                </a:solidFill>
                <a:latin typeface="Times New Roman" panose="02020603050405020304" charset="0"/>
                <a:ea typeface="宋体" panose="02010600030101010101" pitchFamily="2" charset="-122"/>
              </a:rPr>
              <a:t>应用程序处理步骤示意图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22565" name="文本框 22564"/>
          <p:cNvSpPr txBox="1"/>
          <p:nvPr/>
        </p:nvSpPr>
        <p:spPr>
          <a:xfrm>
            <a:off x="701675" y="755650"/>
            <a:ext cx="2767013" cy="566738"/>
          </a:xfrm>
          <a:prstGeom prst="rect">
            <a:avLst/>
          </a:prstGeom>
          <a:noFill/>
          <a:ln w="9525">
            <a:noFill/>
            <a:miter/>
          </a:ln>
        </p:spPr>
        <p:txBody>
          <a:bodyPr anchor="t">
            <a:spAutoFit/>
          </a:bodyPr>
          <a:p>
            <a:pPr lvl="0">
              <a:lnSpc>
                <a:spcPct val="130000"/>
              </a:lnSpc>
              <a:spcBef>
                <a:spcPct val="30000"/>
              </a:spcBef>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应用程序处理步骤</a:t>
            </a:r>
            <a:endParaRPr lang="zh-CN" altLang="en-US" sz="2400" b="0">
              <a:solidFill>
                <a:schemeClr val="tx1"/>
              </a:solidFill>
              <a:latin typeface="Times New Roman" panose="02020603050405020304" charset="0"/>
              <a:ea typeface="宋体" panose="02010600030101010101" pitchFamily="2" charset="-122"/>
            </a:endParaRPr>
          </a:p>
        </p:txBody>
      </p:sp>
      <p:sp>
        <p:nvSpPr>
          <p:cNvPr id="22566" name="矩形 2256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应用程序的处理</a:t>
            </a:r>
            <a:endParaRPr lang="zh-CN" altLang="en-US" sz="2400" strike="noStrike" noProof="1">
              <a:ea typeface="宋体" panose="02010600030101010101" pitchFamily="2" charset="-122"/>
            </a:endParaRPr>
          </a:p>
        </p:txBody>
      </p:sp>
      <p:sp>
        <p:nvSpPr>
          <p:cNvPr id="20518" name="文本框 22547"/>
          <p:cNvSpPr txBox="1"/>
          <p:nvPr/>
        </p:nvSpPr>
        <p:spPr>
          <a:xfrm>
            <a:off x="735013" y="4013200"/>
            <a:ext cx="984250" cy="452438"/>
          </a:xfrm>
          <a:prstGeom prst="rect">
            <a:avLst/>
          </a:prstGeom>
          <a:noFill/>
          <a:ln w="9525">
            <a:noFill/>
            <a:miter/>
          </a:ln>
        </p:spPr>
        <p:txBody>
          <a:bodyPr anchor="t"/>
          <a:p>
            <a:pPr lvl="0" indent="-341630" algn="ctr">
              <a:lnSpc>
                <a:spcPct val="120000"/>
              </a:lnSpc>
              <a:buClr>
                <a:schemeClr val="tx2"/>
              </a:buClr>
              <a:buSzPct val="95000"/>
              <a:buFont typeface="Wingdings" panose="05000000000000000000" pitchFamily="2" charset="2"/>
              <a:buNone/>
            </a:pPr>
            <a:r>
              <a:rPr lang="zh-CN" altLang="zh-CN" sz="1600" b="0">
                <a:solidFill>
                  <a:srgbClr val="3366CC"/>
                </a:solidFill>
                <a:latin typeface="Times New Roman" panose="02020603050405020304" charset="0"/>
                <a:ea typeface="宋体" panose="02010600030101010101" pitchFamily="2" charset="-122"/>
              </a:rPr>
              <a:t>编译</a:t>
            </a:r>
            <a:endParaRPr lang="zh-CN" altLang="zh-CN" sz="1600" b="0">
              <a:solidFill>
                <a:srgbClr val="3366CC"/>
              </a:solidFill>
              <a:latin typeface="Times New Roman" panose="02020603050405020304" charset="0"/>
              <a:ea typeface="宋体" panose="02010600030101010101" pitchFamily="2" charset="-122"/>
            </a:endParaRPr>
          </a:p>
        </p:txBody>
      </p:sp>
      <p:sp>
        <p:nvSpPr>
          <p:cNvPr id="2" name="文本框 22547"/>
          <p:cNvSpPr txBox="1"/>
          <p:nvPr/>
        </p:nvSpPr>
        <p:spPr>
          <a:xfrm>
            <a:off x="674370" y="2195830"/>
            <a:ext cx="1012190" cy="452755"/>
          </a:xfrm>
          <a:prstGeom prst="rect">
            <a:avLst/>
          </a:prstGeom>
          <a:noFill/>
          <a:ln w="9525">
            <a:noFill/>
            <a:miter/>
          </a:ln>
        </p:spPr>
        <p:txBody>
          <a:bodyPr anchor="t"/>
          <a:p>
            <a:pPr lvl="0" indent="-341630" algn="ctr">
              <a:lnSpc>
                <a:spcPct val="120000"/>
              </a:lnSpc>
              <a:buClr>
                <a:schemeClr val="tx2"/>
              </a:buClr>
              <a:buSzPct val="95000"/>
              <a:buFont typeface="Wingdings" panose="05000000000000000000" pitchFamily="2" charset="2"/>
              <a:buNone/>
            </a:pPr>
            <a:r>
              <a:rPr lang="en-US" altLang="x-none"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rPr>
              <a:t>hello</a:t>
            </a:r>
            <a:r>
              <a:rPr lang="x-none" altLang="zh-CN"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rPr>
              <a:t>.c</a:t>
            </a:r>
            <a:endParaRPr lang="x-none" altLang="zh-CN"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endParaRPr>
          </a:p>
        </p:txBody>
      </p:sp>
      <p:sp>
        <p:nvSpPr>
          <p:cNvPr id="3" name="文本框 22547"/>
          <p:cNvSpPr txBox="1"/>
          <p:nvPr/>
        </p:nvSpPr>
        <p:spPr>
          <a:xfrm>
            <a:off x="3032760" y="2192655"/>
            <a:ext cx="1012190" cy="452755"/>
          </a:xfrm>
          <a:prstGeom prst="rect">
            <a:avLst/>
          </a:prstGeom>
          <a:noFill/>
          <a:ln w="9525">
            <a:noFill/>
            <a:miter/>
          </a:ln>
        </p:spPr>
        <p:txBody>
          <a:bodyPr anchor="t"/>
          <a:p>
            <a:pPr lvl="0" indent="-341630" algn="ctr">
              <a:lnSpc>
                <a:spcPct val="120000"/>
              </a:lnSpc>
              <a:buClr>
                <a:schemeClr val="tx2"/>
              </a:buClr>
              <a:buSzPct val="95000"/>
              <a:buFont typeface="Wingdings" panose="05000000000000000000" pitchFamily="2" charset="2"/>
              <a:buNone/>
            </a:pPr>
            <a:r>
              <a:rPr lang="en-US" altLang="x-none"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rPr>
              <a:t>hello</a:t>
            </a:r>
            <a:r>
              <a:rPr lang="x-none" altLang="zh-CN"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rPr>
              <a:t>.o</a:t>
            </a:r>
            <a:endParaRPr lang="x-none" altLang="zh-CN"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endParaRPr>
          </a:p>
        </p:txBody>
      </p:sp>
      <p:sp>
        <p:nvSpPr>
          <p:cNvPr id="4" name="文本框 22547"/>
          <p:cNvSpPr txBox="1"/>
          <p:nvPr/>
        </p:nvSpPr>
        <p:spPr>
          <a:xfrm>
            <a:off x="5521325" y="2205355"/>
            <a:ext cx="1367790" cy="452755"/>
          </a:xfrm>
          <a:prstGeom prst="rect">
            <a:avLst/>
          </a:prstGeom>
          <a:noFill/>
          <a:ln w="9525">
            <a:noFill/>
            <a:miter/>
          </a:ln>
        </p:spPr>
        <p:txBody>
          <a:bodyPr anchor="t"/>
          <a:p>
            <a:pPr lvl="0" indent="-341630" algn="ctr">
              <a:lnSpc>
                <a:spcPct val="120000"/>
              </a:lnSpc>
              <a:buClr>
                <a:schemeClr val="tx2"/>
              </a:buClr>
              <a:buSzPct val="95000"/>
              <a:buFont typeface="Wingdings" panose="05000000000000000000" pitchFamily="2" charset="2"/>
              <a:buNone/>
            </a:pPr>
            <a:r>
              <a:rPr lang="en-US" altLang="x-none"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rPr>
              <a:t>hello</a:t>
            </a:r>
            <a:endParaRPr lang="x-none" altLang="zh-CN" sz="1600">
              <a:solidFill>
                <a:srgbClr val="C00000"/>
              </a:solidFill>
              <a:effectLst>
                <a:outerShdw blurRad="38100" dist="19050" dir="2700000" algn="tl" rotWithShape="0">
                  <a:schemeClr val="dk1">
                    <a:alpha val="40000"/>
                  </a:schemeClr>
                </a:outerShdw>
              </a:effectLst>
              <a:latin typeface="Times New Roman" panose="02020603050405020304" charset="0"/>
              <a:ea typeface="宋体" panose="02010600030101010101" pitchFamily="2" charset="-122"/>
            </a:endParaRPr>
          </a:p>
        </p:txBody>
      </p:sp>
      <p:sp>
        <p:nvSpPr>
          <p:cNvPr id="5" name="文本框 4"/>
          <p:cNvSpPr txBox="1"/>
          <p:nvPr/>
        </p:nvSpPr>
        <p:spPr>
          <a:xfrm>
            <a:off x="434340" y="5085715"/>
            <a:ext cx="8279130" cy="804545"/>
          </a:xfrm>
          <a:prstGeom prst="rect">
            <a:avLst/>
          </a:prstGeom>
          <a:noFill/>
          <a:ln w="9525">
            <a:solidFill>
              <a:schemeClr val="accent4"/>
            </a:solidFill>
            <a:miter/>
          </a:ln>
        </p:spPr>
        <p:txBody>
          <a:bodyPr wrap="square" anchor="t">
            <a:spAutoFit/>
          </a:bodyPr>
          <a:p>
            <a:pPr lvl="0">
              <a:lnSpc>
                <a:spcPct val="130000"/>
              </a:lnSpc>
              <a:spcBef>
                <a:spcPct val="30000"/>
              </a:spcBef>
              <a:buClr>
                <a:schemeClr val="tx2"/>
              </a:buClr>
              <a:buSzPct val="95000"/>
              <a:buFont typeface="Wingdings" panose="05000000000000000000" pitchFamily="2" charset="2"/>
              <a:buNone/>
            </a:pPr>
            <a:r>
              <a:rPr lang="x-none" altLang="zh-CN" sz="1600" b="0">
                <a:solidFill>
                  <a:schemeClr val="tx1"/>
                </a:solidFill>
                <a:latin typeface="Times New Roman" panose="02020603050405020304" charset="0"/>
                <a:ea typeface="宋体" panose="02010600030101010101" pitchFamily="2" charset="-122"/>
              </a:rPr>
              <a:t>             </a:t>
            </a:r>
            <a:r>
              <a:rPr lang="x-none" altLang="zh-CN" sz="1600" b="0">
                <a:solidFill>
                  <a:srgbClr val="FF0000"/>
                </a:solidFill>
                <a:latin typeface="Times New Roman" panose="02020603050405020304" charset="0"/>
                <a:ea typeface="宋体" panose="02010600030101010101" pitchFamily="2" charset="-122"/>
              </a:rPr>
              <a:t>gcc -E                 gcc -S                  gcc -c                     gcc</a:t>
            </a:r>
            <a:endParaRPr lang="x-none" altLang="zh-CN" sz="1600" b="0">
              <a:solidFill>
                <a:srgbClr val="FF0000"/>
              </a:solidFill>
              <a:latin typeface="Times New Roman" panose="02020603050405020304" charset="0"/>
              <a:ea typeface="宋体" panose="02010600030101010101" pitchFamily="2" charset="-122"/>
            </a:endParaRPr>
          </a:p>
          <a:p>
            <a:pPr lvl="0">
              <a:lnSpc>
                <a:spcPct val="130000"/>
              </a:lnSpc>
              <a:spcBef>
                <a:spcPct val="30000"/>
              </a:spcBef>
              <a:buClr>
                <a:schemeClr val="tx2"/>
              </a:buClr>
              <a:buSzPct val="95000"/>
              <a:buFont typeface="Wingdings" panose="05000000000000000000" pitchFamily="2" charset="2"/>
              <a:buNone/>
            </a:pPr>
            <a:r>
              <a:rPr lang="en-US" altLang="x-none" sz="1600" b="0">
                <a:solidFill>
                  <a:schemeClr val="tx1"/>
                </a:solidFill>
                <a:latin typeface="Times New Roman" panose="02020603050405020304" charset="0"/>
                <a:ea typeface="宋体" panose="02010600030101010101" pitchFamily="2" charset="-122"/>
              </a:rPr>
              <a:t>hello</a:t>
            </a:r>
            <a:r>
              <a:rPr lang="x-none" altLang="zh-CN" sz="1600" b="0">
                <a:solidFill>
                  <a:schemeClr val="tx1"/>
                </a:solidFill>
                <a:latin typeface="Times New Roman" panose="02020603050405020304" charset="0"/>
                <a:ea typeface="宋体" panose="02010600030101010101" pitchFamily="2" charset="-122"/>
              </a:rPr>
              <a:t>.c ----------&gt; </a:t>
            </a:r>
            <a:r>
              <a:rPr lang="en-US" altLang="x-none" sz="1600" b="0">
                <a:solidFill>
                  <a:schemeClr val="tx1"/>
                </a:solidFill>
                <a:latin typeface="Times New Roman" panose="02020603050405020304" charset="0"/>
                <a:sym typeface="+mn-ea"/>
              </a:rPr>
              <a:t>hello</a:t>
            </a:r>
            <a:r>
              <a:rPr lang="x-none" altLang="zh-CN" sz="1600" b="0">
                <a:solidFill>
                  <a:schemeClr val="tx1"/>
                </a:solidFill>
                <a:latin typeface="Times New Roman" panose="02020603050405020304" charset="0"/>
                <a:ea typeface="宋体" panose="02010600030101010101" pitchFamily="2" charset="-122"/>
              </a:rPr>
              <a:t>.i -----------&gt;  </a:t>
            </a:r>
            <a:r>
              <a:rPr lang="en-US" altLang="x-none" sz="1600" b="0">
                <a:solidFill>
                  <a:schemeClr val="tx1"/>
                </a:solidFill>
                <a:latin typeface="Times New Roman" panose="02020603050405020304" charset="0"/>
                <a:sym typeface="+mn-ea"/>
              </a:rPr>
              <a:t>hello</a:t>
            </a:r>
            <a:r>
              <a:rPr lang="x-none" altLang="zh-CN" sz="1600" b="0">
                <a:solidFill>
                  <a:schemeClr val="tx1"/>
                </a:solidFill>
                <a:latin typeface="Times New Roman" panose="02020603050405020304" charset="0"/>
                <a:ea typeface="宋体" panose="02010600030101010101" pitchFamily="2" charset="-122"/>
              </a:rPr>
              <a:t>.s -----------&gt; </a:t>
            </a:r>
            <a:r>
              <a:rPr lang="en-US" altLang="x-none" sz="1600" b="0">
                <a:solidFill>
                  <a:schemeClr val="tx1"/>
                </a:solidFill>
                <a:latin typeface="Times New Roman" panose="02020603050405020304" charset="0"/>
                <a:sym typeface="+mn-ea"/>
              </a:rPr>
              <a:t>hello</a:t>
            </a:r>
            <a:r>
              <a:rPr lang="x-none" altLang="zh-CN" sz="1600" b="0">
                <a:solidFill>
                  <a:schemeClr val="tx1"/>
                </a:solidFill>
                <a:latin typeface="Times New Roman" panose="02020603050405020304" charset="0"/>
                <a:ea typeface="宋体" panose="02010600030101010101" pitchFamily="2" charset="-122"/>
              </a:rPr>
              <a:t>.o  ----------&gt; </a:t>
            </a:r>
            <a:r>
              <a:rPr lang="en-US" altLang="x-none" sz="1600" b="0">
                <a:solidFill>
                  <a:schemeClr val="tx1"/>
                </a:solidFill>
                <a:latin typeface="Times New Roman" panose="02020603050405020304" charset="0"/>
                <a:sym typeface="+mn-ea"/>
              </a:rPr>
              <a:t>hello</a:t>
            </a:r>
            <a:endParaRPr lang="x-none" altLang="zh-CN" sz="16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2564" grpId="0"/>
      <p:bldP spid="22565" grpId="0"/>
      <p:bldP spid="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5" name="矩形 23554"/>
          <p:cNvSpPr/>
          <p:nvPr/>
        </p:nvSpPr>
        <p:spPr>
          <a:xfrm>
            <a:off x="74613" y="658813"/>
            <a:ext cx="8986838" cy="538734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2.  </a:t>
            </a:r>
            <a:r>
              <a:rPr lang="zh-CN" altLang="en-US" b="1" strike="noStrike" noProof="1">
                <a:solidFill>
                  <a:srgbClr val="990000"/>
                </a:solidFill>
                <a:latin typeface="Times New Roman" panose="02020603050405020304" charset="0"/>
                <a:ea typeface="宋体" panose="02010600030101010101" pitchFamily="2" charset="-122"/>
                <a:cs typeface="+mn-ea"/>
              </a:rPr>
              <a:t>连接类型</a:t>
            </a:r>
            <a:endParaRPr lang="zh-CN" altLang="en-US" b="1" strike="noStrike" noProof="1">
              <a:solidFill>
                <a:srgbClr val="990000"/>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800" b="1" strike="noStrike" noProof="1">
                <a:solidFill>
                  <a:srgbClr val="A50021"/>
                </a:solidFill>
                <a:latin typeface="Times New Roman" panose="02020603050405020304" charset="0"/>
                <a:ea typeface="宋体" panose="02010600030101010101" pitchFamily="2" charset="-122"/>
                <a:cs typeface="+mn-ea"/>
                <a:sym typeface="Symbol" panose="05050102010706020507" pitchFamily="18" charset="2"/>
              </a:rPr>
              <a:t>      </a:t>
            </a:r>
            <a:r>
              <a:rPr lang="en-US" altLang="zh-CN" sz="2800" b="1" strike="noStrike" noProof="1">
                <a:solidFill>
                  <a:srgbClr val="A50021"/>
                </a:solidFill>
                <a:latin typeface="Times New Roman" panose="02020603050405020304" charset="0"/>
                <a:ea typeface="宋体" panose="02010600030101010101" pitchFamily="2" charset="-122"/>
                <a:cs typeface="+mn-ea"/>
                <a:sym typeface="Symbol" panose="05050102010706020507" pitchFamily="18" charset="2"/>
              </a:rPr>
              <a:t>(1) </a:t>
            </a:r>
            <a:r>
              <a:rPr lang="zh-CN" altLang="en-US" sz="2800" b="1" strike="noStrike" noProof="1">
                <a:solidFill>
                  <a:srgbClr val="A50021"/>
                </a:solidFill>
                <a:latin typeface="Times New Roman" panose="02020603050405020304" charset="0"/>
                <a:ea typeface="宋体" panose="02010600030101010101" pitchFamily="2" charset="-122"/>
                <a:cs typeface="+mn-ea"/>
                <a:sym typeface="Symbol" panose="05050102010706020507" pitchFamily="18" charset="2"/>
              </a:rPr>
              <a:t>静态连接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en-US"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把所有外部调用的函数都连接到目标文件中形成一个完整的可执行文件，这样运行时就不再需要其他的链接库。</a:t>
            </a:r>
            <a:endParaRPr lang="zh-CN" altLang="en-US" sz="2400"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914400" lvl="1" indent="-457200" fontAlgn="base">
              <a:lnSpc>
                <a:spcPct val="130000"/>
              </a:lnSpc>
              <a:buNone/>
            </a:pPr>
            <a:r>
              <a:rPr lang="zh-CN" altLang="en-US" sz="2400" strike="noStrike" noProof="1" dirty="0">
                <a:solidFill>
                  <a:srgbClr val="C00000"/>
                </a:solidFill>
                <a:effectLst/>
                <a:latin typeface="Times New Roman" panose="02020603050405020304" charset="0"/>
                <a:ea typeface="宋体" panose="02010600030101010101" pitchFamily="2" charset="-122"/>
                <a:cs typeface="+mn-cs"/>
                <a:sym typeface="Symbol" panose="05050102010706020507" pitchFamily="18" charset="2"/>
              </a:rPr>
              <a:t>静态连接的缺点</a:t>
            </a:r>
            <a:endParaRPr lang="zh-CN" altLang="en-US" sz="2400" strike="noStrike" noProof="1" dirty="0">
              <a:solidFill>
                <a:srgbClr val="C00000"/>
              </a:solidFill>
              <a:effectLst/>
              <a:latin typeface="Times New Roman" panose="02020603050405020304" charset="0"/>
              <a:ea typeface="宋体" panose="02010600030101010101" pitchFamily="2" charset="-122"/>
              <a:cs typeface="+mn-cs"/>
              <a:sym typeface="Symbol" panose="05050102010706020507" pitchFamily="18" charset="2"/>
            </a:endParaRPr>
          </a:p>
          <a:p>
            <a:pPr marL="1295400" lvl="2" indent="-381000" fontAlgn="base">
              <a:lnSpc>
                <a:spcPct val="130000"/>
              </a:lnSpc>
              <a:buNone/>
            </a:pPr>
            <a:r>
              <a:rPr lang="zh-CN" altLang="en-US" strike="noStrike" noProof="1" dirty="0">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静态连接将所需的外部函数链接到目标文件中形成为一个</a:t>
            </a:r>
            <a:endParaRPr lang="zh-CN" altLang="en-US"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1295400" lvl="2" indent="-381000" fontAlgn="base">
              <a:lnSpc>
                <a:spcPct val="130000"/>
              </a:lnSpc>
              <a:buNone/>
            </a:pPr>
            <a:r>
              <a:rPr lang="zh-CN" altLang="en-US" strike="noStrike" noProof="1" dirty="0">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可执行文件。若多个应用程序都调用了同一个库中的外部</a:t>
            </a:r>
            <a:endParaRPr lang="zh-CN" altLang="en-US"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1295400" lvl="2" indent="-381000" fontAlgn="base">
              <a:lnSpc>
                <a:spcPct val="130000"/>
              </a:lnSpc>
              <a:buNone/>
            </a:pPr>
            <a:r>
              <a:rPr lang="zh-CN" altLang="en-US" strike="noStrike" noProof="1" dirty="0">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函数，那么，多个应用程序的目标文件中都会包含这个外</a:t>
            </a:r>
            <a:endParaRPr lang="zh-CN" altLang="en-US"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a:p>
            <a:pPr marL="1295400" lvl="2" indent="-381000" fontAlgn="base">
              <a:lnSpc>
                <a:spcPct val="130000"/>
              </a:lnSpc>
              <a:buNone/>
            </a:pPr>
            <a:r>
              <a:rPr lang="zh-CN" altLang="en-US" strike="noStrike" noProof="1" dirty="0">
                <a:solidFill>
                  <a:schemeClr val="tx1"/>
                </a:solidFill>
                <a:effectLst/>
                <a:latin typeface="Times New Roman" panose="02020603050405020304" charset="0"/>
                <a:ea typeface="宋体" panose="02010600030101010101" pitchFamily="2" charset="-122"/>
                <a:cs typeface="+mn-cs"/>
                <a:sym typeface="Symbol" panose="05050102010706020507" pitchFamily="18" charset="2"/>
              </a:rPr>
              <a:t>部函数对应的代码。</a:t>
            </a:r>
            <a:endParaRPr lang="zh-CN" altLang="en-US"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sp>
        <p:nvSpPr>
          <p:cNvPr id="23556" name="矩形 23555"/>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应用程序的处理</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3555"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文本框 2560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en-US" altLang="zh-CN" sz="1400" b="0">
                <a:solidFill>
                  <a:schemeClr val="tx2"/>
                </a:solidFill>
                <a:latin typeface="Times New Roman" panose="02020603050405020304" charset="0"/>
                <a:ea typeface="宋体" panose="02010600030101010101" pitchFamily="2" charset="-122"/>
              </a:rPr>
              <a:t>15</a:t>
            </a:r>
            <a:endParaRPr lang="en-US" altLang="zh-CN" sz="1400" b="0">
              <a:solidFill>
                <a:schemeClr val="tx2"/>
              </a:solidFill>
              <a:latin typeface="Times New Roman" panose="02020603050405020304" charset="0"/>
              <a:ea typeface="宋体" panose="02010600030101010101" pitchFamily="2" charset="-122"/>
            </a:endParaRPr>
          </a:p>
        </p:txBody>
      </p:sp>
      <p:sp>
        <p:nvSpPr>
          <p:cNvPr id="25603" name="矩形 25602"/>
          <p:cNvSpPr/>
          <p:nvPr/>
        </p:nvSpPr>
        <p:spPr>
          <a:xfrm>
            <a:off x="381000" y="570230"/>
            <a:ext cx="8462963" cy="2873375"/>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sz="2800" b="1" strike="noStrike" noProof="1">
                <a:solidFill>
                  <a:srgbClr val="A50021"/>
                </a:solidFill>
                <a:latin typeface="Times New Roman" panose="02020603050405020304" charset="0"/>
                <a:ea typeface="宋体" panose="02010600030101010101" pitchFamily="2" charset="-122"/>
                <a:cs typeface="+mn-ea"/>
                <a:sym typeface="Symbol" panose="05050102010706020507" pitchFamily="18" charset="2"/>
              </a:rPr>
              <a:t>(2) </a:t>
            </a:r>
            <a:r>
              <a:rPr lang="zh-CN" altLang="en-US" sz="2800" b="1" strike="noStrike" noProof="1">
                <a:solidFill>
                  <a:srgbClr val="A50021"/>
                </a:solidFill>
                <a:latin typeface="Times New Roman" panose="02020603050405020304" charset="0"/>
                <a:ea typeface="宋体" panose="02010600030101010101" pitchFamily="2" charset="-122"/>
                <a:cs typeface="+mn-ea"/>
                <a:sym typeface="Symbol" panose="05050102010706020507" pitchFamily="18" charset="2"/>
              </a:rPr>
              <a:t>动态连接 </a:t>
            </a:r>
            <a:endParaRPr lang="zh-CN" altLang="en-US" sz="2800" b="1" strike="noStrike" noProof="1">
              <a:solidFill>
                <a:srgbClr val="A50021"/>
              </a:solidFill>
              <a:latin typeface="Times New Roman" panose="02020603050405020304" charset="0"/>
              <a:ea typeface="宋体" panose="02010600030101010101" pitchFamily="2" charset="-122"/>
            </a:endParaRPr>
          </a:p>
          <a:p>
            <a:pPr marL="533400" lvl="0" indent="-533400" fontAlgn="base">
              <a:lnSpc>
                <a:spcPct val="130000"/>
              </a:lnSpc>
              <a:buNone/>
            </a:pPr>
            <a:r>
              <a:rPr lang="zh-CN" altLang="en-US" sz="20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动态连接不需要将外部函数链接到目标文件中。</a:t>
            </a:r>
            <a:endPar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zh-CN" altLang="en-US" sz="2400" strike="noStrike" noProof="1">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而是在应用程序中需要调用外部函数的地方作记录，并说明要使用的外部函数名</a:t>
            </a:r>
            <a:r>
              <a:rPr lang="zh-CN" altLang="en-US"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a:t>
            </a:r>
            <a:endParaRPr lang="zh-CN" altLang="en-US"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endParaRPr>
          </a:p>
          <a:p>
            <a:pPr marL="533400" lvl="0" indent="-533400" fontAlgn="base">
              <a:lnSpc>
                <a:spcPct val="130000"/>
              </a:lnSpc>
              <a:buNone/>
            </a:pPr>
            <a:r>
              <a:rPr lang="x-none" altLang="zh-CN"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	      </a:t>
            </a:r>
            <a:r>
              <a:rPr lang="zh-CN" altLang="en-US" sz="2400" strike="noStrike" noProof="1" dirty="0">
                <a:solidFill>
                  <a:schemeClr val="tx1"/>
                </a:solidFill>
                <a:effectLst/>
                <a:latin typeface="Times New Roman" panose="02020603050405020304" charset="0"/>
                <a:ea typeface="宋体" panose="02010600030101010101" pitchFamily="2" charset="-122"/>
                <a:cs typeface="+mn-ea"/>
                <a:sym typeface="Symbol" panose="05050102010706020507" pitchFamily="18" charset="2"/>
              </a:rPr>
              <a:t>运行时加载依赖的动态链接库。</a:t>
            </a:r>
            <a:endParaRPr lang="zh-CN" altLang="en-US" sz="2400" strike="noStrike" noProof="1" dirty="0">
              <a:solidFill>
                <a:schemeClr val="tx1"/>
              </a:solidFill>
              <a:effectLst/>
              <a:latin typeface="Times New Roman" panose="02020603050405020304" charset="0"/>
              <a:ea typeface="宋体" panose="02010600030101010101" pitchFamily="2" charset="-122"/>
              <a:sym typeface="Symbol" panose="05050102010706020507" pitchFamily="18" charset="2"/>
            </a:endParaRPr>
          </a:p>
        </p:txBody>
      </p:sp>
      <p:sp>
        <p:nvSpPr>
          <p:cNvPr id="25604" name="矩形 256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应用程序的处理</a:t>
            </a:r>
            <a:endParaRPr lang="zh-CN" altLang="en-US" sz="2400" strike="noStrike" noProof="1">
              <a:ea typeface="宋体" panose="02010600030101010101" pitchFamily="2" charset="-122"/>
            </a:endParaRPr>
          </a:p>
        </p:txBody>
      </p:sp>
      <p:pic>
        <p:nvPicPr>
          <p:cNvPr id="2050" name="Picture 2" descr="Static and Dynamic Linking C Code – Flawl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0840" y="3443605"/>
            <a:ext cx="4244340" cy="2886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560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4" name="矩形 2560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应用程序的处理</a:t>
            </a:r>
            <a:endParaRPr lang="zh-CN" altLang="en-US" sz="2400" strike="noStrike" noProof="1">
              <a:ea typeface="宋体" panose="02010600030101010101" pitchFamily="2" charset="-122"/>
            </a:endParaRPr>
          </a:p>
        </p:txBody>
      </p:sp>
      <p:sp>
        <p:nvSpPr>
          <p:cNvPr id="100" name="文本框 99"/>
          <p:cNvSpPr txBox="1"/>
          <p:nvPr/>
        </p:nvSpPr>
        <p:spPr>
          <a:xfrm>
            <a:off x="478790" y="922020"/>
            <a:ext cx="8070215" cy="1930400"/>
          </a:xfrm>
          <a:prstGeom prst="rect">
            <a:avLst/>
          </a:prstGeom>
          <a:noFill/>
          <a:ln w="9525">
            <a:noFill/>
            <a:miter/>
          </a:ln>
        </p:spPr>
        <p:txBody>
          <a:bodyPr wrap="square">
            <a:spAutoFit/>
          </a:bodyPr>
          <a:p>
            <a:pPr marL="0" indent="0" algn="l">
              <a:lnSpc>
                <a:spcPct val="130000"/>
              </a:lnSpc>
            </a:pPr>
            <a:r>
              <a:rPr lang="en-US" altLang="zh-CN" sz="1800" b="0" u="none">
                <a:latin typeface="Calibri" charset="0"/>
                <a:ea typeface="Calibri" charset="0"/>
                <a:cs typeface="Calibri" charset="0"/>
              </a:rPr>
              <a:t>Linux</a:t>
            </a:r>
            <a:r>
              <a:rPr lang="zh-CN" altLang="en-US" sz="2000" b="0" u="none">
                <a:latin typeface="宋体" panose="02010600030101010101" pitchFamily="2" charset="-122"/>
                <a:ea typeface="宋体" panose="02010600030101010101" pitchFamily="2" charset="-122"/>
                <a:cs typeface="宋体" panose="02010600030101010101" pitchFamily="2" charset="-122"/>
              </a:rPr>
              <a:t>下学习路线：</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p>
            <a:pPr marL="0" indent="0" algn="l">
              <a:lnSpc>
                <a:spcPct val="130000"/>
              </a:lnSpc>
            </a:pPr>
            <a:r>
              <a:rPr lang="en-US" altLang="zh-CN" sz="1800" b="0" u="none">
                <a:latin typeface="Calibri" charset="0"/>
                <a:ea typeface="Calibri" charset="0"/>
                <a:cs typeface="Calibri" charset="0"/>
              </a:rPr>
              <a:t>   1 l</a:t>
            </a:r>
            <a:r>
              <a:rPr lang="zh-CN" altLang="en-US" sz="1800" b="0" u="none">
                <a:latin typeface="宋体" panose="02010600030101010101" pitchFamily="2" charset="-122"/>
                <a:cs typeface="宋体" panose="02010600030101010101" pitchFamily="2" charset="-122"/>
              </a:rPr>
              <a:t>inux</a:t>
            </a:r>
            <a:r>
              <a:rPr lang="zh-CN" altLang="en-US" sz="1800" b="0" u="none">
                <a:latin typeface="宋体" panose="02010600030101010101" pitchFamily="2" charset="-122"/>
                <a:ea typeface="宋体" panose="02010600030101010101" pitchFamily="2" charset="-122"/>
                <a:cs typeface="宋体" panose="02010600030101010101" pitchFamily="2" charset="-122"/>
              </a:rPr>
              <a:t>下基本文件操作</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常用命令</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shell脚本</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zh-CN" altLang="en-US" sz="1800" b="0" u="none">
                <a:latin typeface="宋体" panose="02010600030101010101" pitchFamily="2" charset="-122"/>
                <a:ea typeface="宋体" panose="02010600030101010101" pitchFamily="2" charset="-122"/>
                <a:cs typeface="宋体" panose="02010600030101010101" pitchFamily="2" charset="-122"/>
              </a:rPr>
              <a:t>编程开发</a:t>
            </a:r>
            <a:r>
              <a:rPr lang="en-US" altLang="zh-CN" sz="1800" b="0" u="none">
                <a:latin typeface="宋体" panose="02010600030101010101" pitchFamily="2" charset="-122"/>
                <a:ea typeface="宋体" panose="02010600030101010101" pitchFamily="2" charset="-122"/>
                <a:cs typeface="宋体" panose="02010600030101010101" pitchFamily="2" charset="-122"/>
              </a:rPr>
              <a:t>(</a:t>
            </a:r>
            <a:r>
              <a:rPr lang="en-US" altLang="zh-CN" sz="1800" b="0">
                <a:latin typeface="宋体" panose="02010600030101010101" pitchFamily="2" charset="-122"/>
                <a:cs typeface="宋体" panose="02010600030101010101" pitchFamily="2" charset="-122"/>
                <a:sym typeface="+mn-ea"/>
              </a:rPr>
              <a:t>gcc,gdb,git, ...</a:t>
            </a:r>
            <a:r>
              <a:rPr lang="en-US" altLang="zh-CN" sz="1800" b="0" u="none">
                <a:latin typeface="宋体" panose="02010600030101010101" pitchFamily="2" charset="-122"/>
                <a:ea typeface="宋体" panose="02010600030101010101" pitchFamily="2" charset="-122"/>
                <a:cs typeface="宋体" panose="02010600030101010101" pitchFamily="2" charset="-122"/>
              </a:rPr>
              <a:t>)</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p>
            <a:pPr marL="0" indent="0" algn="l">
              <a:lnSpc>
                <a:spcPct val="130000"/>
              </a:lnSpc>
            </a:pPr>
            <a:r>
              <a:rPr lang="en-US" altLang="zh-CN" sz="1800" b="0" u="none">
                <a:latin typeface="Calibri" charset="0"/>
                <a:ea typeface="Calibri" charset="0"/>
                <a:cs typeface="Calibri" charset="0"/>
              </a:rPr>
              <a:t>   2 </a:t>
            </a:r>
            <a:r>
              <a:rPr lang="zh-CN" altLang="en-US" sz="1800" b="0" u="none">
                <a:latin typeface="宋体" panose="02010600030101010101" pitchFamily="2" charset="-122"/>
                <a:cs typeface="宋体" panose="02010600030101010101" pitchFamily="2" charset="-122"/>
              </a:rPr>
              <a:t>C</a:t>
            </a:r>
            <a:r>
              <a:rPr lang="zh-CN" altLang="en-US" sz="1800" b="0" u="none">
                <a:latin typeface="宋体" panose="02010600030101010101" pitchFamily="2" charset="-122"/>
                <a:ea typeface="宋体" panose="02010600030101010101" pitchFamily="2" charset="-122"/>
                <a:cs typeface="宋体" panose="02010600030101010101" pitchFamily="2" charset="-122"/>
              </a:rPr>
              <a:t>语言，常用数据结构和算法</a:t>
            </a:r>
            <a:endParaRPr lang="zh-CN" altLang="en-US" sz="2000" b="0" u="none">
              <a:latin typeface="宋体" panose="02010600030101010101" pitchFamily="2" charset="-122"/>
              <a:ea typeface="宋体" panose="02010600030101010101" pitchFamily="2" charset="-122"/>
              <a:cs typeface="宋体" panose="02010600030101010101" pitchFamily="2" charset="-122"/>
            </a:endParaRPr>
          </a:p>
          <a:p>
            <a:pPr marL="0" indent="0" algn="l">
              <a:lnSpc>
                <a:spcPct val="130000"/>
              </a:lnSpc>
            </a:pPr>
            <a:r>
              <a:rPr lang="en-US" altLang="zh-CN" sz="1800" b="0" u="none">
                <a:latin typeface="Calibri" charset="0"/>
                <a:ea typeface="Calibri" charset="0"/>
                <a:cs typeface="Calibri" charset="0"/>
              </a:rPr>
              <a:t>   3 </a:t>
            </a:r>
            <a:r>
              <a:rPr lang="en-US" altLang="zh-CN" sz="1800" b="0" u="none">
                <a:latin typeface="宋体" panose="02010600030101010101" pitchFamily="2" charset="-122"/>
                <a:cs typeface="宋体" panose="02010600030101010101" pitchFamily="2" charset="-122"/>
              </a:rPr>
              <a:t>li</a:t>
            </a:r>
            <a:r>
              <a:rPr lang="zh-CN" altLang="en-US" sz="1800" b="0" u="none">
                <a:latin typeface="宋体" panose="02010600030101010101" pitchFamily="2" charset="-122"/>
                <a:cs typeface="宋体" panose="02010600030101010101" pitchFamily="2" charset="-122"/>
              </a:rPr>
              <a:t>nux</a:t>
            </a:r>
            <a:r>
              <a:rPr lang="zh-CN" altLang="en-US" sz="1800" b="0" u="none">
                <a:latin typeface="宋体" panose="02010600030101010101" pitchFamily="2" charset="-122"/>
                <a:ea typeface="宋体" panose="02010600030101010101" pitchFamily="2" charset="-122"/>
                <a:cs typeface="宋体" panose="02010600030101010101" pitchFamily="2" charset="-122"/>
              </a:rPr>
              <a:t>系统编程 (文件操作，进程控制，信号，进程间通讯)</a:t>
            </a:r>
            <a:endParaRPr lang="x-none" altLang="zh-CN" sz="2000" b="0" u="none">
              <a:latin typeface="宋体" panose="02010600030101010101" pitchFamily="2" charset="-122"/>
              <a:ea typeface="宋体" panose="02010600030101010101" pitchFamily="2" charset="-122"/>
              <a:cs typeface="宋体" panose="02010600030101010101" pitchFamily="2" charset="-122"/>
            </a:endParaRPr>
          </a:p>
          <a:p>
            <a:pPr marL="0" indent="0" algn="l">
              <a:lnSpc>
                <a:spcPct val="130000"/>
              </a:lnSpc>
            </a:pPr>
            <a:r>
              <a:rPr lang="en-US" altLang="zh-CN" sz="1800" b="0" u="none">
                <a:latin typeface="Calibri" charset="0"/>
                <a:ea typeface="Calibri" charset="0"/>
                <a:cs typeface="Calibri" charset="0"/>
              </a:rPr>
              <a:t>   4 </a:t>
            </a:r>
            <a:r>
              <a:rPr lang="zh-CN" altLang="en-US" sz="1800" b="0" u="none">
                <a:latin typeface="宋体" panose="02010600030101010101" pitchFamily="2" charset="-122"/>
                <a:cs typeface="宋体" panose="02010600030101010101" pitchFamily="2" charset="-122"/>
              </a:rPr>
              <a:t>linux</a:t>
            </a:r>
            <a:r>
              <a:rPr lang="zh-CN" altLang="en-US" sz="1800" b="0" u="none">
                <a:latin typeface="宋体" panose="02010600030101010101" pitchFamily="2" charset="-122"/>
                <a:ea typeface="宋体" panose="02010600030101010101" pitchFamily="2" charset="-122"/>
                <a:cs typeface="宋体" panose="02010600030101010101" pitchFamily="2" charset="-122"/>
              </a:rPr>
              <a:t>多线程开发</a:t>
            </a:r>
            <a:endParaRPr lang="en-US" altLang="zh-CN" sz="1800" b="0" u="none">
              <a:latin typeface="宋体" panose="02010600030101010101" pitchFamily="2" charset="-122"/>
              <a:ea typeface="宋体" panose="02010600030101010101" pitchFamily="2" charset="-122"/>
              <a:cs typeface="宋体" panose="02010600030101010101" pitchFamily="2" charset="-122"/>
            </a:endParaRPr>
          </a:p>
        </p:txBody>
      </p:sp>
      <p:sp>
        <p:nvSpPr>
          <p:cNvPr id="2" name="文本框 1"/>
          <p:cNvSpPr txBox="1"/>
          <p:nvPr/>
        </p:nvSpPr>
        <p:spPr>
          <a:xfrm>
            <a:off x="710565" y="3246755"/>
            <a:ext cx="7278370" cy="2553335"/>
          </a:xfrm>
          <a:prstGeom prst="rect">
            <a:avLst/>
          </a:prstGeom>
          <a:noFill/>
          <a:ln w="9525">
            <a:noFill/>
            <a:miter/>
          </a:ln>
        </p:spPr>
        <p:txBody>
          <a:bodyPr wrap="square">
            <a:spAutoFit/>
          </a:bodyPr>
          <a:p>
            <a:pPr marL="0" indent="0" algn="l"/>
            <a:r>
              <a:rPr lang="en-US" altLang="zh-CN" sz="2000" b="0" u="none">
                <a:solidFill>
                  <a:schemeClr val="tx1"/>
                </a:solidFill>
                <a:latin typeface="Calibri" charset="0"/>
                <a:ea typeface="Calibri" charset="0"/>
                <a:cs typeface="Calibri" charset="0"/>
              </a:rPr>
              <a:t>上面的内容只是基础，选定自己的方向继续深入：</a:t>
            </a:r>
            <a:endParaRPr lang="en-US" altLang="zh-CN" sz="2000" b="0" u="none">
              <a:solidFill>
                <a:schemeClr val="tx1"/>
              </a:solidFill>
              <a:latin typeface="Calibri" charset="0"/>
              <a:ea typeface="Calibri" charset="0"/>
              <a:cs typeface="Calibri" charset="0"/>
            </a:endParaRPr>
          </a:p>
          <a:p>
            <a:pPr marL="0" indent="0" algn="l"/>
            <a:r>
              <a:rPr lang="x-none" altLang="en-US" sz="2000" b="0" u="none">
                <a:solidFill>
                  <a:schemeClr val="tx1"/>
                </a:solidFill>
                <a:latin typeface="Calibri" charset="0"/>
                <a:ea typeface="Calibri" charset="0"/>
                <a:cs typeface="Calibri" charset="0"/>
              </a:rPr>
              <a:t>      图形</a:t>
            </a:r>
            <a:r>
              <a:rPr lang="en-US" altLang="zh-CN" sz="2000" b="0" u="none">
                <a:solidFill>
                  <a:schemeClr val="tx1"/>
                </a:solidFill>
                <a:latin typeface="Calibri" charset="0"/>
                <a:ea typeface="Calibri" charset="0"/>
                <a:cs typeface="Calibri" charset="0"/>
              </a:rPr>
              <a:t>界面</a:t>
            </a:r>
            <a:r>
              <a:rPr lang="x-none" altLang="en-US" sz="2000" b="0" u="none">
                <a:solidFill>
                  <a:schemeClr val="tx1"/>
                </a:solidFill>
                <a:latin typeface="Calibri" charset="0"/>
                <a:ea typeface="Calibri" charset="0"/>
                <a:cs typeface="Calibri" charset="0"/>
              </a:rPr>
              <a:t>开发 </a:t>
            </a:r>
            <a:r>
              <a:rPr lang="en-US" altLang="zh-CN" sz="2000" b="0" u="none">
                <a:solidFill>
                  <a:schemeClr val="tx1"/>
                </a:solidFill>
                <a:latin typeface="Calibri" charset="0"/>
                <a:ea typeface="Calibri" charset="0"/>
                <a:cs typeface="Calibri" charset="0"/>
              </a:rPr>
              <a:t>GUI</a:t>
            </a:r>
            <a:r>
              <a:rPr lang="x-none" altLang="en-US" sz="2000" b="0" u="none">
                <a:solidFill>
                  <a:schemeClr val="tx1"/>
                </a:solidFill>
                <a:latin typeface="Calibri" charset="0"/>
                <a:ea typeface="Calibri" charset="0"/>
                <a:cs typeface="Calibri" charset="0"/>
              </a:rPr>
              <a:t>（</a:t>
            </a:r>
            <a:r>
              <a:rPr lang="zh-CN" altLang="en-US" sz="2000" b="0">
                <a:solidFill>
                  <a:schemeClr val="tx1"/>
                </a:solidFill>
                <a:latin typeface="Times New Roman" panose="02020603050405020304" charset="0"/>
                <a:cs typeface="+mn-ea"/>
                <a:sym typeface="Symbol" panose="05050102010706020507" pitchFamily="18" charset="2"/>
              </a:rPr>
              <a:t>X11，SDL</a:t>
            </a:r>
            <a:r>
              <a:rPr lang="en-US" altLang="zh-CN" sz="2000" b="0">
                <a:solidFill>
                  <a:schemeClr val="tx1"/>
                </a:solidFill>
                <a:latin typeface="Times New Roman" panose="02020603050405020304" charset="0"/>
                <a:cs typeface="+mn-ea"/>
                <a:sym typeface="Symbol" panose="05050102010706020507" pitchFamily="18" charset="2"/>
              </a:rPr>
              <a:t>2</a:t>
            </a:r>
            <a:r>
              <a:rPr lang="zh-CN" altLang="en-US" sz="2000" b="0">
                <a:solidFill>
                  <a:schemeClr val="tx1"/>
                </a:solidFill>
                <a:latin typeface="Times New Roman" panose="02020603050405020304" charset="0"/>
                <a:cs typeface="+mn-ea"/>
                <a:sym typeface="Symbol" panose="05050102010706020507" pitchFamily="18" charset="2"/>
              </a:rPr>
              <a:t>，</a:t>
            </a:r>
            <a:r>
              <a:rPr lang="en-US" altLang="zh-CN" sz="2000" b="0">
                <a:solidFill>
                  <a:schemeClr val="tx1"/>
                </a:solidFill>
                <a:latin typeface="Times New Roman" panose="02020603050405020304" charset="0"/>
                <a:cs typeface="+mn-ea"/>
                <a:sym typeface="Symbol" panose="05050102010706020507" pitchFamily="18" charset="2"/>
              </a:rPr>
              <a:t>GTK</a:t>
            </a:r>
            <a:r>
              <a:rPr lang="zh-CN" altLang="en-US" sz="2000" b="0">
                <a:solidFill>
                  <a:schemeClr val="tx1"/>
                </a:solidFill>
                <a:latin typeface="Times New Roman" panose="02020603050405020304" charset="0"/>
                <a:cs typeface="+mn-ea"/>
                <a:sym typeface="Symbol" panose="05050102010706020507" pitchFamily="18" charset="2"/>
              </a:rPr>
              <a:t>，Q</a:t>
            </a:r>
            <a:r>
              <a:rPr lang="en-US" altLang="zh-CN" sz="2000" b="0">
                <a:solidFill>
                  <a:schemeClr val="tx1"/>
                </a:solidFill>
                <a:latin typeface="Times New Roman" panose="02020603050405020304" charset="0"/>
                <a:cs typeface="+mn-ea"/>
                <a:sym typeface="Symbol" panose="05050102010706020507" pitchFamily="18" charset="2"/>
              </a:rPr>
              <a:t>T</a:t>
            </a:r>
            <a:r>
              <a:rPr lang="x-none" altLang="en-US" sz="2000" b="0" u="none">
                <a:solidFill>
                  <a:schemeClr val="tx1"/>
                </a:solidFill>
                <a:latin typeface="Calibri" charset="0"/>
                <a:ea typeface="Calibri" charset="0"/>
                <a:cs typeface="Calibri" charset="0"/>
              </a:rPr>
              <a:t>）</a:t>
            </a:r>
            <a:endParaRPr lang="en-US" altLang="zh-CN" sz="2000" b="0" u="none">
              <a:solidFill>
                <a:schemeClr val="tx1"/>
              </a:solidFill>
              <a:latin typeface="Calibri" charset="0"/>
              <a:ea typeface="Calibri" charset="0"/>
              <a:cs typeface="Calibri" charset="0"/>
            </a:endParaRPr>
          </a:p>
          <a:p>
            <a:pPr marL="0" indent="0" algn="l"/>
            <a:r>
              <a:rPr lang="en-US" altLang="zh-CN" sz="2000" b="0" u="none">
                <a:solidFill>
                  <a:schemeClr val="tx1"/>
                </a:solidFill>
                <a:latin typeface="Calibri" charset="0"/>
                <a:ea typeface="Calibri" charset="0"/>
                <a:cs typeface="Calibri" charset="0"/>
              </a:rPr>
              <a:t> </a:t>
            </a:r>
            <a:r>
              <a:rPr lang="x-none" altLang="en-US" sz="2000" b="0" u="none">
                <a:solidFill>
                  <a:schemeClr val="tx1"/>
                </a:solidFill>
                <a:latin typeface="Calibri" charset="0"/>
                <a:ea typeface="Calibri" charset="0"/>
                <a:cs typeface="Calibri" charset="0"/>
              </a:rPr>
              <a:t>     </a:t>
            </a:r>
            <a:r>
              <a:rPr lang="en-US" altLang="zh-CN" sz="2000" b="0" u="none">
                <a:solidFill>
                  <a:schemeClr val="tx1"/>
                </a:solidFill>
                <a:latin typeface="Calibri" charset="0"/>
                <a:ea typeface="Calibri" charset="0"/>
                <a:cs typeface="Calibri" charset="0"/>
              </a:rPr>
              <a:t>数据库</a:t>
            </a:r>
            <a:r>
              <a:rPr lang="zh-CN" altLang="en-US" sz="2000" b="0" u="none">
                <a:solidFill>
                  <a:schemeClr val="tx1"/>
                </a:solidFill>
                <a:latin typeface="Calibri" charset="0"/>
                <a:ea typeface="Calibri" charset="0"/>
                <a:cs typeface="Calibri" charset="0"/>
              </a:rPr>
              <a:t>，多媒体</a:t>
            </a:r>
            <a:r>
              <a:rPr lang="en-US" altLang="zh-CN" sz="2000" b="0" u="none">
                <a:solidFill>
                  <a:schemeClr val="tx1"/>
                </a:solidFill>
                <a:latin typeface="Calibri" charset="0"/>
                <a:ea typeface="Calibri" charset="0"/>
                <a:cs typeface="Calibri" charset="0"/>
              </a:rPr>
              <a:t>，</a:t>
            </a:r>
            <a:r>
              <a:rPr lang="zh-CN" altLang="x-none" sz="2000" b="0">
                <a:solidFill>
                  <a:schemeClr val="tx1"/>
                </a:solidFill>
                <a:latin typeface="Calibri" charset="0"/>
                <a:ea typeface="Calibri" charset="0"/>
                <a:cs typeface="Calibri" charset="0"/>
                <a:sym typeface="+mn-ea"/>
              </a:rPr>
              <a:t>网络安全，</a:t>
            </a:r>
            <a:r>
              <a:rPr lang="en-US" altLang="zh-CN" sz="2000" b="0" u="none">
                <a:solidFill>
                  <a:schemeClr val="tx1"/>
                </a:solidFill>
                <a:latin typeface="Calibri" charset="0"/>
                <a:ea typeface="Calibri" charset="0"/>
                <a:cs typeface="Calibri" charset="0"/>
              </a:rPr>
              <a:t>3D</a:t>
            </a:r>
            <a:r>
              <a:rPr lang="zh-CN" altLang="en-US" sz="2000" b="0" u="none">
                <a:solidFill>
                  <a:schemeClr val="tx1"/>
                </a:solidFill>
                <a:latin typeface="Calibri" charset="0"/>
                <a:ea typeface="Calibri" charset="0"/>
                <a:cs typeface="Calibri" charset="0"/>
              </a:rPr>
              <a:t>，</a:t>
            </a:r>
            <a:r>
              <a:rPr lang="x-none" altLang="en-US" sz="2000" b="0" u="none">
                <a:solidFill>
                  <a:schemeClr val="tx1"/>
                </a:solidFill>
                <a:latin typeface="Calibri" charset="0"/>
                <a:ea typeface="Calibri" charset="0"/>
                <a:cs typeface="Calibri" charset="0"/>
              </a:rPr>
              <a:t>图</a:t>
            </a:r>
            <a:r>
              <a:rPr lang="zh-CN" altLang="x-none" sz="2000" b="0" u="none">
                <a:solidFill>
                  <a:schemeClr val="tx1"/>
                </a:solidFill>
                <a:latin typeface="Calibri" charset="0"/>
                <a:ea typeface="Calibri" charset="0"/>
                <a:cs typeface="Calibri" charset="0"/>
              </a:rPr>
              <a:t>像</a:t>
            </a:r>
            <a:r>
              <a:rPr lang="x-none" altLang="en-US" sz="2000" b="0" u="none">
                <a:solidFill>
                  <a:schemeClr val="tx1"/>
                </a:solidFill>
                <a:latin typeface="Calibri" charset="0"/>
                <a:ea typeface="Calibri" charset="0"/>
                <a:cs typeface="Calibri" charset="0"/>
              </a:rPr>
              <a:t>处理，</a:t>
            </a:r>
            <a:r>
              <a:rPr lang="en-US" altLang="zh-CN" sz="2000" b="0" u="none">
                <a:solidFill>
                  <a:schemeClr val="tx1"/>
                </a:solidFill>
                <a:latin typeface="Calibri" charset="0"/>
                <a:ea typeface="Calibri" charset="0"/>
                <a:cs typeface="Calibri" charset="0"/>
              </a:rPr>
              <a:t>人工智能，操作系统本身</a:t>
            </a:r>
            <a:r>
              <a:rPr lang="x-none" altLang="en-US" sz="2000" b="0" u="none">
                <a:solidFill>
                  <a:schemeClr val="tx1"/>
                </a:solidFill>
                <a:latin typeface="Calibri" charset="0"/>
                <a:ea typeface="Calibri" charset="0"/>
                <a:cs typeface="Calibri" charset="0"/>
              </a:rPr>
              <a:t>，.......等等。</a:t>
            </a:r>
            <a:endParaRPr lang="en-US" altLang="zh-CN" sz="2000" b="0" u="none">
              <a:solidFill>
                <a:schemeClr val="tx1"/>
              </a:solidFill>
              <a:latin typeface="Calibri" charset="0"/>
              <a:ea typeface="Calibri" charset="0"/>
              <a:cs typeface="Calibri" charset="0"/>
            </a:endParaRPr>
          </a:p>
          <a:p>
            <a:pPr marL="0" indent="0" algn="l"/>
            <a:endParaRPr lang="en-US" altLang="zh-CN" sz="2000" b="0" u="none">
              <a:solidFill>
                <a:schemeClr val="tx1"/>
              </a:solidFill>
              <a:latin typeface="Calibri" charset="0"/>
              <a:ea typeface="Calibri" charset="0"/>
              <a:cs typeface="Calibri" charset="0"/>
            </a:endParaRPr>
          </a:p>
          <a:p>
            <a:pPr marL="0" indent="0" algn="l"/>
            <a:r>
              <a:rPr lang="x-none" altLang="zh-CN" sz="2000" b="0" u="none">
                <a:solidFill>
                  <a:schemeClr val="tx1"/>
                </a:solidFill>
                <a:latin typeface="宋体" panose="02010600030101010101" pitchFamily="2" charset="-122"/>
                <a:ea typeface="宋体" panose="02010600030101010101" pitchFamily="2" charset="-122"/>
                <a:cs typeface="宋体" panose="02010600030101010101" pitchFamily="2" charset="-122"/>
              </a:rPr>
              <a:t>每个方向或领域都有1</a:t>
            </a:r>
            <a:r>
              <a:rPr lang="en-US" altLang="x-none" sz="2000" b="0" u="none">
                <a:solidFill>
                  <a:schemeClr val="tx1"/>
                </a:solidFill>
                <a:latin typeface="宋体" panose="02010600030101010101" pitchFamily="2" charset="-122"/>
                <a:ea typeface="宋体" panose="02010600030101010101" pitchFamily="2" charset="-122"/>
                <a:cs typeface="宋体" panose="02010600030101010101" pitchFamily="2" charset="-122"/>
              </a:rPr>
              <a:t>~2</a:t>
            </a:r>
            <a:r>
              <a:rPr lang="x-none" altLang="zh-CN" sz="2000" b="0" u="none">
                <a:solidFill>
                  <a:schemeClr val="tx1"/>
                </a:solidFill>
                <a:latin typeface="宋体" panose="02010600030101010101" pitchFamily="2" charset="-122"/>
                <a:ea typeface="宋体" panose="02010600030101010101" pitchFamily="2" charset="-122"/>
                <a:cs typeface="宋体" panose="02010600030101010101" pitchFamily="2" charset="-122"/>
              </a:rPr>
              <a:t>个代表性的开源软件</a:t>
            </a:r>
            <a:endParaRPr lang="x-none" altLang="zh-CN" sz="2000" b="0" u="none">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lgn="l"/>
            <a:endParaRPr lang="x-none" altLang="zh-CN" sz="2000" b="0" u="none">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indent="0" algn="l"/>
            <a:r>
              <a:rPr lang="x-none" altLang="zh-CN" sz="2000" b="0" u="none">
                <a:solidFill>
                  <a:schemeClr val="tx1"/>
                </a:solidFill>
                <a:latin typeface="宋体" panose="02010600030101010101" pitchFamily="2" charset="-122"/>
                <a:ea typeface="宋体" panose="02010600030101010101" pitchFamily="2" charset="-122"/>
                <a:cs typeface="宋体" panose="02010600030101010101" pitchFamily="2" charset="-122"/>
              </a:rPr>
              <a:t>学习开源软件，算法</a:t>
            </a:r>
            <a:r>
              <a:rPr lang="zh-CN" altLang="x-none" sz="2000" b="0" u="none">
                <a:solidFill>
                  <a:schemeClr val="tx1"/>
                </a:solidFill>
                <a:latin typeface="宋体" panose="02010600030101010101" pitchFamily="2" charset="-122"/>
                <a:ea typeface="宋体" panose="02010600030101010101" pitchFamily="2" charset="-122"/>
                <a:cs typeface="宋体" panose="02010600030101010101" pitchFamily="2" charset="-122"/>
              </a:rPr>
              <a:t>，</a:t>
            </a:r>
            <a:r>
              <a:rPr lang="x-none" altLang="zh-CN" sz="2000" b="0">
                <a:solidFill>
                  <a:schemeClr val="tx1"/>
                </a:solidFill>
                <a:latin typeface="宋体" panose="02010600030101010101" pitchFamily="2" charset="-122"/>
                <a:cs typeface="宋体" panose="02010600030101010101" pitchFamily="2" charset="-122"/>
                <a:sym typeface="+mn-ea"/>
              </a:rPr>
              <a:t>论文</a:t>
            </a:r>
            <a:r>
              <a:rPr lang="zh-CN" altLang="x-none" sz="2000" b="0">
                <a:solidFill>
                  <a:schemeClr val="tx1"/>
                </a:solidFill>
                <a:latin typeface="宋体" panose="02010600030101010101" pitchFamily="2" charset="-122"/>
                <a:cs typeface="宋体" panose="02010600030101010101" pitchFamily="2" charset="-122"/>
                <a:sym typeface="+mn-ea"/>
              </a:rPr>
              <a:t>，并实现！</a:t>
            </a:r>
            <a:endParaRPr lang="zh-CN" altLang="x-none" sz="2000" b="0" u="none">
              <a:solidFill>
                <a:schemeClr val="tx1"/>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矩形 26625"/>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用户接口</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23554" name="内容占位符 2662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79" name="" r:id="rId2" imgW="838200" imgH="647700" progId="Paint.Picture">
                  <p:embed/>
                </p:oleObj>
              </mc:Choice>
              <mc:Fallback>
                <p:oleObj name="" r:id="rId2" imgW="838200" imgH="647700" progId="Paint.Picture">
                  <p:embed/>
                  <p:pic>
                    <p:nvPicPr>
                      <p:cNvPr id="0" name="图片 3078"/>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26628" name="矩形 2662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用户接口</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662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1" name="矩形 27650"/>
          <p:cNvSpPr/>
          <p:nvPr/>
        </p:nvSpPr>
        <p:spPr>
          <a:xfrm>
            <a:off x="381000" y="3948430"/>
            <a:ext cx="8394065" cy="2280285"/>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Arial" panose="02080604020202020204" pitchFamily="34" charset="0"/>
                <a:ea typeface="宋体" panose="02010600030101010101" pitchFamily="2" charset="-122"/>
                <a:cs typeface="+mn-ea"/>
              </a:rPr>
              <a:t>什么是操作系统的用户</a:t>
            </a:r>
            <a:r>
              <a:rPr lang="x-none" altLang="zh-CN" b="1" strike="noStrike" noProof="1">
                <a:solidFill>
                  <a:srgbClr val="990000"/>
                </a:solidFill>
                <a:latin typeface="Arial" panose="02080604020202020204" pitchFamily="34" charset="0"/>
                <a:ea typeface="宋体" panose="02010600030101010101" pitchFamily="2" charset="-122"/>
                <a:cs typeface="+mn-ea"/>
              </a:rPr>
              <a:t>接口</a:t>
            </a:r>
            <a:endParaRPr lang="zh-CN" altLang="en-US" b="1" strike="noStrike" noProof="1">
              <a:solidFill>
                <a:srgbClr val="990000"/>
              </a:solidFill>
              <a:ea typeface="宋体" panose="02010600030101010101" pitchFamily="2" charset="-122"/>
            </a:endParaRPr>
          </a:p>
          <a:p>
            <a:pPr marL="533400" lvl="0" indent="-533400" fontAlgn="base">
              <a:lnSpc>
                <a:spcPct val="130000"/>
              </a:lnSpc>
              <a:buNone/>
            </a:pPr>
            <a:r>
              <a:rPr lang="zh-CN" altLang="en-US" sz="2400" strike="noStrike" noProof="1">
                <a:solidFill>
                  <a:schemeClr val="tx1"/>
                </a:solidFill>
                <a:latin typeface="Times New Roman" panose="02020603050405020304" charset="0"/>
                <a:ea typeface="宋体" panose="02010600030101010101" pitchFamily="2" charset="-122"/>
                <a:cs typeface="+mn-ea"/>
              </a:rPr>
              <a:t>    操作系统的用户接口是操作系统提供给用户与计算机打交道的外部机制。用户能够借助这种机制和系统提供的手段来控制用户所在的系统。</a:t>
            </a:r>
            <a:r>
              <a:rPr lang="zh-CN" altLang="en-US" sz="2000" strike="noStrike" noProof="1">
                <a:solidFill>
                  <a:schemeClr val="tx1"/>
                </a:solidFill>
                <a:latin typeface="Times New Roman" panose="02020603050405020304" charset="0"/>
                <a:ea typeface="宋体" panose="02010600030101010101" pitchFamily="2" charset="-122"/>
                <a:cs typeface="+mn-ea"/>
              </a:rPr>
              <a:t>        </a:t>
            </a:r>
            <a:endParaRPr lang="zh-CN" altLang="en-US" sz="2000" strike="noStrike" noProof="1">
              <a:solidFill>
                <a:schemeClr val="tx1"/>
              </a:solidFill>
              <a:latin typeface="Times New Roman" panose="02020603050405020304" charset="0"/>
              <a:ea typeface="宋体" panose="02010600030101010101" pitchFamily="2" charset="-122"/>
            </a:endParaRPr>
          </a:p>
        </p:txBody>
      </p:sp>
      <p:sp>
        <p:nvSpPr>
          <p:cNvPr id="27652" name="矩形 27651"/>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用户接口</a:t>
            </a:r>
            <a:endParaRPr lang="zh-CN" altLang="en-US" sz="2400" strike="noStrike" noProof="1">
              <a:ea typeface="宋体" panose="02010600030101010101" pitchFamily="2" charset="-122"/>
            </a:endParaRPr>
          </a:p>
        </p:txBody>
      </p:sp>
      <p:grpSp>
        <p:nvGrpSpPr>
          <p:cNvPr id="27653" name="组合 27652"/>
          <p:cNvGrpSpPr/>
          <p:nvPr/>
        </p:nvGrpSpPr>
        <p:grpSpPr>
          <a:xfrm>
            <a:off x="990600" y="885825"/>
            <a:ext cx="7302500" cy="2968625"/>
            <a:chOff x="0" y="0"/>
            <a:chExt cx="4600" cy="1870"/>
          </a:xfrm>
        </p:grpSpPr>
        <p:grpSp>
          <p:nvGrpSpPr>
            <p:cNvPr id="24581" name="组合 27653"/>
            <p:cNvGrpSpPr/>
            <p:nvPr/>
          </p:nvGrpSpPr>
          <p:grpSpPr>
            <a:xfrm>
              <a:off x="0" y="0"/>
              <a:ext cx="4600" cy="1641"/>
              <a:chOff x="0" y="0"/>
              <a:chExt cx="4600" cy="1641"/>
            </a:xfrm>
          </p:grpSpPr>
          <p:sp>
            <p:nvSpPr>
              <p:cNvPr id="24582" name="椭圆 27654"/>
              <p:cNvSpPr/>
              <p:nvPr/>
            </p:nvSpPr>
            <p:spPr>
              <a:xfrm>
                <a:off x="2016" y="45"/>
                <a:ext cx="816" cy="1415"/>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just"/>
                <a:r>
                  <a:rPr lang="zh-CN" altLang="en-US" sz="2400" b="0">
                    <a:solidFill>
                      <a:schemeClr val="tx1"/>
                    </a:solidFill>
                    <a:latin typeface="Times New Roman" panose="02020603050405020304" charset="0"/>
                    <a:ea typeface="宋体" panose="02010600030101010101" pitchFamily="2" charset="-122"/>
                  </a:rPr>
                  <a:t>   </a:t>
                </a:r>
                <a:r>
                  <a:rPr lang="zh-CN" altLang="en-US" sz="1800" b="0">
                    <a:solidFill>
                      <a:schemeClr val="tx1"/>
                    </a:solidFill>
                    <a:latin typeface="Times New Roman" panose="02020603050405020304" charset="0"/>
                    <a:ea typeface="宋体" panose="02010600030101010101" pitchFamily="2" charset="-122"/>
                  </a:rPr>
                  <a:t>操</a:t>
                </a:r>
                <a:endParaRPr lang="zh-CN" altLang="en-US" sz="1800" b="0">
                  <a:solidFill>
                    <a:schemeClr val="tx1"/>
                  </a:solidFill>
                  <a:latin typeface="Times New Roman" panose="02020603050405020304" charset="0"/>
                  <a:ea typeface="宋体" panose="02010600030101010101" pitchFamily="2" charset="-122"/>
                </a:endParaRPr>
              </a:p>
              <a:p>
                <a:pPr lvl="0" algn="just"/>
                <a:r>
                  <a:rPr lang="zh-CN" altLang="en-US" sz="1800" b="0">
                    <a:solidFill>
                      <a:schemeClr val="tx1"/>
                    </a:solidFill>
                    <a:latin typeface="Times New Roman" panose="02020603050405020304" charset="0"/>
                    <a:ea typeface="宋体" panose="02010600030101010101" pitchFamily="2" charset="-122"/>
                  </a:rPr>
                  <a:t>    作</a:t>
                </a:r>
                <a:endParaRPr lang="zh-CN" altLang="en-US" sz="1800" b="0">
                  <a:solidFill>
                    <a:schemeClr val="tx1"/>
                  </a:solidFill>
                  <a:latin typeface="Times New Roman" panose="02020603050405020304" charset="0"/>
                  <a:ea typeface="宋体" panose="02010600030101010101" pitchFamily="2" charset="-122"/>
                </a:endParaRPr>
              </a:p>
              <a:p>
                <a:pPr lvl="0" algn="just"/>
                <a:r>
                  <a:rPr lang="zh-CN" altLang="en-US" sz="1800" b="0">
                    <a:solidFill>
                      <a:schemeClr val="tx1"/>
                    </a:solidFill>
                    <a:latin typeface="Times New Roman" panose="02020603050405020304" charset="0"/>
                    <a:ea typeface="宋体" panose="02010600030101010101" pitchFamily="2" charset="-122"/>
                  </a:rPr>
                  <a:t>    系</a:t>
                </a:r>
                <a:endParaRPr lang="zh-CN" altLang="en-US" sz="1800" b="0">
                  <a:solidFill>
                    <a:schemeClr val="tx1"/>
                  </a:solidFill>
                  <a:latin typeface="Times New Roman" panose="02020603050405020304" charset="0"/>
                  <a:ea typeface="宋体" panose="02010600030101010101" pitchFamily="2" charset="-122"/>
                </a:endParaRPr>
              </a:p>
              <a:p>
                <a:pPr lvl="0" algn="just"/>
                <a:r>
                  <a:rPr lang="zh-CN" altLang="en-US" sz="1800" b="0">
                    <a:solidFill>
                      <a:schemeClr val="tx1"/>
                    </a:solidFill>
                    <a:latin typeface="Times New Roman" panose="02020603050405020304" charset="0"/>
                    <a:ea typeface="宋体" panose="02010600030101010101" pitchFamily="2" charset="-122"/>
                  </a:rPr>
                  <a:t>    统</a:t>
                </a:r>
                <a:endParaRPr lang="zh-CN" altLang="en-US" sz="1800" b="0">
                  <a:solidFill>
                    <a:schemeClr val="tx1"/>
                  </a:solidFill>
                  <a:latin typeface="Times New Roman" panose="02020603050405020304" charset="0"/>
                  <a:ea typeface="宋体" panose="02010600030101010101" pitchFamily="2" charset="-122"/>
                </a:endParaRPr>
              </a:p>
            </p:txBody>
          </p:sp>
          <p:sp>
            <p:nvSpPr>
              <p:cNvPr id="24583" name="右箭头 27655"/>
              <p:cNvSpPr/>
              <p:nvPr/>
            </p:nvSpPr>
            <p:spPr>
              <a:xfrm>
                <a:off x="528" y="724"/>
                <a:ext cx="1328" cy="120"/>
              </a:xfrm>
              <a:prstGeom prst="rightArrow">
                <a:avLst>
                  <a:gd name="adj1" fmla="val 50000"/>
                  <a:gd name="adj2" fmla="val 276410"/>
                </a:avLst>
              </a:prstGeom>
              <a:solidFill>
                <a:srgbClr val="000066"/>
              </a:solidFill>
              <a:ln w="9525" cap="flat" cmpd="sng">
                <a:solidFill>
                  <a:srgbClr val="000000"/>
                </a:solidFill>
                <a:prstDash val="solid"/>
                <a:miter/>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24584" name="右箭头 27656"/>
              <p:cNvSpPr/>
              <p:nvPr/>
            </p:nvSpPr>
            <p:spPr>
              <a:xfrm>
                <a:off x="2928" y="691"/>
                <a:ext cx="422" cy="142"/>
              </a:xfrm>
              <a:prstGeom prst="rightArrow">
                <a:avLst>
                  <a:gd name="adj1" fmla="val 50000"/>
                  <a:gd name="adj2" fmla="val 74226"/>
                </a:avLst>
              </a:prstGeom>
              <a:solidFill>
                <a:srgbClr val="000066"/>
              </a:solidFill>
              <a:ln w="9525" cap="flat" cmpd="sng">
                <a:solidFill>
                  <a:srgbClr val="000000"/>
                </a:solidFill>
                <a:prstDash val="solid"/>
                <a:miter/>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aphicFrame>
            <p:nvGraphicFramePr>
              <p:cNvPr id="24585" name="对象 27657"/>
              <p:cNvGraphicFramePr>
                <a:graphicFrameLocks noChangeAspect="1"/>
              </p:cNvGraphicFramePr>
              <p:nvPr/>
            </p:nvGraphicFramePr>
            <p:xfrm>
              <a:off x="0" y="369"/>
              <a:ext cx="358" cy="1272"/>
            </p:xfrm>
            <a:graphic>
              <a:graphicData uri="http://schemas.openxmlformats.org/presentationml/2006/ole">
                <mc:AlternateContent xmlns:mc="http://schemas.openxmlformats.org/markup-compatibility/2006">
                  <mc:Choice xmlns:v="urn:schemas-microsoft-com:vml" Requires="v">
                    <p:oleObj spid="_x0000_s3081" name="" r:id="rId2" imgW="568960" imgH="1710690" progId="MS_ClipArt_Gallery.2">
                      <p:embed/>
                    </p:oleObj>
                  </mc:Choice>
                  <mc:Fallback>
                    <p:oleObj name="" r:id="rId2" imgW="568960" imgH="1710690" progId="MS_ClipArt_Gallery.2">
                      <p:embed/>
                      <p:pic>
                        <p:nvPicPr>
                          <p:cNvPr id="0" name="图片 3080"/>
                          <p:cNvPicPr/>
                          <p:nvPr/>
                        </p:nvPicPr>
                        <p:blipFill>
                          <a:blip r:embed="rId3"/>
                          <a:stretch>
                            <a:fillRect/>
                          </a:stretch>
                        </p:blipFill>
                        <p:spPr>
                          <a:xfrm>
                            <a:off x="0" y="369"/>
                            <a:ext cx="358" cy="1272"/>
                          </a:xfrm>
                          <a:prstGeom prst="rect">
                            <a:avLst/>
                          </a:prstGeom>
                          <a:noFill/>
                          <a:ln w="38100">
                            <a:noFill/>
                            <a:miter/>
                          </a:ln>
                        </p:spPr>
                      </p:pic>
                    </p:oleObj>
                  </mc:Fallback>
                </mc:AlternateContent>
              </a:graphicData>
            </a:graphic>
          </p:graphicFrame>
          <p:graphicFrame>
            <p:nvGraphicFramePr>
              <p:cNvPr id="24586" name="对象 27658"/>
              <p:cNvGraphicFramePr>
                <a:graphicFrameLocks noChangeAspect="1"/>
              </p:cNvGraphicFramePr>
              <p:nvPr/>
            </p:nvGraphicFramePr>
            <p:xfrm>
              <a:off x="3264" y="0"/>
              <a:ext cx="1336" cy="1481"/>
            </p:xfrm>
            <a:graphic>
              <a:graphicData uri="http://schemas.openxmlformats.org/presentationml/2006/ole">
                <mc:AlternateContent xmlns:mc="http://schemas.openxmlformats.org/markup-compatibility/2006">
                  <mc:Choice xmlns:v="urn:schemas-microsoft-com:vml" Requires="v">
                    <p:oleObj spid="_x0000_s3080" name="" r:id="rId4" imgW="2501900" imgH="2616200" progId="MS_ClipArt_Gallery.2">
                      <p:embed/>
                    </p:oleObj>
                  </mc:Choice>
                  <mc:Fallback>
                    <p:oleObj name="" r:id="rId4" imgW="2501900" imgH="2616200" progId="MS_ClipArt_Gallery.2">
                      <p:embed/>
                      <p:pic>
                        <p:nvPicPr>
                          <p:cNvPr id="0" name="图片 3079"/>
                          <p:cNvPicPr/>
                          <p:nvPr/>
                        </p:nvPicPr>
                        <p:blipFill>
                          <a:blip r:embed="rId5"/>
                          <a:stretch>
                            <a:fillRect/>
                          </a:stretch>
                        </p:blipFill>
                        <p:spPr>
                          <a:xfrm>
                            <a:off x="3264" y="0"/>
                            <a:ext cx="1336" cy="1481"/>
                          </a:xfrm>
                          <a:prstGeom prst="rect">
                            <a:avLst/>
                          </a:prstGeom>
                          <a:noFill/>
                          <a:ln w="38100">
                            <a:noFill/>
                            <a:miter/>
                          </a:ln>
                        </p:spPr>
                      </p:pic>
                    </p:oleObj>
                  </mc:Fallback>
                </mc:AlternateContent>
              </a:graphicData>
            </a:graphic>
          </p:graphicFrame>
        </p:grpSp>
        <p:sp>
          <p:nvSpPr>
            <p:cNvPr id="24587" name="文本框 27659"/>
            <p:cNvSpPr txBox="1"/>
            <p:nvPr/>
          </p:nvSpPr>
          <p:spPr>
            <a:xfrm>
              <a:off x="1026" y="1658"/>
              <a:ext cx="2681" cy="212"/>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用户通过操作系统使用计算机示意图</a:t>
              </a:r>
              <a:endParaRPr lang="zh-CN" altLang="en-US" sz="1600" b="0">
                <a:solidFill>
                  <a:schemeClr val="tx1"/>
                </a:solidFill>
                <a:latin typeface="Times New Roman" panose="02020603050405020304" charset="0"/>
                <a:ea typeface="宋体" panose="02010600030101010101"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7651"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矩形 28674"/>
          <p:cNvSpPr/>
          <p:nvPr/>
        </p:nvSpPr>
        <p:spPr>
          <a:xfrm>
            <a:off x="381000" y="3448050"/>
            <a:ext cx="8217535" cy="276733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25000"/>
              </a:lnSpc>
              <a:spcBef>
                <a:spcPct val="20000"/>
              </a:spcBef>
              <a:buNone/>
            </a:pPr>
            <a:r>
              <a:rPr lang="en-US" altLang="zh-CN" sz="2400" b="1" strike="noStrike" noProof="1">
                <a:solidFill>
                  <a:srgbClr val="990000"/>
                </a:solidFill>
                <a:effectLst/>
                <a:latin typeface="Times New Roman" panose="02020603050405020304" charset="0"/>
                <a:ea typeface="宋体" panose="02010600030101010101" pitchFamily="2" charset="-122"/>
                <a:cs typeface="+mn-ea"/>
              </a:rPr>
              <a:t>2.  </a:t>
            </a:r>
            <a:r>
              <a:rPr lang="zh-CN" altLang="en-US" sz="2400" b="1" strike="noStrike" noProof="1">
                <a:solidFill>
                  <a:srgbClr val="990000"/>
                </a:solidFill>
                <a:effectLst/>
                <a:latin typeface="Arial" panose="02080604020202020204" pitchFamily="34" charset="0"/>
                <a:ea typeface="宋体" panose="02010600030101010101" pitchFamily="2" charset="-122"/>
                <a:cs typeface="+mn-ea"/>
              </a:rPr>
              <a:t>操作系统提供的用户</a:t>
            </a:r>
            <a:r>
              <a:rPr lang="x-none" altLang="zh-CN" sz="2400" b="1" strike="noStrike" noProof="1">
                <a:solidFill>
                  <a:srgbClr val="990000"/>
                </a:solidFill>
                <a:effectLst/>
                <a:latin typeface="Arial" panose="02080604020202020204" pitchFamily="34" charset="0"/>
                <a:ea typeface="宋体" panose="02010600030101010101" pitchFamily="2" charset="-122"/>
                <a:cs typeface="+mn-ea"/>
              </a:rPr>
              <a:t>接口</a:t>
            </a:r>
            <a:endParaRPr lang="zh-CN" altLang="en-US" sz="2400" b="1" strike="noStrike" noProof="1">
              <a:solidFill>
                <a:srgbClr val="990000"/>
              </a:solidFill>
              <a:effectLst/>
              <a:ea typeface="宋体" panose="02010600030101010101" pitchFamily="2" charset="-122"/>
            </a:endParaRPr>
          </a:p>
          <a:p>
            <a:pPr marL="533400" lvl="0" indent="-533400" fontAlgn="base">
              <a:lnSpc>
                <a:spcPct val="110000"/>
              </a:lnSpc>
              <a:spcBef>
                <a:spcPct val="10000"/>
              </a:spcBef>
              <a:buNone/>
            </a:pPr>
            <a:r>
              <a:rPr lang="zh-CN" altLang="en-US" sz="20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000" b="1" strike="noStrike" noProof="1">
                <a:solidFill>
                  <a:srgbClr val="A50021"/>
                </a:solidFill>
                <a:effectLst/>
                <a:latin typeface="Times New Roman" panose="02020603050405020304" charset="0"/>
                <a:ea typeface="宋体" panose="02010600030101010101" pitchFamily="2" charset="-122"/>
                <a:cs typeface="+mn-ea"/>
              </a:rPr>
              <a:t>(1) </a:t>
            </a:r>
            <a:r>
              <a:rPr lang="zh-CN" altLang="en-US" sz="2000" b="1" strike="noStrike" noProof="1">
                <a:solidFill>
                  <a:srgbClr val="A50021"/>
                </a:solidFill>
                <a:effectLst/>
                <a:latin typeface="Times New Roman" panose="02020603050405020304" charset="0"/>
                <a:ea typeface="宋体" panose="02010600030101010101" pitchFamily="2" charset="-122"/>
                <a:cs typeface="+mn-ea"/>
              </a:rPr>
              <a:t>操作</a:t>
            </a:r>
            <a:r>
              <a:rPr lang="x-none" altLang="zh-CN" sz="2000" b="1" strike="noStrike" noProof="1">
                <a:solidFill>
                  <a:srgbClr val="A50021"/>
                </a:solidFill>
                <a:effectLst/>
                <a:latin typeface="Times New Roman" panose="02020603050405020304" charset="0"/>
                <a:ea typeface="宋体" panose="02010600030101010101" pitchFamily="2" charset="-122"/>
                <a:cs typeface="+mn-ea"/>
              </a:rPr>
              <a:t>接口</a:t>
            </a:r>
            <a:r>
              <a:rPr lang="zh-CN" altLang="en-US" sz="20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000" b="1" strike="noStrike" noProof="1">
                <a:solidFill>
                  <a:srgbClr val="A50021"/>
                </a:solidFill>
                <a:effectLst/>
                <a:latin typeface="Times New Roman" panose="02020603050405020304" charset="0"/>
                <a:ea typeface="宋体" panose="02010600030101010101" pitchFamily="2" charset="-122"/>
                <a:cs typeface="+mn-ea"/>
              </a:rPr>
              <a:t>(</a:t>
            </a:r>
            <a:r>
              <a:rPr lang="x-none" altLang="en-US" sz="2000" b="1" strike="noStrike" noProof="1">
                <a:solidFill>
                  <a:srgbClr val="A50021"/>
                </a:solidFill>
                <a:effectLst/>
                <a:latin typeface="Times New Roman" panose="02020603050405020304" charset="0"/>
                <a:ea typeface="宋体" panose="02010600030101010101" pitchFamily="2" charset="-122"/>
                <a:cs typeface="+mn-ea"/>
              </a:rPr>
              <a:t>命令</a:t>
            </a:r>
            <a:r>
              <a:rPr lang="zh-CN" altLang="en-US" sz="2000" b="1" strike="noStrike" noProof="1">
                <a:solidFill>
                  <a:srgbClr val="A50021"/>
                </a:solidFill>
                <a:effectLst/>
                <a:latin typeface="Times New Roman" panose="02020603050405020304" charset="0"/>
                <a:ea typeface="宋体" panose="02010600030101010101" pitchFamily="2" charset="-122"/>
                <a:cs typeface="+mn-ea"/>
              </a:rPr>
              <a:t>接口</a:t>
            </a:r>
            <a:r>
              <a:rPr lang="en-US" altLang="zh-CN" sz="2000" b="1" strike="noStrike" noProof="1">
                <a:solidFill>
                  <a:srgbClr val="A50021"/>
                </a:solidFill>
                <a:effectLst/>
                <a:latin typeface="Times New Roman" panose="02020603050405020304" charset="0"/>
                <a:ea typeface="宋体" panose="02010600030101010101" pitchFamily="2" charset="-122"/>
                <a:cs typeface="+mn-ea"/>
              </a:rPr>
              <a:t>) </a:t>
            </a:r>
            <a:endParaRPr lang="en-US" altLang="zh-CN" sz="2000" b="1" strike="noStrike" noProof="1">
              <a:solidFill>
                <a:srgbClr val="A50021"/>
              </a:solidFill>
              <a:effectLst/>
              <a:latin typeface="Times New Roman" panose="02020603050405020304" charset="0"/>
              <a:ea typeface="宋体" panose="02010600030101010101" pitchFamily="2" charset="-122"/>
            </a:endParaRPr>
          </a:p>
          <a:p>
            <a:pPr marL="533400" lvl="0" indent="-533400" fontAlgn="base">
              <a:lnSpc>
                <a:spcPct val="110000"/>
              </a:lnSpc>
              <a:spcBef>
                <a:spcPct val="10000"/>
              </a:spcBef>
              <a:buNone/>
            </a:pPr>
            <a:r>
              <a:rPr lang="en-US" altLang="zh-CN" sz="1800" strike="noStrike" noProof="1">
                <a:solidFill>
                  <a:schemeClr val="tx1"/>
                </a:solidFill>
                <a:effectLst/>
                <a:latin typeface="Times New Roman" panose="02020603050405020304" charset="0"/>
                <a:ea typeface="宋体" panose="02010600030101010101" pitchFamily="2" charset="-122"/>
                <a:cs typeface="+mn-ea"/>
              </a:rPr>
              <a:t>        </a:t>
            </a:r>
            <a:r>
              <a:rPr lang="zh-CN" altLang="en-US" sz="1800" strike="noStrike" noProof="1">
                <a:solidFill>
                  <a:schemeClr val="tx1"/>
                </a:solidFill>
                <a:effectLst/>
                <a:latin typeface="Times New Roman" panose="02020603050405020304" charset="0"/>
                <a:ea typeface="宋体" panose="02010600030101010101" pitchFamily="2" charset="-122"/>
                <a:cs typeface="+mn-ea"/>
              </a:rPr>
              <a:t>用户使用操作</a:t>
            </a:r>
            <a:r>
              <a:rPr lang="x-none" altLang="zh-CN" sz="1800" strike="noStrike" noProof="1">
                <a:solidFill>
                  <a:schemeClr val="tx1"/>
                </a:solidFill>
                <a:effectLst/>
                <a:latin typeface="Times New Roman" panose="02020603050405020304" charset="0"/>
                <a:ea typeface="宋体" panose="02010600030101010101" pitchFamily="2" charset="-122"/>
                <a:cs typeface="+mn-ea"/>
              </a:rPr>
              <a:t>接口</a:t>
            </a:r>
            <a:r>
              <a:rPr lang="zh-CN" altLang="en-US" sz="1800" strike="noStrike" noProof="1">
                <a:solidFill>
                  <a:schemeClr val="tx1"/>
                </a:solidFill>
                <a:effectLst/>
                <a:latin typeface="Times New Roman" panose="02020603050405020304" charset="0"/>
                <a:ea typeface="宋体" panose="02010600030101010101" pitchFamily="2" charset="-122"/>
                <a:cs typeface="+mn-ea"/>
              </a:rPr>
              <a:t>来组织工作流程和控制程序的运行。</a:t>
            </a:r>
            <a:endParaRPr lang="zh-CN" altLang="en-US" sz="18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10000"/>
              </a:lnSpc>
              <a:spcBef>
                <a:spcPct val="10000"/>
              </a:spcBef>
              <a:buNone/>
            </a:pPr>
            <a:r>
              <a:rPr lang="zh-CN" altLang="en-US" sz="1800" strike="noStrike" noProof="1">
                <a:solidFill>
                  <a:schemeClr val="tx1"/>
                </a:solidFill>
                <a:effectLst/>
                <a:latin typeface="Times New Roman" panose="02020603050405020304" charset="0"/>
                <a:ea typeface="宋体" panose="02010600030101010101" pitchFamily="2" charset="-122"/>
                <a:cs typeface="+mn-ea"/>
              </a:rPr>
              <a:t>       </a:t>
            </a:r>
            <a:r>
              <a:rPr lang="en-US" altLang="zh-CN" sz="2000" b="1" strike="noStrike" noProof="1">
                <a:solidFill>
                  <a:srgbClr val="A50021"/>
                </a:solidFill>
                <a:effectLst/>
                <a:latin typeface="Times New Roman" panose="02020603050405020304" charset="0"/>
                <a:ea typeface="宋体" panose="02010600030101010101" pitchFamily="2" charset="-122"/>
                <a:cs typeface="+mn-ea"/>
              </a:rPr>
              <a:t>(2)</a:t>
            </a:r>
            <a:r>
              <a:rPr lang="en-US" altLang="zh-CN" sz="1800" strike="noStrike" noProof="1">
                <a:solidFill>
                  <a:schemeClr val="tx1"/>
                </a:solidFill>
                <a:effectLst/>
                <a:latin typeface="Times New Roman" panose="02020603050405020304" charset="0"/>
                <a:ea typeface="宋体" panose="02010600030101010101" pitchFamily="2" charset="-122"/>
                <a:cs typeface="+mn-ea"/>
              </a:rPr>
              <a:t> </a:t>
            </a:r>
            <a:r>
              <a:rPr lang="zh-CN" altLang="en-US" sz="2000" b="1" strike="noStrike" noProof="1">
                <a:solidFill>
                  <a:srgbClr val="A50021"/>
                </a:solidFill>
                <a:effectLst/>
                <a:latin typeface="Times New Roman" panose="02020603050405020304" charset="0"/>
                <a:ea typeface="宋体" panose="02010600030101010101" pitchFamily="2" charset="-122"/>
                <a:cs typeface="+mn-ea"/>
              </a:rPr>
              <a:t>系统功能</a:t>
            </a:r>
            <a:r>
              <a:rPr lang="x-none" altLang="zh-CN" sz="2000" b="1" strike="noStrike" noProof="1">
                <a:solidFill>
                  <a:srgbClr val="A50021"/>
                </a:solidFill>
                <a:effectLst/>
                <a:latin typeface="Times New Roman" panose="02020603050405020304" charset="0"/>
                <a:ea typeface="宋体" panose="02010600030101010101" pitchFamily="2" charset="-122"/>
                <a:cs typeface="+mn-ea"/>
              </a:rPr>
              <a:t>调用</a:t>
            </a:r>
            <a:r>
              <a:rPr lang="zh-CN" altLang="en-US" sz="2000" b="1" strike="noStrike" noProof="1">
                <a:solidFill>
                  <a:srgbClr val="A50021"/>
                </a:solidFill>
                <a:effectLst/>
                <a:latin typeface="Times New Roman" panose="02020603050405020304" charset="0"/>
                <a:ea typeface="宋体" panose="02010600030101010101" pitchFamily="2" charset="-122"/>
                <a:cs typeface="+mn-ea"/>
              </a:rPr>
              <a:t> </a:t>
            </a:r>
            <a:r>
              <a:rPr lang="en-US" altLang="zh-CN" sz="2000" b="1" strike="noStrike" noProof="1">
                <a:solidFill>
                  <a:srgbClr val="A50021"/>
                </a:solidFill>
                <a:effectLst/>
                <a:latin typeface="Times New Roman" panose="02020603050405020304" charset="0"/>
                <a:ea typeface="宋体" panose="02010600030101010101" pitchFamily="2" charset="-122"/>
                <a:cs typeface="+mn-ea"/>
              </a:rPr>
              <a:t>(</a:t>
            </a:r>
            <a:r>
              <a:rPr lang="zh-CN" altLang="en-US" sz="2000" b="1" strike="noStrike" noProof="1">
                <a:solidFill>
                  <a:srgbClr val="A50021"/>
                </a:solidFill>
                <a:effectLst/>
                <a:latin typeface="Times New Roman" panose="02020603050405020304" charset="0"/>
                <a:ea typeface="宋体" panose="02010600030101010101" pitchFamily="2" charset="-122"/>
                <a:cs typeface="+mn-ea"/>
              </a:rPr>
              <a:t>程序接口</a:t>
            </a:r>
            <a:r>
              <a:rPr lang="en-US" altLang="zh-CN" sz="2000" b="1" strike="noStrike" noProof="1">
                <a:solidFill>
                  <a:srgbClr val="A50021"/>
                </a:solidFill>
                <a:effectLst/>
                <a:latin typeface="Times New Roman" panose="02020603050405020304" charset="0"/>
                <a:ea typeface="宋体" panose="02010600030101010101" pitchFamily="2" charset="-122"/>
                <a:cs typeface="+mn-ea"/>
              </a:rPr>
              <a:t>)        </a:t>
            </a:r>
            <a:endParaRPr lang="en-US" altLang="zh-CN" sz="2000" b="1" strike="noStrike" noProof="1">
              <a:solidFill>
                <a:srgbClr val="A50021"/>
              </a:solidFill>
              <a:effectLst/>
              <a:latin typeface="Times New Roman" panose="02020603050405020304" charset="0"/>
              <a:ea typeface="宋体" panose="02010600030101010101" pitchFamily="2" charset="-122"/>
            </a:endParaRPr>
          </a:p>
          <a:p>
            <a:pPr marL="533400" lvl="0" indent="-533400" fontAlgn="base">
              <a:lnSpc>
                <a:spcPct val="110000"/>
              </a:lnSpc>
              <a:spcBef>
                <a:spcPct val="10000"/>
              </a:spcBef>
              <a:buNone/>
            </a:pPr>
            <a:r>
              <a:rPr lang="en-US" altLang="zh-CN" sz="1800" strike="noStrike" noProof="1">
                <a:solidFill>
                  <a:schemeClr val="tx1"/>
                </a:solidFill>
                <a:effectLst/>
                <a:latin typeface="Times New Roman" panose="02020603050405020304" charset="0"/>
                <a:ea typeface="宋体" panose="02010600030101010101" pitchFamily="2" charset="-122"/>
                <a:cs typeface="+mn-ea"/>
              </a:rPr>
              <a:t>        </a:t>
            </a:r>
            <a:r>
              <a:rPr lang="zh-CN" altLang="en-US" sz="1800" strike="noStrike" noProof="1">
                <a:solidFill>
                  <a:schemeClr val="tx1"/>
                </a:solidFill>
                <a:effectLst/>
                <a:latin typeface="Times New Roman" panose="02020603050405020304" charset="0"/>
                <a:ea typeface="宋体" panose="02010600030101010101" pitchFamily="2" charset="-122"/>
                <a:cs typeface="+mn-ea"/>
              </a:rPr>
              <a:t>用户程序在其运行过程中，使用系统功能调用来请求操作系统的服务。</a:t>
            </a:r>
            <a:endParaRPr lang="zh-CN" altLang="en-US" sz="18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10000"/>
              </a:lnSpc>
              <a:spcBef>
                <a:spcPct val="10000"/>
              </a:spcBef>
              <a:buNone/>
            </a:pPr>
            <a:endParaRPr lang="zh-CN" altLang="en-US" sz="2000" strike="noStrike" noProof="1">
              <a:solidFill>
                <a:schemeClr val="tx1"/>
              </a:solidFill>
              <a:effectLst/>
              <a:latin typeface="Times New Roman" panose="02020603050405020304" charset="0"/>
              <a:ea typeface="宋体" panose="02010600030101010101" pitchFamily="2" charset="-122"/>
              <a:cs typeface="+mn-ea"/>
            </a:endParaRPr>
          </a:p>
          <a:p>
            <a:pPr marL="533400" lvl="0" indent="-533400" fontAlgn="base">
              <a:lnSpc>
                <a:spcPct val="110000"/>
              </a:lnSpc>
              <a:spcBef>
                <a:spcPct val="10000"/>
              </a:spcBef>
              <a:buNone/>
            </a:pPr>
            <a:r>
              <a:rPr lang="x-none" altLang="zh-CN" sz="2400" b="1" strike="noStrike" noProof="1">
                <a:solidFill>
                  <a:schemeClr val="tx1"/>
                </a:solidFill>
                <a:effectLst/>
                <a:latin typeface="Times New Roman" panose="02020603050405020304" charset="0"/>
                <a:ea typeface="宋体" panose="02010600030101010101" pitchFamily="2" charset="-122"/>
                <a:cs typeface="+mn-ea"/>
              </a:rPr>
              <a:t>任何操作系统都必须同时提供操作接口和程序接口。</a:t>
            </a:r>
            <a:endParaRPr lang="x-none" altLang="zh-CN" sz="2400" b="1" strike="noStrike" noProof="1">
              <a:solidFill>
                <a:schemeClr val="tx1"/>
              </a:solidFill>
              <a:effectLst/>
              <a:latin typeface="Times New Roman" panose="02020603050405020304" charset="0"/>
              <a:ea typeface="宋体" panose="02010600030101010101" pitchFamily="2" charset="-122"/>
              <a:cs typeface="+mn-ea"/>
            </a:endParaRPr>
          </a:p>
        </p:txBody>
      </p:sp>
      <p:sp>
        <p:nvSpPr>
          <p:cNvPr id="28676" name="文本框 28675"/>
          <p:cNvSpPr txBox="1"/>
          <p:nvPr/>
        </p:nvSpPr>
        <p:spPr>
          <a:xfrm>
            <a:off x="1560513" y="608013"/>
            <a:ext cx="2047875" cy="1222375"/>
          </a:xfrm>
          <a:prstGeom prst="rect">
            <a:avLst/>
          </a:prstGeom>
          <a:noFill/>
          <a:ln w="9525">
            <a:noFill/>
            <a:miter/>
          </a:ln>
        </p:spPr>
        <p:txBody>
          <a:bodyPr anchor="t">
            <a:spAutoFit/>
          </a:bodyPr>
          <a:p>
            <a:pPr lvl="0">
              <a:spcBef>
                <a:spcPct val="20000"/>
              </a:spcBef>
            </a:pPr>
            <a:r>
              <a:rPr lang="zh-CN" altLang="en-US" sz="1600" b="0" dirty="0">
                <a:solidFill>
                  <a:schemeClr val="tx1"/>
                </a:solidFill>
                <a:latin typeface="Times New Roman" panose="02020603050405020304" charset="0"/>
                <a:ea typeface="宋体" panose="02010600030101010101" pitchFamily="2" charset="-122"/>
              </a:rPr>
              <a:t>操作接口</a:t>
            </a:r>
            <a:r>
              <a:rPr lang="en-US" altLang="zh-CN" sz="1600" b="0" dirty="0">
                <a:solidFill>
                  <a:schemeClr val="tx1"/>
                </a:solidFill>
                <a:latin typeface="Times New Roman" panose="02020603050405020304" charset="0"/>
                <a:ea typeface="宋体" panose="02010600030101010101" pitchFamily="2" charset="-122"/>
              </a:rPr>
              <a:t>(</a:t>
            </a:r>
            <a:r>
              <a:rPr lang="zh-CN" altLang="en-US" sz="1600" b="0" dirty="0">
                <a:solidFill>
                  <a:schemeClr val="tx1"/>
                </a:solidFill>
                <a:latin typeface="Times New Roman" panose="02020603050405020304" charset="0"/>
                <a:ea typeface="宋体" panose="02010600030101010101" pitchFamily="2" charset="-122"/>
              </a:rPr>
              <a:t>命令接口</a:t>
            </a:r>
            <a:r>
              <a:rPr lang="en-US" altLang="zh-CN" sz="1600" b="0" dirty="0">
                <a:solidFill>
                  <a:schemeClr val="tx1"/>
                </a:solidFill>
                <a:latin typeface="Times New Roman" panose="02020603050405020304" charset="0"/>
                <a:ea typeface="宋体" panose="02010600030101010101" pitchFamily="2" charset="-122"/>
              </a:rPr>
              <a:t>)</a:t>
            </a:r>
            <a:r>
              <a:rPr lang="zh-CN" altLang="en-US" sz="1600" b="0" dirty="0">
                <a:solidFill>
                  <a:schemeClr val="tx1"/>
                </a:solidFill>
                <a:latin typeface="Times New Roman" panose="02020603050405020304" charset="0"/>
                <a:ea typeface="宋体" panose="02010600030101010101" pitchFamily="2" charset="-122"/>
              </a:rPr>
              <a:t>：</a:t>
            </a:r>
            <a:endParaRPr lang="zh-CN" altLang="en-US" sz="1600" b="0" dirty="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 作</a:t>
            </a:r>
            <a:r>
              <a:rPr lang="zh-CN" altLang="en-US" sz="1600" b="0">
                <a:solidFill>
                  <a:schemeClr val="tx1"/>
                </a:solidFill>
                <a:latin typeface="Times New Roman" panose="02020603050405020304" charset="0"/>
                <a:ea typeface="宋体" panose="02010600030101010101" pitchFamily="2" charset="-122"/>
              </a:rPr>
              <a:t>业控制语言</a:t>
            </a:r>
            <a:endParaRPr lang="zh-CN" altLang="en-US" sz="1600" b="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键</a:t>
            </a:r>
            <a:r>
              <a:rPr lang="zh-CN" altLang="en-US" sz="1600" b="0">
                <a:solidFill>
                  <a:schemeClr val="tx1"/>
                </a:solidFill>
                <a:latin typeface="Times New Roman" panose="02020603050405020304" charset="0"/>
                <a:ea typeface="宋体" panose="02010600030101010101" pitchFamily="2" charset="-122"/>
              </a:rPr>
              <a:t>盘命令</a:t>
            </a:r>
            <a:endParaRPr lang="zh-CN" altLang="en-US" sz="1600" b="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图</a:t>
            </a:r>
            <a:r>
              <a:rPr lang="zh-CN" altLang="en-US" sz="1600" b="0">
                <a:solidFill>
                  <a:schemeClr val="tx1"/>
                </a:solidFill>
                <a:latin typeface="Times New Roman" panose="02020603050405020304" charset="0"/>
                <a:ea typeface="宋体" panose="02010600030101010101" pitchFamily="2" charset="-122"/>
              </a:rPr>
              <a:t>形界面</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28677" name="组合 28676"/>
          <p:cNvGrpSpPr/>
          <p:nvPr/>
        </p:nvGrpSpPr>
        <p:grpSpPr>
          <a:xfrm>
            <a:off x="787400" y="649288"/>
            <a:ext cx="7302500" cy="2351087"/>
            <a:chOff x="0" y="0"/>
            <a:chExt cx="4600" cy="1481"/>
          </a:xfrm>
        </p:grpSpPr>
        <p:sp>
          <p:nvSpPr>
            <p:cNvPr id="25605" name="椭圆 28677"/>
            <p:cNvSpPr/>
            <p:nvPr/>
          </p:nvSpPr>
          <p:spPr>
            <a:xfrm>
              <a:off x="2016" y="45"/>
              <a:ext cx="816" cy="1415"/>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just"/>
              <a:r>
                <a:rPr lang="zh-CN" altLang="en-US" sz="2400" b="0">
                  <a:solidFill>
                    <a:schemeClr val="tx1"/>
                  </a:solidFill>
                  <a:latin typeface="Times New Roman" panose="02020603050405020304" charset="0"/>
                  <a:ea typeface="宋体" panose="02010600030101010101" pitchFamily="2" charset="-122"/>
                </a:rPr>
                <a:t>   操</a:t>
              </a:r>
              <a:endParaRPr lang="zh-CN" altLang="en-US" sz="2400" b="0">
                <a:solidFill>
                  <a:schemeClr val="tx1"/>
                </a:solidFill>
                <a:latin typeface="Times New Roman" panose="02020603050405020304" charset="0"/>
                <a:ea typeface="宋体" panose="02010600030101010101" pitchFamily="2" charset="-122"/>
              </a:endParaRPr>
            </a:p>
            <a:p>
              <a:pPr lvl="0" algn="just"/>
              <a:r>
                <a:rPr lang="zh-CN" altLang="en-US" sz="2400" b="0">
                  <a:solidFill>
                    <a:schemeClr val="tx1"/>
                  </a:solidFill>
                  <a:latin typeface="Times New Roman" panose="02020603050405020304" charset="0"/>
                  <a:ea typeface="宋体" panose="02010600030101010101" pitchFamily="2" charset="-122"/>
                </a:rPr>
                <a:t>   作</a:t>
              </a:r>
              <a:endParaRPr lang="zh-CN" altLang="en-US" sz="2400" b="0">
                <a:solidFill>
                  <a:schemeClr val="tx1"/>
                </a:solidFill>
                <a:latin typeface="Times New Roman" panose="02020603050405020304" charset="0"/>
                <a:ea typeface="宋体" panose="02010600030101010101" pitchFamily="2" charset="-122"/>
              </a:endParaRPr>
            </a:p>
            <a:p>
              <a:pPr lvl="0" algn="just"/>
              <a:r>
                <a:rPr lang="zh-CN" altLang="en-US" sz="2400" b="0">
                  <a:solidFill>
                    <a:schemeClr val="tx1"/>
                  </a:solidFill>
                  <a:latin typeface="Times New Roman" panose="02020603050405020304" charset="0"/>
                  <a:ea typeface="宋体" panose="02010600030101010101" pitchFamily="2" charset="-122"/>
                </a:rPr>
                <a:t>   系</a:t>
              </a:r>
              <a:endParaRPr lang="zh-CN" altLang="en-US" sz="2400" b="0">
                <a:solidFill>
                  <a:schemeClr val="tx1"/>
                </a:solidFill>
                <a:latin typeface="Times New Roman" panose="02020603050405020304" charset="0"/>
                <a:ea typeface="宋体" panose="02010600030101010101" pitchFamily="2" charset="-122"/>
              </a:endParaRPr>
            </a:p>
            <a:p>
              <a:pPr lvl="0" algn="just"/>
              <a:r>
                <a:rPr lang="zh-CN" altLang="en-US" sz="2400" b="0">
                  <a:solidFill>
                    <a:schemeClr val="tx1"/>
                  </a:solidFill>
                  <a:latin typeface="Times New Roman" panose="02020603050405020304" charset="0"/>
                  <a:ea typeface="宋体" panose="02010600030101010101" pitchFamily="2" charset="-122"/>
                </a:rPr>
                <a:t>   统</a:t>
              </a:r>
              <a:endParaRPr lang="zh-CN" altLang="en-US" sz="2400" b="0">
                <a:solidFill>
                  <a:schemeClr val="tx1"/>
                </a:solidFill>
                <a:latin typeface="Times New Roman" panose="02020603050405020304" charset="0"/>
                <a:ea typeface="宋体" panose="02010600030101010101" pitchFamily="2" charset="-122"/>
              </a:endParaRPr>
            </a:p>
          </p:txBody>
        </p:sp>
        <p:sp>
          <p:nvSpPr>
            <p:cNvPr id="28679" name="右箭头 28678"/>
            <p:cNvSpPr/>
            <p:nvPr/>
          </p:nvSpPr>
          <p:spPr>
            <a:xfrm>
              <a:off x="528" y="724"/>
              <a:ext cx="1328" cy="120"/>
            </a:xfrm>
            <a:prstGeom prst="rightArrow">
              <a:avLst>
                <a:gd name="adj1" fmla="val 50000"/>
                <a:gd name="adj2" fmla="val 276666"/>
              </a:avLst>
            </a:prstGeom>
            <a:solidFill>
              <a:srgbClr val="000066"/>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8680" name="右箭头 28679"/>
            <p:cNvSpPr/>
            <p:nvPr/>
          </p:nvSpPr>
          <p:spPr>
            <a:xfrm>
              <a:off x="2928" y="691"/>
              <a:ext cx="422" cy="142"/>
            </a:xfrm>
            <a:prstGeom prst="rightArrow">
              <a:avLst>
                <a:gd name="adj1" fmla="val 50000"/>
                <a:gd name="adj2" fmla="val 74295"/>
              </a:avLst>
            </a:prstGeom>
            <a:solidFill>
              <a:srgbClr val="000066"/>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aphicFrame>
          <p:nvGraphicFramePr>
            <p:cNvPr id="25608" name="对象 28680"/>
            <p:cNvGraphicFramePr>
              <a:graphicFrameLocks noChangeAspect="1"/>
            </p:cNvGraphicFramePr>
            <p:nvPr/>
          </p:nvGraphicFramePr>
          <p:xfrm>
            <a:off x="0" y="234"/>
            <a:ext cx="358" cy="1062"/>
          </p:xfrm>
          <a:graphic>
            <a:graphicData uri="http://schemas.openxmlformats.org/presentationml/2006/ole">
              <mc:AlternateContent xmlns:mc="http://schemas.openxmlformats.org/markup-compatibility/2006">
                <mc:Choice xmlns:v="urn:schemas-microsoft-com:vml" Requires="v">
                  <p:oleObj spid="_x0000_s3077" name="" r:id="rId2" imgW="568960" imgH="1710690" progId="MS_ClipArt_Gallery.2">
                    <p:embed/>
                  </p:oleObj>
                </mc:Choice>
                <mc:Fallback>
                  <p:oleObj name="" r:id="rId2" imgW="568960" imgH="1710690" progId="MS_ClipArt_Gallery.2">
                    <p:embed/>
                    <p:pic>
                      <p:nvPicPr>
                        <p:cNvPr id="0" name="图片 3076"/>
                        <p:cNvPicPr/>
                        <p:nvPr/>
                      </p:nvPicPr>
                      <p:blipFill>
                        <a:blip r:embed="rId3"/>
                        <a:stretch>
                          <a:fillRect/>
                        </a:stretch>
                      </p:blipFill>
                      <p:spPr>
                        <a:xfrm>
                          <a:off x="0" y="234"/>
                          <a:ext cx="358" cy="1062"/>
                        </a:xfrm>
                        <a:prstGeom prst="rect">
                          <a:avLst/>
                        </a:prstGeom>
                        <a:noFill/>
                        <a:ln w="38100">
                          <a:noFill/>
                          <a:miter/>
                        </a:ln>
                      </p:spPr>
                    </p:pic>
                  </p:oleObj>
                </mc:Fallback>
              </mc:AlternateContent>
            </a:graphicData>
          </a:graphic>
        </p:graphicFrame>
        <p:graphicFrame>
          <p:nvGraphicFramePr>
            <p:cNvPr id="25609" name="对象 28681"/>
            <p:cNvGraphicFramePr>
              <a:graphicFrameLocks noChangeAspect="1"/>
            </p:cNvGraphicFramePr>
            <p:nvPr/>
          </p:nvGraphicFramePr>
          <p:xfrm>
            <a:off x="3264" y="0"/>
            <a:ext cx="1336" cy="1481"/>
          </p:xfrm>
          <a:graphic>
            <a:graphicData uri="http://schemas.openxmlformats.org/presentationml/2006/ole">
              <mc:AlternateContent xmlns:mc="http://schemas.openxmlformats.org/markup-compatibility/2006">
                <mc:Choice xmlns:v="urn:schemas-microsoft-com:vml" Requires="v">
                  <p:oleObj spid="_x0000_s3078" name="" r:id="rId4" imgW="2501900" imgH="2616200" progId="MS_ClipArt_Gallery.2">
                    <p:embed/>
                  </p:oleObj>
                </mc:Choice>
                <mc:Fallback>
                  <p:oleObj name="" r:id="rId4" imgW="2501900" imgH="2616200" progId="MS_ClipArt_Gallery.2">
                    <p:embed/>
                    <p:pic>
                      <p:nvPicPr>
                        <p:cNvPr id="0" name="图片 3077"/>
                        <p:cNvPicPr/>
                        <p:nvPr/>
                      </p:nvPicPr>
                      <p:blipFill>
                        <a:blip r:embed="rId5"/>
                        <a:stretch>
                          <a:fillRect/>
                        </a:stretch>
                      </p:blipFill>
                      <p:spPr>
                        <a:xfrm>
                          <a:off x="3264" y="0"/>
                          <a:ext cx="1336" cy="1481"/>
                        </a:xfrm>
                        <a:prstGeom prst="rect">
                          <a:avLst/>
                        </a:prstGeom>
                        <a:noFill/>
                        <a:ln w="38100">
                          <a:noFill/>
                          <a:miter/>
                        </a:ln>
                      </p:spPr>
                    </p:pic>
                  </p:oleObj>
                </mc:Fallback>
              </mc:AlternateContent>
            </a:graphicData>
          </a:graphic>
        </p:graphicFrame>
      </p:grpSp>
      <p:sp>
        <p:nvSpPr>
          <p:cNvPr id="28683" name="文本框 28682"/>
          <p:cNvSpPr txBox="1"/>
          <p:nvPr/>
        </p:nvSpPr>
        <p:spPr>
          <a:xfrm>
            <a:off x="1560830" y="1998980"/>
            <a:ext cx="2047875" cy="706755"/>
          </a:xfrm>
          <a:prstGeom prst="rect">
            <a:avLst/>
          </a:prstGeom>
          <a:noFill/>
          <a:ln w="9525">
            <a:noFill/>
            <a:miter/>
          </a:ln>
        </p:spPr>
        <p:txBody>
          <a:bodyPr wrap="square"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程序接口：</a:t>
            </a:r>
            <a:endParaRPr lang="zh-CN" altLang="en-US" sz="1600" b="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b="0">
                <a:solidFill>
                  <a:schemeClr val="tx1"/>
                </a:solidFill>
                <a:latin typeface="Times New Roman" panose="02020603050405020304" charset="0"/>
                <a:ea typeface="宋体" panose="02010600030101010101" pitchFamily="2" charset="-122"/>
              </a:rPr>
              <a:t>        系统功能调用</a:t>
            </a:r>
            <a:endParaRPr lang="zh-CN" altLang="en-US" sz="1600" b="0">
              <a:solidFill>
                <a:schemeClr val="tx1"/>
              </a:solidFill>
              <a:latin typeface="Times New Roman" panose="02020603050405020304" charset="0"/>
              <a:ea typeface="宋体" panose="02010600030101010101" pitchFamily="2" charset="-122"/>
            </a:endParaRPr>
          </a:p>
        </p:txBody>
      </p:sp>
      <p:sp>
        <p:nvSpPr>
          <p:cNvPr id="28684" name="文本框 28683"/>
          <p:cNvSpPr txBox="1"/>
          <p:nvPr/>
        </p:nvSpPr>
        <p:spPr>
          <a:xfrm>
            <a:off x="2933700" y="3111500"/>
            <a:ext cx="3703638"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操作系统提供的用户接口示意图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28685" name="矩形 2868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用户接口</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8676" grpId="0"/>
      <p:bldP spid="28683" grpId="0"/>
      <p:bldP spid="2868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5" name="矩形 28674"/>
          <p:cNvSpPr/>
          <p:nvPr/>
        </p:nvSpPr>
        <p:spPr>
          <a:xfrm>
            <a:off x="374650" y="3397250"/>
            <a:ext cx="8394065" cy="263779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x-none" altLang="zh-CN" sz="2400" b="1" dirty="0">
                <a:solidFill>
                  <a:srgbClr val="990000"/>
                </a:solidFill>
                <a:effectLst/>
                <a:cs typeface="+mn-ea"/>
                <a:sym typeface="+mn-ea"/>
              </a:rPr>
              <a:t>3. </a:t>
            </a:r>
            <a:r>
              <a:rPr lang="zh-CN" altLang="en-US" sz="2400" b="1" dirty="0">
                <a:solidFill>
                  <a:srgbClr val="990000"/>
                </a:solidFill>
                <a:effectLst/>
                <a:cs typeface="+mn-ea"/>
                <a:sym typeface="+mn-ea"/>
              </a:rPr>
              <a:t>命令接口与</a:t>
            </a:r>
            <a:r>
              <a:rPr lang="zh-CN" altLang="en-US" sz="2400" b="1">
                <a:solidFill>
                  <a:srgbClr val="990000"/>
                </a:solidFill>
                <a:effectLst/>
                <a:cs typeface="+mn-ea"/>
                <a:sym typeface="+mn-ea"/>
              </a:rPr>
              <a:t>操作系统类型的关系</a:t>
            </a:r>
            <a:endParaRPr lang="zh-CN" altLang="en-US" sz="2400" b="1" strike="noStrike" noProof="1">
              <a:solidFill>
                <a:srgbClr val="990000"/>
              </a:solidFill>
              <a:effectLst/>
              <a:ea typeface="宋体" panose="02010600030101010101" pitchFamily="2" charset="-122"/>
            </a:endParaRPr>
          </a:p>
          <a:p>
            <a:pPr marL="533400" lvl="0" indent="-533400" fontAlgn="base">
              <a:lnSpc>
                <a:spcPct val="120000"/>
              </a:lnSpc>
              <a:spcBef>
                <a:spcPct val="20000"/>
              </a:spcBef>
              <a:buNone/>
            </a:pPr>
            <a:r>
              <a:rPr lang="zh-CN" altLang="en-US" sz="2400" b="1">
                <a:solidFill>
                  <a:srgbClr val="A50021"/>
                </a:solidFill>
                <a:effectLst/>
                <a:latin typeface="Times New Roman" panose="02020603050405020304" charset="0"/>
                <a:cs typeface="+mn-ea"/>
                <a:sym typeface="+mn-ea"/>
              </a:rPr>
              <a:t>      </a:t>
            </a:r>
            <a:r>
              <a:rPr lang="en-US" altLang="zh-CN" sz="2400" b="1">
                <a:solidFill>
                  <a:srgbClr val="A50021"/>
                </a:solidFill>
                <a:effectLst/>
                <a:latin typeface="Times New Roman" panose="02020603050405020304" charset="0"/>
                <a:cs typeface="+mn-ea"/>
                <a:sym typeface="+mn-ea"/>
              </a:rPr>
              <a:t>(1) </a:t>
            </a:r>
            <a:r>
              <a:rPr lang="zh-CN" altLang="en-US" sz="2400" b="1">
                <a:solidFill>
                  <a:srgbClr val="A50021"/>
                </a:solidFill>
                <a:effectLst/>
                <a:latin typeface="Times New Roman" panose="02020603050405020304" charset="0"/>
                <a:cs typeface="+mn-ea"/>
                <a:sym typeface="+mn-ea"/>
              </a:rPr>
              <a:t>作业控制语言 </a:t>
            </a:r>
            <a:r>
              <a:rPr lang="zh-CN" altLang="en-US" sz="2400" b="1">
                <a:solidFill>
                  <a:srgbClr val="000099"/>
                </a:solidFill>
                <a:effectLst/>
                <a:latin typeface="Times New Roman" panose="02020603050405020304" charset="0"/>
                <a:cs typeface="+mn-ea"/>
                <a:sym typeface="+mn-ea"/>
              </a:rPr>
              <a:t> </a:t>
            </a:r>
            <a:r>
              <a:rPr lang="zh-CN" altLang="en-US" sz="2400" b="1" strike="noStrike" noProof="1">
                <a:solidFill>
                  <a:schemeClr val="tx1"/>
                </a:solidFill>
                <a:effectLst/>
                <a:latin typeface="Times New Roman" panose="02020603050405020304" charset="0"/>
                <a:ea typeface="宋体" panose="02010600030101010101" pitchFamily="2" charset="-122"/>
                <a:cs typeface="+mn-ea"/>
              </a:rPr>
              <a:t>脱机批</a:t>
            </a:r>
            <a:r>
              <a:rPr lang="zh-CN" altLang="en-US" sz="2400" b="1">
                <a:solidFill>
                  <a:schemeClr val="tx1"/>
                </a:solidFill>
                <a:effectLst/>
                <a:latin typeface="Times New Roman" panose="02020603050405020304" charset="0"/>
                <a:cs typeface="+mn-ea"/>
                <a:sym typeface="+mn-ea"/>
              </a:rPr>
              <a:t>处理操作系统</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a:solidFill>
                  <a:srgbClr val="A50021"/>
                </a:solidFill>
                <a:effectLst/>
                <a:latin typeface="Times New Roman" panose="02020603050405020304" charset="0"/>
                <a:cs typeface="+mn-ea"/>
                <a:sym typeface="+mn-ea"/>
              </a:rPr>
              <a:t>      </a:t>
            </a:r>
            <a:r>
              <a:rPr lang="en-US" altLang="zh-CN" sz="2400" b="1">
                <a:solidFill>
                  <a:srgbClr val="A50021"/>
                </a:solidFill>
                <a:effectLst/>
                <a:latin typeface="Times New Roman" panose="02020603050405020304" charset="0"/>
                <a:cs typeface="+mn-ea"/>
                <a:sym typeface="+mn-ea"/>
              </a:rPr>
              <a:t>(2) </a:t>
            </a:r>
            <a:r>
              <a:rPr lang="zh-CN" altLang="en-US" sz="2400" b="1">
                <a:solidFill>
                  <a:srgbClr val="A50021"/>
                </a:solidFill>
                <a:effectLst/>
                <a:latin typeface="Times New Roman" panose="02020603050405020304" charset="0"/>
                <a:cs typeface="+mn-ea"/>
                <a:sym typeface="+mn-ea"/>
              </a:rPr>
              <a:t>键盘命令       </a:t>
            </a:r>
            <a:r>
              <a:rPr lang="x-none" altLang="zh-CN" sz="2400" b="1">
                <a:solidFill>
                  <a:srgbClr val="A50021"/>
                </a:solidFill>
                <a:effectLst/>
                <a:latin typeface="Times New Roman" panose="02020603050405020304" charset="0"/>
                <a:cs typeface="+mn-ea"/>
                <a:sym typeface="+mn-ea"/>
              </a:rPr>
              <a:t> </a:t>
            </a:r>
            <a:r>
              <a:rPr lang="zh-CN" altLang="en-US" sz="2400" b="1">
                <a:solidFill>
                  <a:schemeClr val="tx1"/>
                </a:solidFill>
                <a:effectLst/>
                <a:latin typeface="Times New Roman" panose="02020603050405020304" charset="0"/>
                <a:cs typeface="+mn-ea"/>
                <a:sym typeface="+mn-ea"/>
              </a:rPr>
              <a:t>联机分时操作系统 </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a:solidFill>
                  <a:srgbClr val="000099"/>
                </a:solidFill>
                <a:effectLst/>
                <a:latin typeface="Times New Roman" panose="02020603050405020304" charset="0"/>
                <a:cs typeface="+mn-ea"/>
                <a:sym typeface="+mn-ea"/>
              </a:rPr>
              <a:t>                               </a:t>
            </a:r>
            <a:r>
              <a:rPr lang="zh-CN" altLang="en-US" sz="2400" b="1">
                <a:solidFill>
                  <a:schemeClr val="tx1"/>
                </a:solidFill>
                <a:effectLst/>
                <a:latin typeface="Times New Roman" panose="02020603050405020304" charset="0"/>
                <a:cs typeface="+mn-ea"/>
                <a:sym typeface="+mn-ea"/>
              </a:rPr>
              <a:t>个人计算机操作系统 </a:t>
            </a:r>
            <a:endParaRPr lang="zh-CN" altLang="en-US" sz="2400" b="1"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20000"/>
              </a:lnSpc>
              <a:spcBef>
                <a:spcPct val="20000"/>
              </a:spcBef>
              <a:buNone/>
            </a:pPr>
            <a:r>
              <a:rPr lang="zh-CN" altLang="en-US" sz="2400" b="1">
                <a:solidFill>
                  <a:srgbClr val="A50021"/>
                </a:solidFill>
                <a:effectLst/>
                <a:latin typeface="Times New Roman" panose="02020603050405020304" charset="0"/>
                <a:cs typeface="+mn-ea"/>
                <a:sym typeface="+mn-ea"/>
              </a:rPr>
              <a:t>      </a:t>
            </a:r>
            <a:r>
              <a:rPr lang="en-US" altLang="zh-CN" sz="2400" b="1">
                <a:solidFill>
                  <a:srgbClr val="A50021"/>
                </a:solidFill>
                <a:effectLst/>
                <a:latin typeface="Times New Roman" panose="02020603050405020304" charset="0"/>
                <a:cs typeface="+mn-ea"/>
                <a:sym typeface="+mn-ea"/>
              </a:rPr>
              <a:t>(3) </a:t>
            </a:r>
            <a:r>
              <a:rPr lang="zh-CN" altLang="en-US" sz="2400" b="1">
                <a:solidFill>
                  <a:srgbClr val="A50021"/>
                </a:solidFill>
                <a:effectLst/>
                <a:latin typeface="Times New Roman" panose="02020603050405020304" charset="0"/>
                <a:cs typeface="+mn-ea"/>
                <a:sym typeface="+mn-ea"/>
              </a:rPr>
              <a:t>图形用户界面 </a:t>
            </a:r>
            <a:r>
              <a:rPr lang="zh-CN" altLang="en-US" sz="2400" b="1">
                <a:solidFill>
                  <a:srgbClr val="000099"/>
                </a:solidFill>
                <a:effectLst/>
                <a:latin typeface="Times New Roman" panose="02020603050405020304" charset="0"/>
                <a:cs typeface="+mn-ea"/>
                <a:sym typeface="+mn-ea"/>
              </a:rPr>
              <a:t> </a:t>
            </a:r>
            <a:r>
              <a:rPr lang="zh-CN" altLang="en-US" sz="2400" b="1">
                <a:solidFill>
                  <a:schemeClr val="tx1"/>
                </a:solidFill>
                <a:effectLst/>
                <a:latin typeface="Times New Roman" panose="02020603050405020304" charset="0"/>
                <a:cs typeface="+mn-ea"/>
                <a:sym typeface="+mn-ea"/>
              </a:rPr>
              <a:t>个人计算机操作系统</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28676" name="文本框 28675"/>
          <p:cNvSpPr txBox="1"/>
          <p:nvPr/>
        </p:nvSpPr>
        <p:spPr>
          <a:xfrm>
            <a:off x="1560513" y="608013"/>
            <a:ext cx="2047875" cy="1222375"/>
          </a:xfrm>
          <a:prstGeom prst="rect">
            <a:avLst/>
          </a:prstGeom>
          <a:noFill/>
          <a:ln w="9525">
            <a:noFill/>
            <a:miter/>
          </a:ln>
        </p:spPr>
        <p:txBody>
          <a:bodyPr anchor="t">
            <a:spAutoFit/>
          </a:bodyPr>
          <a:p>
            <a:pPr lvl="0">
              <a:spcBef>
                <a:spcPct val="20000"/>
              </a:spcBef>
            </a:pPr>
            <a:r>
              <a:rPr lang="zh-CN" altLang="en-US" sz="1600" b="0" dirty="0">
                <a:solidFill>
                  <a:schemeClr val="tx1"/>
                </a:solidFill>
                <a:latin typeface="Times New Roman" panose="02020603050405020304" charset="0"/>
                <a:ea typeface="宋体" panose="02010600030101010101" pitchFamily="2" charset="-122"/>
              </a:rPr>
              <a:t>操作接口</a:t>
            </a:r>
            <a:r>
              <a:rPr lang="en-US" altLang="zh-CN" sz="1600" b="0" dirty="0">
                <a:solidFill>
                  <a:schemeClr val="tx1"/>
                </a:solidFill>
                <a:latin typeface="Times New Roman" panose="02020603050405020304" charset="0"/>
                <a:ea typeface="宋体" panose="02010600030101010101" pitchFamily="2" charset="-122"/>
              </a:rPr>
              <a:t>(</a:t>
            </a:r>
            <a:r>
              <a:rPr lang="zh-CN" altLang="en-US" sz="1600" b="0" dirty="0">
                <a:solidFill>
                  <a:schemeClr val="tx1"/>
                </a:solidFill>
                <a:latin typeface="Times New Roman" panose="02020603050405020304" charset="0"/>
                <a:ea typeface="宋体" panose="02010600030101010101" pitchFamily="2" charset="-122"/>
              </a:rPr>
              <a:t>命令接口</a:t>
            </a:r>
            <a:r>
              <a:rPr lang="en-US" altLang="zh-CN" sz="1600" b="0" dirty="0">
                <a:solidFill>
                  <a:schemeClr val="tx1"/>
                </a:solidFill>
                <a:latin typeface="Times New Roman" panose="02020603050405020304" charset="0"/>
                <a:ea typeface="宋体" panose="02010600030101010101" pitchFamily="2" charset="-122"/>
              </a:rPr>
              <a:t>)</a:t>
            </a:r>
            <a:r>
              <a:rPr lang="zh-CN" altLang="en-US" sz="1600" b="0" dirty="0">
                <a:solidFill>
                  <a:schemeClr val="tx1"/>
                </a:solidFill>
                <a:latin typeface="Times New Roman" panose="02020603050405020304" charset="0"/>
                <a:ea typeface="宋体" panose="02010600030101010101" pitchFamily="2" charset="-122"/>
              </a:rPr>
              <a:t>：</a:t>
            </a:r>
            <a:endParaRPr lang="zh-CN" altLang="en-US" sz="1600" b="0" dirty="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 作</a:t>
            </a:r>
            <a:r>
              <a:rPr lang="zh-CN" altLang="en-US" sz="1600" b="0">
                <a:solidFill>
                  <a:schemeClr val="tx1"/>
                </a:solidFill>
                <a:latin typeface="Times New Roman" panose="02020603050405020304" charset="0"/>
                <a:ea typeface="宋体" panose="02010600030101010101" pitchFamily="2" charset="-122"/>
              </a:rPr>
              <a:t>业控制语言</a:t>
            </a:r>
            <a:endParaRPr lang="zh-CN" altLang="en-US" sz="1600" b="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键</a:t>
            </a:r>
            <a:r>
              <a:rPr lang="zh-CN" altLang="en-US" sz="1600" b="0">
                <a:solidFill>
                  <a:schemeClr val="tx1"/>
                </a:solidFill>
                <a:latin typeface="Times New Roman" panose="02020603050405020304" charset="0"/>
                <a:ea typeface="宋体" panose="02010600030101010101" pitchFamily="2" charset="-122"/>
              </a:rPr>
              <a:t>盘命令</a:t>
            </a:r>
            <a:endParaRPr lang="zh-CN" altLang="en-US" sz="1600" b="0">
              <a:solidFill>
                <a:schemeClr val="tx1"/>
              </a:solidFill>
              <a:latin typeface="Times New Roman" panose="02020603050405020304" charset="0"/>
              <a:ea typeface="宋体" panose="02010600030101010101" pitchFamily="2" charset="-122"/>
            </a:endParaRPr>
          </a:p>
          <a:p>
            <a:pPr lvl="0">
              <a:spcBef>
                <a:spcPct val="20000"/>
              </a:spcBef>
            </a:pPr>
            <a:r>
              <a:rPr lang="zh-CN" altLang="en-US" sz="1600" b="0">
                <a:solidFill>
                  <a:schemeClr val="tx1"/>
                </a:solidFill>
                <a:latin typeface="Times New Roman" panose="02020603050405020304" charset="0"/>
                <a:ea typeface="宋体" panose="02010600030101010101" pitchFamily="2" charset="-122"/>
              </a:rPr>
              <a:t>         </a:t>
            </a:r>
            <a:r>
              <a:rPr lang="zh-CN" altLang="en-US" sz="1600" b="0" dirty="0">
                <a:solidFill>
                  <a:schemeClr val="tx1"/>
                </a:solidFill>
                <a:latin typeface="Times New Roman" panose="02020603050405020304" charset="0"/>
                <a:ea typeface="宋体" panose="02010600030101010101" pitchFamily="2" charset="-122"/>
              </a:rPr>
              <a:t>图</a:t>
            </a:r>
            <a:r>
              <a:rPr lang="zh-CN" altLang="en-US" sz="1600" b="0">
                <a:solidFill>
                  <a:schemeClr val="tx1"/>
                </a:solidFill>
                <a:latin typeface="Times New Roman" panose="02020603050405020304" charset="0"/>
                <a:ea typeface="宋体" panose="02010600030101010101" pitchFamily="2" charset="-122"/>
              </a:rPr>
              <a:t>形界面</a:t>
            </a:r>
            <a:endParaRPr lang="zh-CN" altLang="en-US" sz="1600" b="0">
              <a:solidFill>
                <a:schemeClr val="tx1"/>
              </a:solidFill>
              <a:latin typeface="Times New Roman" panose="02020603050405020304" charset="0"/>
              <a:ea typeface="宋体" panose="02010600030101010101" pitchFamily="2" charset="-122"/>
            </a:endParaRPr>
          </a:p>
        </p:txBody>
      </p:sp>
      <p:grpSp>
        <p:nvGrpSpPr>
          <p:cNvPr id="28677" name="组合 28676"/>
          <p:cNvGrpSpPr/>
          <p:nvPr/>
        </p:nvGrpSpPr>
        <p:grpSpPr>
          <a:xfrm>
            <a:off x="787400" y="649288"/>
            <a:ext cx="7302500" cy="2351087"/>
            <a:chOff x="0" y="0"/>
            <a:chExt cx="4600" cy="1481"/>
          </a:xfrm>
        </p:grpSpPr>
        <p:sp>
          <p:nvSpPr>
            <p:cNvPr id="25605" name="椭圆 28677"/>
            <p:cNvSpPr/>
            <p:nvPr/>
          </p:nvSpPr>
          <p:spPr>
            <a:xfrm>
              <a:off x="2016" y="45"/>
              <a:ext cx="816" cy="1415"/>
            </a:xfrm>
            <a:prstGeom prst="ellipse">
              <a:avLst/>
            </a:prstGeom>
            <a:solidFill>
              <a:srgbClr val="CCFFFF"/>
            </a:solidFill>
            <a:ln w="9525" cap="flat" cmpd="sng">
              <a:solidFill>
                <a:srgbClr val="000000"/>
              </a:solidFill>
              <a:prstDash val="solid"/>
              <a:round/>
              <a:headEnd type="none" w="med" len="med"/>
              <a:tailEnd type="none" w="med" len="med"/>
            </a:ln>
          </p:spPr>
          <p:txBody>
            <a:bodyPr anchor="t"/>
            <a:p>
              <a:pPr lvl="0" algn="just"/>
              <a:r>
                <a:rPr lang="zh-CN" altLang="en-US" sz="2400" b="0">
                  <a:solidFill>
                    <a:schemeClr val="tx1"/>
                  </a:solidFill>
                  <a:latin typeface="Times New Roman" panose="02020603050405020304" charset="0"/>
                  <a:ea typeface="宋体" panose="02010600030101010101" pitchFamily="2" charset="-122"/>
                </a:rPr>
                <a:t>   操</a:t>
              </a:r>
              <a:endParaRPr lang="zh-CN" altLang="en-US" sz="2400" b="0">
                <a:solidFill>
                  <a:schemeClr val="tx1"/>
                </a:solidFill>
                <a:latin typeface="Times New Roman" panose="02020603050405020304" charset="0"/>
                <a:ea typeface="宋体" panose="02010600030101010101" pitchFamily="2" charset="-122"/>
              </a:endParaRPr>
            </a:p>
            <a:p>
              <a:pPr lvl="0" algn="just"/>
              <a:r>
                <a:rPr lang="zh-CN" altLang="en-US" sz="2400" b="0">
                  <a:solidFill>
                    <a:schemeClr val="tx1"/>
                  </a:solidFill>
                  <a:latin typeface="Times New Roman" panose="02020603050405020304" charset="0"/>
                  <a:ea typeface="宋体" panose="02010600030101010101" pitchFamily="2" charset="-122"/>
                </a:rPr>
                <a:t>   作</a:t>
              </a:r>
              <a:endParaRPr lang="zh-CN" altLang="en-US" sz="2400" b="0">
                <a:solidFill>
                  <a:schemeClr val="tx1"/>
                </a:solidFill>
                <a:latin typeface="Times New Roman" panose="02020603050405020304" charset="0"/>
                <a:ea typeface="宋体" panose="02010600030101010101" pitchFamily="2" charset="-122"/>
              </a:endParaRPr>
            </a:p>
            <a:p>
              <a:pPr lvl="0" algn="just"/>
              <a:r>
                <a:rPr lang="zh-CN" altLang="en-US" sz="2400" b="0">
                  <a:solidFill>
                    <a:schemeClr val="tx1"/>
                  </a:solidFill>
                  <a:latin typeface="Times New Roman" panose="02020603050405020304" charset="0"/>
                  <a:ea typeface="宋体" panose="02010600030101010101" pitchFamily="2" charset="-122"/>
                </a:rPr>
                <a:t>   系</a:t>
              </a:r>
              <a:endParaRPr lang="zh-CN" altLang="en-US" sz="2400" b="0">
                <a:solidFill>
                  <a:schemeClr val="tx1"/>
                </a:solidFill>
                <a:latin typeface="Times New Roman" panose="02020603050405020304" charset="0"/>
                <a:ea typeface="宋体" panose="02010600030101010101" pitchFamily="2" charset="-122"/>
              </a:endParaRPr>
            </a:p>
            <a:p>
              <a:pPr lvl="0" algn="just"/>
              <a:r>
                <a:rPr lang="zh-CN" altLang="en-US" sz="2400" b="0">
                  <a:solidFill>
                    <a:schemeClr val="tx1"/>
                  </a:solidFill>
                  <a:latin typeface="Times New Roman" panose="02020603050405020304" charset="0"/>
                  <a:ea typeface="宋体" panose="02010600030101010101" pitchFamily="2" charset="-122"/>
                </a:rPr>
                <a:t>   统</a:t>
              </a:r>
              <a:endParaRPr lang="zh-CN" altLang="en-US" sz="2400" b="0">
                <a:solidFill>
                  <a:schemeClr val="tx1"/>
                </a:solidFill>
                <a:latin typeface="Times New Roman" panose="02020603050405020304" charset="0"/>
                <a:ea typeface="宋体" panose="02010600030101010101" pitchFamily="2" charset="-122"/>
              </a:endParaRPr>
            </a:p>
          </p:txBody>
        </p:sp>
        <p:sp>
          <p:nvSpPr>
            <p:cNvPr id="28679" name="右箭头 28678"/>
            <p:cNvSpPr/>
            <p:nvPr/>
          </p:nvSpPr>
          <p:spPr>
            <a:xfrm>
              <a:off x="528" y="724"/>
              <a:ext cx="1328" cy="120"/>
            </a:xfrm>
            <a:prstGeom prst="rightArrow">
              <a:avLst>
                <a:gd name="adj1" fmla="val 50000"/>
                <a:gd name="adj2" fmla="val 276666"/>
              </a:avLst>
            </a:prstGeom>
            <a:solidFill>
              <a:srgbClr val="000066"/>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sp>
          <p:nvSpPr>
            <p:cNvPr id="28680" name="右箭头 28679"/>
            <p:cNvSpPr/>
            <p:nvPr/>
          </p:nvSpPr>
          <p:spPr>
            <a:xfrm>
              <a:off x="2928" y="691"/>
              <a:ext cx="422" cy="142"/>
            </a:xfrm>
            <a:prstGeom prst="rightArrow">
              <a:avLst>
                <a:gd name="adj1" fmla="val 50000"/>
                <a:gd name="adj2" fmla="val 74295"/>
              </a:avLst>
            </a:prstGeom>
            <a:solidFill>
              <a:srgbClr val="000066"/>
            </a:solidFill>
            <a:ln w="9525" cap="flat" cmpd="sng">
              <a:solidFill>
                <a:srgbClr val="000000"/>
              </a:solidFill>
              <a:prstDash val="solid"/>
              <a:miter/>
              <a:headEnd type="none" w="med" len="med"/>
              <a:tailEnd type="none" w="med" len="med"/>
            </a:ln>
          </p:spPr>
          <p:txBody>
            <a:bodyPr/>
            <a:p>
              <a:pPr marL="914400" lvl="0" indent="-340995" algn="ctr" fontAlgn="base">
                <a:lnSpc>
                  <a:spcPct val="120000"/>
                </a:lnSpc>
                <a:buClr>
                  <a:schemeClr val="tx2"/>
                </a:buClr>
                <a:buSzPct val="95000"/>
                <a:buFont typeface="Wingdings" panose="05000000000000000000" pitchFamily="2" charset="2"/>
                <a:buBlip>
                  <a:blip r:embed="rId1"/>
                </a:buBlip>
              </a:pPr>
              <a:endParaRPr lang="zh-CN" altLang="en-US" sz="3200" b="1" strike="noStrike" noProof="1" dirty="0">
                <a:solidFill>
                  <a:srgbClr val="4138FA"/>
                </a:solidFill>
                <a:effectLst>
                  <a:outerShdw blurRad="38100" dist="38100" dir="2700000">
                    <a:srgbClr val="000000"/>
                  </a:outerShdw>
                </a:effectLst>
                <a:latin typeface="Arial" panose="02080604020202020204" pitchFamily="34" charset="0"/>
                <a:ea typeface="宋体" panose="02010600030101010101" pitchFamily="2" charset="-122"/>
              </a:endParaRPr>
            </a:p>
          </p:txBody>
        </p:sp>
        <p:graphicFrame>
          <p:nvGraphicFramePr>
            <p:cNvPr id="25608" name="对象 28680"/>
            <p:cNvGraphicFramePr>
              <a:graphicFrameLocks noChangeAspect="1"/>
            </p:cNvGraphicFramePr>
            <p:nvPr/>
          </p:nvGraphicFramePr>
          <p:xfrm>
            <a:off x="0" y="234"/>
            <a:ext cx="358" cy="1062"/>
          </p:xfrm>
          <a:graphic>
            <a:graphicData uri="http://schemas.openxmlformats.org/presentationml/2006/ole">
              <mc:AlternateContent xmlns:mc="http://schemas.openxmlformats.org/markup-compatibility/2006">
                <mc:Choice xmlns:v="urn:schemas-microsoft-com:vml" Requires="v">
                  <p:oleObj spid="_x0000_s3077" name="" r:id="rId2" imgW="568960" imgH="1710690" progId="MS_ClipArt_Gallery.2">
                    <p:embed/>
                  </p:oleObj>
                </mc:Choice>
                <mc:Fallback>
                  <p:oleObj name="" r:id="rId2" imgW="568960" imgH="1710690" progId="MS_ClipArt_Gallery.2">
                    <p:embed/>
                    <p:pic>
                      <p:nvPicPr>
                        <p:cNvPr id="0" name="图片 3076"/>
                        <p:cNvPicPr/>
                        <p:nvPr/>
                      </p:nvPicPr>
                      <p:blipFill>
                        <a:blip r:embed="rId3"/>
                        <a:stretch>
                          <a:fillRect/>
                        </a:stretch>
                      </p:blipFill>
                      <p:spPr>
                        <a:xfrm>
                          <a:off x="0" y="234"/>
                          <a:ext cx="358" cy="1062"/>
                        </a:xfrm>
                        <a:prstGeom prst="rect">
                          <a:avLst/>
                        </a:prstGeom>
                        <a:noFill/>
                        <a:ln w="38100">
                          <a:noFill/>
                          <a:miter/>
                        </a:ln>
                      </p:spPr>
                    </p:pic>
                  </p:oleObj>
                </mc:Fallback>
              </mc:AlternateContent>
            </a:graphicData>
          </a:graphic>
        </p:graphicFrame>
        <p:graphicFrame>
          <p:nvGraphicFramePr>
            <p:cNvPr id="25609" name="对象 28681"/>
            <p:cNvGraphicFramePr>
              <a:graphicFrameLocks noChangeAspect="1"/>
            </p:cNvGraphicFramePr>
            <p:nvPr/>
          </p:nvGraphicFramePr>
          <p:xfrm>
            <a:off x="3264" y="0"/>
            <a:ext cx="1336" cy="1481"/>
          </p:xfrm>
          <a:graphic>
            <a:graphicData uri="http://schemas.openxmlformats.org/presentationml/2006/ole">
              <mc:AlternateContent xmlns:mc="http://schemas.openxmlformats.org/markup-compatibility/2006">
                <mc:Choice xmlns:v="urn:schemas-microsoft-com:vml" Requires="v">
                  <p:oleObj spid="_x0000_s3078" name="" r:id="rId4" imgW="2501900" imgH="2616200" progId="MS_ClipArt_Gallery.2">
                    <p:embed/>
                  </p:oleObj>
                </mc:Choice>
                <mc:Fallback>
                  <p:oleObj name="" r:id="rId4" imgW="2501900" imgH="2616200" progId="MS_ClipArt_Gallery.2">
                    <p:embed/>
                    <p:pic>
                      <p:nvPicPr>
                        <p:cNvPr id="0" name="图片 3077"/>
                        <p:cNvPicPr/>
                        <p:nvPr/>
                      </p:nvPicPr>
                      <p:blipFill>
                        <a:blip r:embed="rId5"/>
                        <a:stretch>
                          <a:fillRect/>
                        </a:stretch>
                      </p:blipFill>
                      <p:spPr>
                        <a:xfrm>
                          <a:off x="3264" y="0"/>
                          <a:ext cx="1336" cy="1481"/>
                        </a:xfrm>
                        <a:prstGeom prst="rect">
                          <a:avLst/>
                        </a:prstGeom>
                        <a:noFill/>
                        <a:ln w="38100">
                          <a:noFill/>
                          <a:miter/>
                        </a:ln>
                      </p:spPr>
                    </p:pic>
                  </p:oleObj>
                </mc:Fallback>
              </mc:AlternateContent>
            </a:graphicData>
          </a:graphic>
        </p:graphicFrame>
      </p:grpSp>
      <p:sp>
        <p:nvSpPr>
          <p:cNvPr id="28683" name="文本框 28682"/>
          <p:cNvSpPr txBox="1"/>
          <p:nvPr/>
        </p:nvSpPr>
        <p:spPr>
          <a:xfrm>
            <a:off x="1560830" y="1998980"/>
            <a:ext cx="2047875" cy="706755"/>
          </a:xfrm>
          <a:prstGeom prst="rect">
            <a:avLst/>
          </a:prstGeom>
          <a:noFill/>
          <a:ln w="9525">
            <a:noFill/>
            <a:miter/>
          </a:ln>
        </p:spPr>
        <p:txBody>
          <a:bodyPr wrap="square"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程序接口：</a:t>
            </a:r>
            <a:endParaRPr lang="zh-CN" altLang="en-US" sz="1600" b="0">
              <a:solidFill>
                <a:schemeClr val="tx1"/>
              </a:solidFill>
              <a:latin typeface="Times New Roman" panose="02020603050405020304" charset="0"/>
              <a:ea typeface="宋体" panose="02010600030101010101" pitchFamily="2" charset="-122"/>
            </a:endParaRPr>
          </a:p>
          <a:p>
            <a:pPr lvl="0">
              <a:spcBef>
                <a:spcPct val="50000"/>
              </a:spcBef>
            </a:pPr>
            <a:r>
              <a:rPr lang="zh-CN" altLang="en-US" sz="1600" b="0">
                <a:solidFill>
                  <a:schemeClr val="tx1"/>
                </a:solidFill>
                <a:latin typeface="Times New Roman" panose="02020603050405020304" charset="0"/>
                <a:ea typeface="宋体" panose="02010600030101010101" pitchFamily="2" charset="-122"/>
              </a:rPr>
              <a:t>        系统功能调用</a:t>
            </a:r>
            <a:endParaRPr lang="zh-CN" altLang="en-US" sz="1600" b="0">
              <a:solidFill>
                <a:schemeClr val="tx1"/>
              </a:solidFill>
              <a:latin typeface="Times New Roman" panose="02020603050405020304" charset="0"/>
              <a:ea typeface="宋体" panose="02010600030101010101" pitchFamily="2" charset="-122"/>
            </a:endParaRPr>
          </a:p>
        </p:txBody>
      </p:sp>
      <p:sp>
        <p:nvSpPr>
          <p:cNvPr id="28684" name="文本框 28683"/>
          <p:cNvSpPr txBox="1"/>
          <p:nvPr/>
        </p:nvSpPr>
        <p:spPr>
          <a:xfrm>
            <a:off x="2933700" y="3111500"/>
            <a:ext cx="3703638"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操作系统提供的用户接口示意图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28685" name="矩形 28684"/>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用户接口</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28676" grpId="0"/>
      <p:bldP spid="28683" grpId="0"/>
      <p:bldP spid="2868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31745"/>
          <p:cNvSpPr>
            <a:spLocks noGrp="1"/>
          </p:cNvSpPr>
          <p:nvPr>
            <p:ph type="title"/>
          </p:nvPr>
        </p:nvSpPr>
        <p:spPr/>
        <p:txBody>
          <a:bodyPr>
            <a:spAutoFit/>
          </a:bodyPr>
          <a:p>
            <a:pPr lvl="0"/>
            <a:r>
              <a:rPr lang="zh-CN" altLang="en-US">
                <a:latin typeface="Times New Roman" panose="02020603050405020304" charset="0"/>
                <a:ea typeface="宋体" panose="02010600030101010101" pitchFamily="2" charset="-122"/>
              </a:rPr>
              <a:t>作业控制语言</a:t>
            </a:r>
            <a:endParaRPr lang="zh-CN" altLang="en-US">
              <a:latin typeface="Times New Roman" panose="02020603050405020304" charset="0"/>
              <a:ea typeface="宋体" panose="02010600030101010101" pitchFamily="2" charset="-122"/>
            </a:endParaRPr>
          </a:p>
        </p:txBody>
      </p:sp>
      <p:sp>
        <p:nvSpPr>
          <p:cNvPr id="28674" name="文本框 31746"/>
          <p:cNvSpPr txBox="1"/>
          <p:nvPr/>
        </p:nvSpPr>
        <p:spPr>
          <a:xfrm>
            <a:off x="363855" y="1437005"/>
            <a:ext cx="8334375" cy="4090035"/>
          </a:xfrm>
          <a:prstGeom prst="rect">
            <a:avLst/>
          </a:prstGeom>
          <a:noFill/>
          <a:ln w="9525">
            <a:noFill/>
            <a:miter/>
          </a:ln>
        </p:spPr>
        <p:txBody>
          <a:bodyPr wrap="square" anchor="t">
            <a:spAutoFit/>
          </a:bodyPr>
          <a:p>
            <a:pPr lvl="0">
              <a:lnSpc>
                <a:spcPct val="90000"/>
              </a:lnSpc>
              <a:spcAft>
                <a:spcPct val="10000"/>
              </a:spcAft>
            </a:pPr>
            <a:r>
              <a:rPr lang="zh-CN" altLang="en-US" sz="2400" b="0">
                <a:solidFill>
                  <a:schemeClr val="tx1"/>
                </a:solidFill>
                <a:latin typeface="Arial" panose="02080604020202020204" pitchFamily="34" charset="0"/>
                <a:ea typeface="宋体" panose="02010600030101010101" pitchFamily="2" charset="-122"/>
              </a:rPr>
              <a:t>脱机方式下操作系统提供作业控制语言</a:t>
            </a:r>
            <a:r>
              <a:rPr lang="en-US" altLang="zh-CN" sz="2400" b="0">
                <a:solidFill>
                  <a:schemeClr val="tx1"/>
                </a:solidFill>
                <a:latin typeface="Arial" panose="02080604020202020204" pitchFamily="34" charset="0"/>
                <a:ea typeface="宋体" panose="02010600030101010101" pitchFamily="2" charset="-122"/>
              </a:rPr>
              <a:t>(JCL)</a:t>
            </a:r>
            <a:r>
              <a:rPr lang="zh-CN" altLang="en-US" sz="2400" b="0">
                <a:solidFill>
                  <a:schemeClr val="tx1"/>
                </a:solidFill>
                <a:latin typeface="Arial" panose="02080604020202020204" pitchFamily="34" charset="0"/>
                <a:ea typeface="宋体" panose="02010600030101010101" pitchFamily="2" charset="-122"/>
              </a:rPr>
              <a:t>。</a:t>
            </a:r>
            <a:endParaRPr lang="zh-CN" altLang="en-US" sz="2400" b="0">
              <a:solidFill>
                <a:schemeClr val="tx1"/>
              </a:solidFill>
              <a:latin typeface="Arial" panose="02080604020202020204" pitchFamily="34" charset="0"/>
              <a:ea typeface="宋体" panose="02010600030101010101" pitchFamily="2" charset="-122"/>
            </a:endParaRPr>
          </a:p>
          <a:p>
            <a:pPr lvl="0">
              <a:lnSpc>
                <a:spcPct val="90000"/>
              </a:lnSpc>
              <a:spcAft>
                <a:spcPct val="10000"/>
              </a:spcAft>
            </a:pPr>
            <a:endParaRPr lang="zh-CN" altLang="en-US" sz="2400" b="0">
              <a:solidFill>
                <a:schemeClr val="tx1"/>
              </a:solidFill>
              <a:latin typeface="Arial" panose="02080604020202020204" pitchFamily="34" charset="0"/>
              <a:ea typeface="宋体" panose="02010600030101010101" pitchFamily="2" charset="-122"/>
            </a:endParaRPr>
          </a:p>
          <a:p>
            <a:pPr lvl="0">
              <a:lnSpc>
                <a:spcPct val="90000"/>
              </a:lnSpc>
              <a:spcAft>
                <a:spcPct val="10000"/>
              </a:spcAft>
            </a:pPr>
            <a:r>
              <a:rPr lang="en-US" altLang="zh-CN" sz="2400" b="0">
                <a:solidFill>
                  <a:schemeClr val="tx1"/>
                </a:solidFill>
                <a:latin typeface="Arial" panose="02080604020202020204" pitchFamily="34" charset="0"/>
                <a:ea typeface="宋体" panose="02010600030101010101" pitchFamily="2" charset="-122"/>
              </a:rPr>
              <a:t>(1) </a:t>
            </a:r>
            <a:r>
              <a:rPr lang="zh-CN" altLang="en-US" sz="2400" b="0">
                <a:solidFill>
                  <a:schemeClr val="tx1"/>
                </a:solidFill>
                <a:latin typeface="Arial" panose="02080604020202020204" pitchFamily="34" charset="0"/>
                <a:ea typeface="宋体" panose="02010600030101010101" pitchFamily="2" charset="-122"/>
              </a:rPr>
              <a:t>什么是作业控制语言</a:t>
            </a:r>
            <a:endParaRPr lang="zh-CN" altLang="en-US" sz="2400" b="0">
              <a:solidFill>
                <a:schemeClr val="tx1"/>
              </a:solidFill>
              <a:latin typeface="Arial" panose="02080604020202020204" pitchFamily="34" charset="0"/>
              <a:ea typeface="宋体" panose="02010600030101010101" pitchFamily="2" charset="-122"/>
            </a:endParaRPr>
          </a:p>
          <a:p>
            <a:pPr lvl="0">
              <a:lnSpc>
                <a:spcPct val="90000"/>
              </a:lnSpc>
              <a:spcAft>
                <a:spcPct val="10000"/>
              </a:spcAft>
            </a:pPr>
            <a:r>
              <a:rPr lang="zh-CN" altLang="en-US" sz="2400" b="0">
                <a:solidFill>
                  <a:schemeClr val="tx1"/>
                </a:solidFill>
                <a:latin typeface="Arial" panose="02080604020202020204" pitchFamily="34" charset="0"/>
                <a:ea typeface="宋体" panose="02010600030101010101" pitchFamily="2" charset="-122"/>
              </a:rPr>
              <a:t>是一种命令语言，包括了对作业处理的命令和资源请求命令。</a:t>
            </a:r>
            <a:endParaRPr lang="zh-CN" altLang="en-US" sz="2400" b="0">
              <a:solidFill>
                <a:schemeClr val="tx1"/>
              </a:solidFill>
              <a:latin typeface="Arial" panose="02080604020202020204" pitchFamily="34" charset="0"/>
              <a:ea typeface="宋体" panose="02010600030101010101" pitchFamily="2" charset="-122"/>
            </a:endParaRPr>
          </a:p>
          <a:p>
            <a:pPr lvl="0">
              <a:lnSpc>
                <a:spcPct val="90000"/>
              </a:lnSpc>
              <a:spcAft>
                <a:spcPct val="10000"/>
              </a:spcAft>
            </a:pPr>
            <a:endParaRPr lang="zh-CN" altLang="en-US" sz="2400" b="0">
              <a:solidFill>
                <a:schemeClr val="tx1"/>
              </a:solidFill>
              <a:latin typeface="Arial" panose="02080604020202020204" pitchFamily="34" charset="0"/>
              <a:ea typeface="宋体" panose="02010600030101010101" pitchFamily="2" charset="-122"/>
            </a:endParaRPr>
          </a:p>
          <a:p>
            <a:pPr lvl="0">
              <a:lnSpc>
                <a:spcPct val="90000"/>
              </a:lnSpc>
              <a:spcAft>
                <a:spcPct val="10000"/>
              </a:spcAft>
            </a:pPr>
            <a:r>
              <a:rPr lang="en-US" altLang="zh-CN" sz="2400" b="0">
                <a:solidFill>
                  <a:schemeClr val="tx1"/>
                </a:solidFill>
                <a:latin typeface="Arial" panose="02080604020202020204" pitchFamily="34" charset="0"/>
                <a:ea typeface="宋体" panose="02010600030101010101" pitchFamily="2" charset="-122"/>
              </a:rPr>
              <a:t>(2) </a:t>
            </a:r>
            <a:r>
              <a:rPr lang="zh-CN" altLang="en-US" sz="2400" b="0">
                <a:solidFill>
                  <a:schemeClr val="tx1"/>
                </a:solidFill>
                <a:latin typeface="Arial" panose="02080604020202020204" pitchFamily="34" charset="0"/>
                <a:ea typeface="宋体" panose="02010600030101010101" pitchFamily="2" charset="-122"/>
              </a:rPr>
              <a:t>批处理系统中作业的组织</a:t>
            </a:r>
            <a:endParaRPr lang="zh-CN" altLang="en-US" sz="2400" b="0">
              <a:solidFill>
                <a:schemeClr val="tx1"/>
              </a:solidFill>
              <a:latin typeface="Arial" panose="02080604020202020204" pitchFamily="34" charset="0"/>
              <a:ea typeface="宋体" panose="02010600030101010101" pitchFamily="2" charset="-122"/>
            </a:endParaRPr>
          </a:p>
          <a:p>
            <a:pPr lvl="1" indent="0" algn="l" eaLnBrk="1" fontAlgn="base" latinLnBrk="0" hangingPunct="1">
              <a:lnSpc>
                <a:spcPct val="90000"/>
              </a:lnSpc>
              <a:spcBef>
                <a:spcPct val="0"/>
              </a:spcBef>
              <a:spcAft>
                <a:spcPct val="10000"/>
              </a:spcAft>
              <a:buChar char="•"/>
            </a:pPr>
            <a:r>
              <a:rPr lang="zh-CN" altLang="en-US" sz="2400" b="0" u="none" baseline="0">
                <a:solidFill>
                  <a:schemeClr val="tx1"/>
                </a:solidFill>
                <a:latin typeface="Arial" panose="02080604020202020204" pitchFamily="34" charset="0"/>
                <a:ea typeface="宋体" panose="02010600030101010101" pitchFamily="2" charset="-122"/>
              </a:rPr>
              <a:t>作业申请：作业名、需用</a:t>
            </a:r>
            <a:r>
              <a:rPr lang="en-US" altLang="zh-CN" sz="2400" b="0" u="none" baseline="0">
                <a:solidFill>
                  <a:schemeClr val="tx1"/>
                </a:solidFill>
                <a:latin typeface="Arial" panose="02080604020202020204" pitchFamily="34" charset="0"/>
                <a:ea typeface="宋体" panose="02010600030101010101" pitchFamily="2" charset="-122"/>
              </a:rPr>
              <a:t>CPU</a:t>
            </a:r>
            <a:r>
              <a:rPr lang="zh-CN" altLang="en-US" sz="2400" b="0" u="none" baseline="0">
                <a:solidFill>
                  <a:schemeClr val="tx1"/>
                </a:solidFill>
                <a:latin typeface="Arial" panose="02080604020202020204" pitchFamily="34" charset="0"/>
                <a:ea typeface="宋体" panose="02010600030101010101" pitchFamily="2" charset="-122"/>
              </a:rPr>
              <a:t>时间，最迟完成时间、资源请求</a:t>
            </a:r>
            <a:r>
              <a:rPr lang="en-US" altLang="zh-CN" sz="2400" b="0" u="none" baseline="0">
                <a:solidFill>
                  <a:schemeClr val="tx1"/>
                </a:solidFill>
                <a:latin typeface="Arial" panose="02080604020202020204" pitchFamily="34" charset="0"/>
                <a:ea typeface="宋体" panose="02010600030101010101" pitchFamily="2" charset="-122"/>
              </a:rPr>
              <a:t>(</a:t>
            </a:r>
            <a:r>
              <a:rPr lang="zh-CN" altLang="en-US" sz="2400" b="0" u="none" baseline="0">
                <a:solidFill>
                  <a:schemeClr val="tx1"/>
                </a:solidFill>
                <a:latin typeface="Arial" panose="02080604020202020204" pitchFamily="34" charset="0"/>
                <a:ea typeface="宋体" panose="02010600030101010101" pitchFamily="2" charset="-122"/>
              </a:rPr>
              <a:t>主存、外部</a:t>
            </a:r>
            <a:r>
              <a:rPr lang="en-US" altLang="zh-CN" sz="2400" b="0" u="none" baseline="0">
                <a:solidFill>
                  <a:schemeClr val="tx1"/>
                </a:solidFill>
                <a:latin typeface="Arial" panose="02080604020202020204" pitchFamily="34" charset="0"/>
                <a:ea typeface="宋体" panose="02010600030101010101" pitchFamily="2" charset="-122"/>
              </a:rPr>
              <a:t>)</a:t>
            </a:r>
            <a:r>
              <a:rPr lang="zh-CN" altLang="en-US" sz="2400" b="0" u="none" baseline="0">
                <a:solidFill>
                  <a:schemeClr val="tx1"/>
                </a:solidFill>
                <a:latin typeface="Arial" panose="02080604020202020204" pitchFamily="34" charset="0"/>
                <a:ea typeface="宋体" panose="02010600030101010101" pitchFamily="2" charset="-122"/>
              </a:rPr>
              <a:t>等。</a:t>
            </a:r>
            <a:endParaRPr lang="zh-CN" altLang="en-US" sz="2400" b="0" u="none" baseline="0">
              <a:solidFill>
                <a:schemeClr val="tx1"/>
              </a:solidFill>
              <a:latin typeface="Arial" panose="02080604020202020204" pitchFamily="34" charset="0"/>
              <a:ea typeface="宋体" panose="02010600030101010101" pitchFamily="2" charset="-122"/>
            </a:endParaRPr>
          </a:p>
          <a:p>
            <a:pPr lvl="1" indent="0" algn="l" eaLnBrk="1" fontAlgn="base" latinLnBrk="0" hangingPunct="1">
              <a:lnSpc>
                <a:spcPct val="90000"/>
              </a:lnSpc>
              <a:spcBef>
                <a:spcPct val="0"/>
              </a:spcBef>
              <a:spcAft>
                <a:spcPct val="10000"/>
              </a:spcAft>
              <a:buChar char="•"/>
            </a:pPr>
            <a:r>
              <a:rPr lang="zh-CN" altLang="en-US" sz="2400" b="0" u="none" baseline="0">
                <a:solidFill>
                  <a:schemeClr val="tx1"/>
                </a:solidFill>
                <a:latin typeface="Arial" panose="02080604020202020204" pitchFamily="34" charset="0"/>
                <a:ea typeface="宋体" panose="02010600030101010101" pitchFamily="2" charset="-122"/>
              </a:rPr>
              <a:t>操作说明书：编辑命令、编译命令、连接命令、运行命令等。</a:t>
            </a:r>
            <a:endParaRPr lang="zh-CN" altLang="en-US" sz="2400" b="0" u="none" baseline="0">
              <a:solidFill>
                <a:schemeClr val="tx1"/>
              </a:solidFill>
              <a:latin typeface="Arial" panose="02080604020202020204" pitchFamily="34" charset="0"/>
              <a:ea typeface="宋体" panose="02010600030101010101" pitchFamily="2" charset="-122"/>
            </a:endParaRPr>
          </a:p>
          <a:p>
            <a:pPr lvl="1" indent="0" algn="l" eaLnBrk="1" fontAlgn="base" latinLnBrk="0" hangingPunct="1">
              <a:lnSpc>
                <a:spcPct val="90000"/>
              </a:lnSpc>
              <a:spcBef>
                <a:spcPct val="0"/>
              </a:spcBef>
              <a:spcAft>
                <a:spcPct val="10000"/>
              </a:spcAft>
              <a:buChar char="•"/>
            </a:pPr>
            <a:r>
              <a:rPr lang="zh-CN" altLang="en-US" sz="2400" b="0" u="none" baseline="0">
                <a:solidFill>
                  <a:schemeClr val="tx1"/>
                </a:solidFill>
                <a:latin typeface="Arial" panose="02080604020202020204" pitchFamily="34" charset="0"/>
                <a:ea typeface="宋体" panose="02010600030101010101" pitchFamily="2" charset="-122"/>
                <a:sym typeface="Symbol" panose="05050102010706020507" pitchFamily="18" charset="2"/>
              </a:rPr>
              <a:t>程序与数据</a:t>
            </a:r>
            <a:endParaRPr lang="zh-CN" altLang="en-US" sz="2400" b="0" u="none" baseline="0">
              <a:solidFill>
                <a:schemeClr val="tx1"/>
              </a:solidFill>
              <a:latin typeface="Arial" panose="02080604020202020204" pitchFamily="34" charset="0"/>
              <a:ea typeface="宋体" panose="02010600030101010101" pitchFamily="2" charset="-122"/>
              <a:sym typeface="Symbol" panose="05050102010706020507" pitchFamily="18" charset="2"/>
            </a:endParaRPr>
          </a:p>
        </p:txBody>
      </p:sp>
      <p:sp>
        <p:nvSpPr>
          <p:cNvPr id="28675" name="文本框 3174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20</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矩形 33793"/>
          <p:cNvSpPr/>
          <p:nvPr/>
        </p:nvSpPr>
        <p:spPr>
          <a:xfrm>
            <a:off x="153988" y="533400"/>
            <a:ext cx="8027987" cy="6018213"/>
          </a:xfrm>
          <a:prstGeom prst="rect">
            <a:avLst/>
          </a:prstGeom>
          <a:noFill/>
          <a:ln w="9525">
            <a:noFill/>
            <a:miter/>
          </a:ln>
        </p:spPr>
        <p:txBody>
          <a:bodyPr anchor="t"/>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HAROLD JOB,WILSON,MSGLEVEL=(2,0),PRTY=6,CLASS=b</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COMP EXEC PGM=IEYFORT</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SYSPRINT DD SYSOUT=A</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SYSIN DD*</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&lt;Source Program Card&gt;</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                     </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GO EXEC PGM=FORTLINK</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SYSPRINT DD SYSOUT=A</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FTOTF001 DD UNIT=SYSCP</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GO SYSIN DD*</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&lt;Data Card&gt;</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                      .</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r>
              <a:rPr lang="en-US" altLang="x-none" sz="2000" b="0">
                <a:solidFill>
                  <a:schemeClr val="tx1"/>
                </a:solidFill>
                <a:latin typeface="Arial" panose="02080604020202020204" pitchFamily="34" charset="0"/>
                <a:ea typeface="宋体" panose="02010600030101010101" pitchFamily="2" charset="-122"/>
              </a:rPr>
              <a:t>//</a:t>
            </a:r>
            <a:endParaRPr lang="en-US" altLang="x-none" sz="2000" b="0">
              <a:solidFill>
                <a:schemeClr val="tx1"/>
              </a:solidFill>
              <a:latin typeface="Arial" panose="02080604020202020204" pitchFamily="34" charset="0"/>
              <a:ea typeface="宋体" panose="02010600030101010101" pitchFamily="2" charset="-122"/>
            </a:endParaRPr>
          </a:p>
          <a:p>
            <a:pPr marL="342900" lvl="0" indent="-342900">
              <a:lnSpc>
                <a:spcPct val="90000"/>
              </a:lnSpc>
              <a:spcBef>
                <a:spcPct val="20000"/>
              </a:spcBef>
              <a:buClr>
                <a:schemeClr val="folHlink"/>
              </a:buClr>
              <a:buSzPct val="80000"/>
              <a:buFont typeface="Wingdings" panose="05000000000000000000" pitchFamily="2" charset="2"/>
              <a:buChar char="l"/>
            </a:pPr>
            <a:endParaRPr lang="en-US" altLang="x-none" sz="2000" b="0">
              <a:solidFill>
                <a:schemeClr val="tx1"/>
              </a:solidFill>
              <a:latin typeface="Arial" panose="02080604020202020204" pitchFamily="34" charset="0"/>
              <a:ea typeface="宋体" panose="02010600030101010101" pitchFamily="2" charset="-122"/>
            </a:endParaRPr>
          </a:p>
        </p:txBody>
      </p:sp>
      <p:sp>
        <p:nvSpPr>
          <p:cNvPr id="30722" name="矩形 33794"/>
          <p:cNvSpPr/>
          <p:nvPr/>
        </p:nvSpPr>
        <p:spPr>
          <a:xfrm>
            <a:off x="228600" y="0"/>
            <a:ext cx="8759825" cy="639763"/>
          </a:xfrm>
          <a:prstGeom prst="rect">
            <a:avLst/>
          </a:prstGeom>
          <a:noFill/>
          <a:ln w="9525">
            <a:noFill/>
            <a:miter/>
          </a:ln>
        </p:spPr>
        <p:txBody>
          <a:bodyPr anchor="t">
            <a:spAutoFit/>
          </a:bodyPr>
          <a:p>
            <a:pPr lvl="0" algn="ctr" eaLnBrk="0" hangingPunct="0">
              <a:spcBef>
                <a:spcPct val="10000"/>
              </a:spcBef>
            </a:pPr>
            <a:r>
              <a:rPr lang="en-US" altLang="x-none" sz="3600" b="0">
                <a:solidFill>
                  <a:schemeClr val="tx2"/>
                </a:solidFill>
                <a:latin typeface="Arial" panose="02080604020202020204" pitchFamily="34" charset="0"/>
                <a:ea typeface="宋体" panose="02010600030101010101" pitchFamily="2" charset="-122"/>
              </a:rPr>
              <a:t>IBM</a:t>
            </a:r>
            <a:r>
              <a:rPr lang="en-US" altLang="x-none" sz="3600" b="0">
                <a:solidFill>
                  <a:schemeClr val="tx2"/>
                </a:solidFill>
                <a:latin typeface="宋体" panose="02010600030101010101" pitchFamily="2" charset="-122"/>
                <a:ea typeface="宋体" panose="02010600030101010101" pitchFamily="2" charset="-122"/>
              </a:rPr>
              <a:t> </a:t>
            </a:r>
            <a:r>
              <a:rPr lang="en-US" altLang="x-none" sz="3600" b="0">
                <a:solidFill>
                  <a:schemeClr val="tx2"/>
                </a:solidFill>
                <a:latin typeface="Arial" panose="02080604020202020204" pitchFamily="34" charset="0"/>
                <a:ea typeface="宋体" panose="02010600030101010101" pitchFamily="2" charset="-122"/>
              </a:rPr>
              <a:t>JCL</a:t>
            </a:r>
            <a:r>
              <a:rPr lang="zh-CN" altLang="en-US" sz="3600" b="0" dirty="0">
                <a:solidFill>
                  <a:schemeClr val="tx2"/>
                </a:solidFill>
                <a:latin typeface="宋体" panose="02010600030101010101" pitchFamily="2" charset="-122"/>
                <a:ea typeface="宋体" panose="02010600030101010101" pitchFamily="2" charset="-122"/>
              </a:rPr>
              <a:t>的一个例子</a:t>
            </a:r>
            <a:endParaRPr lang="zh-CN" altLang="en-US" sz="3600" b="0" dirty="0">
              <a:solidFill>
                <a:schemeClr val="tx2"/>
              </a:solidFill>
              <a:latin typeface="宋体" panose="02010600030101010101" pitchFamily="2" charset="-122"/>
              <a:ea typeface="宋体" panose="02010600030101010101" pitchFamily="2" charset="-122"/>
            </a:endParaRPr>
          </a:p>
        </p:txBody>
      </p:sp>
      <p:sp>
        <p:nvSpPr>
          <p:cNvPr id="30723" name="文本框 3379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22</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34817"/>
          <p:cNvSpPr>
            <a:spLocks noGrp="1"/>
          </p:cNvSpPr>
          <p:nvPr>
            <p:ph type="title"/>
          </p:nvPr>
        </p:nvSpPr>
        <p:spPr/>
        <p:txBody>
          <a:bodyPr>
            <a:spAutoFit/>
          </a:bodyPr>
          <a:p>
            <a:pPr lvl="0"/>
            <a:r>
              <a:rPr lang="zh-CN" altLang="en-US">
                <a:latin typeface="Times New Roman" panose="02020603050405020304" charset="0"/>
                <a:ea typeface="宋体" panose="02010600030101010101" pitchFamily="2" charset="-122"/>
              </a:rPr>
              <a:t>键盘命令</a:t>
            </a:r>
            <a:endParaRPr lang="zh-CN" altLang="en-US">
              <a:latin typeface="Times New Roman" panose="02020603050405020304" charset="0"/>
              <a:ea typeface="宋体" panose="02010600030101010101" pitchFamily="2" charset="-122"/>
            </a:endParaRPr>
          </a:p>
        </p:txBody>
      </p:sp>
      <p:sp>
        <p:nvSpPr>
          <p:cNvPr id="34819" name="文本占位符 34818"/>
          <p:cNvSpPr>
            <a:spLocks noGrp="1"/>
          </p:cNvSpPr>
          <p:nvPr>
            <p:ph idx="1"/>
          </p:nvPr>
        </p:nvSpPr>
        <p:spPr>
          <a:xfrm>
            <a:off x="400050" y="1449388"/>
            <a:ext cx="8153400" cy="3343910"/>
          </a:xfrm>
        </p:spPr>
        <p:txBody>
          <a:bodyPr wrap="square">
            <a:spAutoFit/>
          </a:bodyPr>
          <a:p>
            <a:pPr lvl="0">
              <a:lnSpc>
                <a:spcPct val="105000"/>
              </a:lnSpc>
              <a:spcBef>
                <a:spcPct val="25000"/>
              </a:spcBef>
            </a:pPr>
            <a:r>
              <a:rPr lang="zh-CN" altLang="en-US" sz="2400">
                <a:solidFill>
                  <a:schemeClr val="tx1"/>
                </a:solidFill>
                <a:effectLst/>
                <a:ea typeface="宋体" panose="02010600030101010101" pitchFamily="2" charset="-122"/>
              </a:rPr>
              <a:t>系统为联机用户</a:t>
            </a:r>
            <a:r>
              <a:rPr lang="en-US" altLang="zh-CN" sz="2400">
                <a:solidFill>
                  <a:schemeClr val="tx1"/>
                </a:solidFill>
                <a:effectLst/>
                <a:ea typeface="宋体" panose="02010600030101010101" pitchFamily="2" charset="-122"/>
              </a:rPr>
              <a:t>(</a:t>
            </a:r>
            <a:r>
              <a:rPr lang="zh-CN" altLang="en-US" sz="2400">
                <a:solidFill>
                  <a:schemeClr val="tx1"/>
                </a:solidFill>
                <a:effectLst/>
                <a:ea typeface="宋体" panose="02010600030101010101" pitchFamily="2" charset="-122"/>
              </a:rPr>
              <a:t>交互作业的用户</a:t>
            </a:r>
            <a:r>
              <a:rPr lang="en-US" altLang="zh-CN" sz="2400">
                <a:solidFill>
                  <a:schemeClr val="tx1"/>
                </a:solidFill>
                <a:effectLst/>
                <a:ea typeface="宋体" panose="02010600030101010101" pitchFamily="2" charset="-122"/>
              </a:rPr>
              <a:t>)</a:t>
            </a:r>
            <a:r>
              <a:rPr lang="zh-CN" altLang="en-US" sz="2400">
                <a:solidFill>
                  <a:schemeClr val="tx1"/>
                </a:solidFill>
                <a:effectLst/>
                <a:ea typeface="宋体" panose="02010600030101010101" pitchFamily="2" charset="-122"/>
              </a:rPr>
              <a:t>提供键盘命令。</a:t>
            </a:r>
            <a:endParaRPr lang="zh-CN" altLang="en-US" sz="2400">
              <a:solidFill>
                <a:schemeClr val="tx1"/>
              </a:solidFill>
              <a:effectLst/>
              <a:ea typeface="宋体" panose="02010600030101010101" pitchFamily="2" charset="-122"/>
            </a:endParaRPr>
          </a:p>
          <a:p>
            <a:pPr lvl="0">
              <a:lnSpc>
                <a:spcPct val="105000"/>
              </a:lnSpc>
              <a:spcBef>
                <a:spcPct val="25000"/>
              </a:spcBef>
              <a:buNone/>
            </a:pPr>
            <a:r>
              <a:rPr lang="zh-CN" altLang="en-US" sz="2400">
                <a:solidFill>
                  <a:schemeClr val="tx1"/>
                </a:solidFill>
                <a:effectLst/>
                <a:ea typeface="宋体" panose="02010600030101010101" pitchFamily="2" charset="-122"/>
              </a:rPr>
              <a:t>	</a:t>
            </a:r>
            <a:r>
              <a:rPr lang="en-US" altLang="zh-CN" sz="2400">
                <a:solidFill>
                  <a:schemeClr val="tx1"/>
                </a:solidFill>
                <a:effectLst/>
                <a:ea typeface="宋体" panose="02010600030101010101" pitchFamily="2" charset="-122"/>
              </a:rPr>
              <a:t>(1) </a:t>
            </a:r>
            <a:r>
              <a:rPr lang="zh-CN" altLang="en-US" sz="2400">
                <a:solidFill>
                  <a:schemeClr val="tx1"/>
                </a:solidFill>
                <a:effectLst/>
                <a:ea typeface="宋体" panose="02010600030101010101" pitchFamily="2" charset="-122"/>
              </a:rPr>
              <a:t>什么是键盘命令</a:t>
            </a:r>
            <a:endParaRPr lang="zh-CN" altLang="en-US" sz="2400">
              <a:solidFill>
                <a:schemeClr val="tx1"/>
              </a:solidFill>
              <a:effectLst/>
              <a:ea typeface="宋体" panose="02010600030101010101" pitchFamily="2" charset="-122"/>
            </a:endParaRPr>
          </a:p>
          <a:p>
            <a:pPr lvl="1" indent="-455295">
              <a:lnSpc>
                <a:spcPct val="105000"/>
              </a:lnSpc>
              <a:spcBef>
                <a:spcPct val="25000"/>
              </a:spcBef>
            </a:pPr>
            <a:r>
              <a:rPr lang="zh-CN" altLang="en-US" sz="2400">
                <a:solidFill>
                  <a:schemeClr val="tx1"/>
                </a:solidFill>
                <a:effectLst/>
                <a:ea typeface="宋体" panose="02010600030101010101" pitchFamily="2" charset="-122"/>
              </a:rPr>
              <a:t>是操作系统为联机用户提供的一种操作命令，用户通过这组命令直接控制和干预程序的运行 。</a:t>
            </a:r>
            <a:endParaRPr lang="zh-CN" altLang="en-US" sz="2400">
              <a:solidFill>
                <a:schemeClr val="tx1"/>
              </a:solidFill>
              <a:effectLst/>
              <a:ea typeface="宋体" panose="02010600030101010101" pitchFamily="2" charset="-122"/>
            </a:endParaRPr>
          </a:p>
          <a:p>
            <a:pPr lvl="0">
              <a:lnSpc>
                <a:spcPct val="105000"/>
              </a:lnSpc>
              <a:spcBef>
                <a:spcPct val="25000"/>
              </a:spcBef>
              <a:buNone/>
            </a:pPr>
            <a:r>
              <a:rPr lang="zh-CN" altLang="en-US" sz="2400">
                <a:solidFill>
                  <a:schemeClr val="tx1"/>
                </a:solidFill>
                <a:effectLst/>
                <a:ea typeface="宋体" panose="02010600030101010101" pitchFamily="2" charset="-122"/>
              </a:rPr>
              <a:t>	</a:t>
            </a:r>
            <a:r>
              <a:rPr lang="en-US" altLang="zh-CN" sz="2400">
                <a:solidFill>
                  <a:schemeClr val="tx1"/>
                </a:solidFill>
                <a:effectLst/>
                <a:ea typeface="宋体" panose="02010600030101010101" pitchFamily="2" charset="-122"/>
              </a:rPr>
              <a:t>(2)  </a:t>
            </a:r>
            <a:r>
              <a:rPr lang="zh-CN" altLang="en-US" sz="2400">
                <a:solidFill>
                  <a:schemeClr val="tx1"/>
                </a:solidFill>
                <a:effectLst/>
                <a:ea typeface="宋体" panose="02010600030101010101" pitchFamily="2" charset="-122"/>
              </a:rPr>
              <a:t>键盘命令的功能</a:t>
            </a:r>
            <a:endParaRPr lang="zh-CN" altLang="en-US" sz="2400">
              <a:solidFill>
                <a:schemeClr val="tx1"/>
              </a:solidFill>
              <a:effectLst/>
              <a:ea typeface="宋体" panose="02010600030101010101" pitchFamily="2" charset="-122"/>
            </a:endParaRPr>
          </a:p>
          <a:p>
            <a:pPr lvl="1" indent="-455295">
              <a:lnSpc>
                <a:spcPct val="105000"/>
              </a:lnSpc>
              <a:spcBef>
                <a:spcPct val="25000"/>
              </a:spcBef>
            </a:pPr>
            <a:r>
              <a:rPr lang="zh-CN" altLang="en-US" sz="2400">
                <a:solidFill>
                  <a:schemeClr val="tx1"/>
                </a:solidFill>
                <a:effectLst/>
                <a:ea typeface="宋体" panose="02010600030101010101" pitchFamily="2" charset="-122"/>
                <a:sym typeface="Symbol" panose="05050102010706020507" pitchFamily="18" charset="2"/>
              </a:rPr>
              <a:t>分时操作系统 </a:t>
            </a:r>
            <a:r>
              <a:rPr lang="en-US" altLang="zh-CN" sz="2400">
                <a:solidFill>
                  <a:schemeClr val="tx1"/>
                </a:solidFill>
                <a:effectLst/>
                <a:ea typeface="宋体" panose="02010600030101010101" pitchFamily="2" charset="-122"/>
                <a:sym typeface="Symbol" panose="05050102010706020507" pitchFamily="18" charset="2"/>
              </a:rPr>
              <a:t>— </a:t>
            </a:r>
            <a:r>
              <a:rPr lang="zh-CN" altLang="en-US" sz="2400">
                <a:solidFill>
                  <a:schemeClr val="tx1"/>
                </a:solidFill>
                <a:effectLst/>
                <a:ea typeface="宋体" panose="02010600030101010101" pitchFamily="2" charset="-122"/>
                <a:sym typeface="Symbol" panose="05050102010706020507" pitchFamily="18" charset="2"/>
              </a:rPr>
              <a:t>用于</a:t>
            </a:r>
            <a:r>
              <a:rPr lang="zh-CN" altLang="en-US" sz="2400">
                <a:solidFill>
                  <a:schemeClr val="tx1"/>
                </a:solidFill>
                <a:effectLst/>
                <a:ea typeface="宋体" panose="02010600030101010101" pitchFamily="2" charset="-122"/>
              </a:rPr>
              <a:t>注册、通信、注销的各类命令。</a:t>
            </a:r>
            <a:r>
              <a:rPr lang="zh-CN" altLang="en-US" sz="2400">
                <a:solidFill>
                  <a:schemeClr val="tx1"/>
                </a:solidFill>
                <a:effectLst/>
                <a:ea typeface="宋体" panose="02010600030101010101" pitchFamily="2" charset="-122"/>
                <a:sym typeface="Symbol" panose="05050102010706020507" pitchFamily="18" charset="2"/>
              </a:rPr>
              <a:t> </a:t>
            </a:r>
            <a:endParaRPr lang="zh-CN" altLang="en-US" sz="2400">
              <a:solidFill>
                <a:schemeClr val="tx1"/>
              </a:solidFill>
              <a:effectLst/>
              <a:ea typeface="宋体" panose="02010600030101010101" pitchFamily="2" charset="-122"/>
              <a:sym typeface="Symbol" panose="05050102010706020507" pitchFamily="18" charset="2"/>
            </a:endParaRPr>
          </a:p>
          <a:p>
            <a:pPr lvl="1" indent="-455295">
              <a:lnSpc>
                <a:spcPct val="105000"/>
              </a:lnSpc>
              <a:spcBef>
                <a:spcPct val="25000"/>
              </a:spcBef>
            </a:pPr>
            <a:r>
              <a:rPr lang="zh-CN" altLang="en-US" sz="2400">
                <a:solidFill>
                  <a:schemeClr val="tx1"/>
                </a:solidFill>
                <a:effectLst/>
                <a:ea typeface="宋体" panose="02010600030101010101" pitchFamily="2" charset="-122"/>
                <a:sym typeface="Symbol" panose="05050102010706020507" pitchFamily="18" charset="2"/>
              </a:rPr>
              <a:t>个人计算机操作系统 </a:t>
            </a:r>
            <a:r>
              <a:rPr lang="en-US" altLang="zh-CN" sz="2400">
                <a:solidFill>
                  <a:schemeClr val="tx1"/>
                </a:solidFill>
                <a:effectLst/>
                <a:ea typeface="宋体" panose="02010600030101010101" pitchFamily="2" charset="-122"/>
                <a:sym typeface="Symbol" panose="05050102010706020507" pitchFamily="18" charset="2"/>
              </a:rPr>
              <a:t>—</a:t>
            </a:r>
            <a:r>
              <a:rPr lang="zh-CN" altLang="en-US" sz="2400">
                <a:solidFill>
                  <a:schemeClr val="tx1"/>
                </a:solidFill>
                <a:effectLst/>
                <a:ea typeface="宋体" panose="02010600030101010101" pitchFamily="2" charset="-122"/>
                <a:sym typeface="Symbol" panose="05050102010706020507" pitchFamily="18" charset="2"/>
              </a:rPr>
              <a:t>用于</a:t>
            </a:r>
            <a:r>
              <a:rPr lang="zh-CN" altLang="en-US" sz="2400">
                <a:solidFill>
                  <a:schemeClr val="tx1"/>
                </a:solidFill>
                <a:effectLst/>
                <a:ea typeface="宋体" panose="02010600030101010101" pitchFamily="2" charset="-122"/>
              </a:rPr>
              <a:t>通信的各类命令</a:t>
            </a:r>
            <a:r>
              <a:rPr lang="zh-CN" altLang="en-US">
                <a:ea typeface="宋体" panose="02010600030101010101" pitchFamily="2" charset="-122"/>
              </a:rPr>
              <a:t>。</a:t>
            </a:r>
            <a:endParaRPr lang="zh-CN" altLang="en-US">
              <a:ea typeface="宋体" panose="02010600030101010101" pitchFamily="2" charset="-122"/>
            </a:endParaRPr>
          </a:p>
        </p:txBody>
      </p:sp>
      <p:sp>
        <p:nvSpPr>
          <p:cNvPr id="31747" name="文本框 3481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23</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4819" grpId="0" animBg="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标题 35841"/>
          <p:cNvSpPr>
            <a:spLocks noGrp="1"/>
          </p:cNvSpPr>
          <p:nvPr>
            <p:ph type="title"/>
          </p:nvPr>
        </p:nvSpPr>
        <p:spPr/>
        <p:txBody>
          <a:bodyPr>
            <a:spAutoFit/>
          </a:bodyPr>
          <a:p>
            <a:pPr fontAlgn="base"/>
            <a:r>
              <a:rPr lang="en-US" altLang="x-none" strike="noStrike" noProof="1">
                <a:latin typeface="Times New Roman" panose="02020603050405020304" charset="0"/>
              </a:rPr>
              <a:t>DOS</a:t>
            </a:r>
            <a:r>
              <a:rPr lang="zh-CN" altLang="en-US" strike="noStrike" noProof="1" dirty="0">
                <a:latin typeface="Times New Roman" panose="02020603050405020304" charset="0"/>
              </a:rPr>
              <a:t>系统键盘命令</a:t>
            </a:r>
            <a:endParaRPr lang="zh-CN" altLang="en-US" strike="noStrike" noProof="1" dirty="0">
              <a:latin typeface="Times New Roman" panose="02020603050405020304" charset="0"/>
            </a:endParaRPr>
          </a:p>
        </p:txBody>
      </p:sp>
      <p:sp>
        <p:nvSpPr>
          <p:cNvPr id="35843" name="文本占位符 35842"/>
          <p:cNvSpPr>
            <a:spLocks noGrp="1"/>
          </p:cNvSpPr>
          <p:nvPr>
            <p:ph idx="1"/>
          </p:nvPr>
        </p:nvSpPr>
        <p:spPr>
          <a:xfrm>
            <a:off x="431800" y="1662430"/>
            <a:ext cx="8159750" cy="2525395"/>
          </a:xfrm>
        </p:spPr>
        <p:txBody>
          <a:bodyPr wrap="square">
            <a:spAutoFit/>
          </a:bodyPr>
          <a:p>
            <a:pPr fontAlgn="base"/>
            <a:r>
              <a:rPr lang="zh-CN" altLang="en-US" sz="2400" strike="noStrike" noProof="1" dirty="0">
                <a:solidFill>
                  <a:schemeClr val="tx1"/>
                </a:solidFill>
                <a:effectLst/>
              </a:rPr>
              <a:t>文件管理 </a:t>
            </a:r>
            <a:r>
              <a:rPr lang="en-US" altLang="x-none" sz="2400" strike="noStrike" noProof="1">
                <a:solidFill>
                  <a:schemeClr val="tx1"/>
                </a:solidFill>
                <a:effectLst/>
              </a:rPr>
              <a:t>(COPY</a:t>
            </a:r>
            <a:r>
              <a:rPr lang="zh-CN" altLang="en-US" sz="2400" strike="noStrike" noProof="1" dirty="0">
                <a:solidFill>
                  <a:schemeClr val="tx1"/>
                </a:solidFill>
                <a:effectLst/>
              </a:rPr>
              <a:t>、</a:t>
            </a:r>
            <a:r>
              <a:rPr lang="en-US" altLang="x-none" sz="2400" strike="noStrike" noProof="1">
                <a:solidFill>
                  <a:schemeClr val="tx1"/>
                </a:solidFill>
                <a:effectLst/>
              </a:rPr>
              <a:t>COMP</a:t>
            </a:r>
            <a:r>
              <a:rPr lang="zh-CN" altLang="en-US" sz="2400" strike="noStrike" noProof="1" dirty="0">
                <a:solidFill>
                  <a:schemeClr val="tx1"/>
                </a:solidFill>
                <a:effectLst/>
              </a:rPr>
              <a:t>、</a:t>
            </a:r>
            <a:r>
              <a:rPr lang="en-US" altLang="x-none" sz="2400" strike="noStrike" noProof="1">
                <a:solidFill>
                  <a:schemeClr val="tx1"/>
                </a:solidFill>
                <a:effectLst/>
              </a:rPr>
              <a:t>TYPE</a:t>
            </a:r>
            <a:r>
              <a:rPr lang="zh-CN" altLang="en-US" sz="2400" strike="noStrike" noProof="1" dirty="0">
                <a:solidFill>
                  <a:schemeClr val="tx1"/>
                </a:solidFill>
                <a:effectLst/>
              </a:rPr>
              <a:t>、</a:t>
            </a:r>
            <a:r>
              <a:rPr lang="en-US" altLang="x-none" sz="2400" strike="noStrike" noProof="1">
                <a:solidFill>
                  <a:schemeClr val="tx1"/>
                </a:solidFill>
                <a:effectLst/>
              </a:rPr>
              <a:t>DEL</a:t>
            </a:r>
            <a:r>
              <a:rPr lang="zh-CN" altLang="en-US" sz="2400" strike="noStrike" noProof="1" dirty="0">
                <a:solidFill>
                  <a:schemeClr val="tx1"/>
                </a:solidFill>
                <a:effectLst/>
              </a:rPr>
              <a:t>、</a:t>
            </a:r>
            <a:r>
              <a:rPr lang="en-US" altLang="x-none" sz="2400" strike="noStrike" noProof="1">
                <a:solidFill>
                  <a:schemeClr val="tx1"/>
                </a:solidFill>
                <a:effectLst/>
              </a:rPr>
              <a:t>REN)</a:t>
            </a:r>
            <a:endParaRPr lang="en-US" altLang="x-none" sz="2400" strike="noStrike" noProof="1">
              <a:solidFill>
                <a:schemeClr val="tx1"/>
              </a:solidFill>
              <a:effectLst/>
            </a:endParaRPr>
          </a:p>
          <a:p>
            <a:pPr fontAlgn="base"/>
            <a:r>
              <a:rPr lang="zh-CN" altLang="en-US" sz="2400" strike="noStrike" noProof="1" dirty="0">
                <a:solidFill>
                  <a:schemeClr val="tx1"/>
                </a:solidFill>
                <a:effectLst/>
              </a:rPr>
              <a:t>磁盘管理 </a:t>
            </a:r>
            <a:r>
              <a:rPr lang="en-US" altLang="x-none" sz="2400" strike="noStrike" noProof="1">
                <a:solidFill>
                  <a:schemeClr val="tx1"/>
                </a:solidFill>
                <a:effectLst/>
              </a:rPr>
              <a:t>(FORMAT</a:t>
            </a:r>
            <a:r>
              <a:rPr lang="zh-CN" altLang="en-US" sz="2400" strike="noStrike" noProof="1" dirty="0">
                <a:solidFill>
                  <a:schemeClr val="tx1"/>
                </a:solidFill>
                <a:effectLst/>
              </a:rPr>
              <a:t>、</a:t>
            </a:r>
            <a:r>
              <a:rPr lang="en-US" altLang="x-none" sz="2400" strike="noStrike" noProof="1">
                <a:solidFill>
                  <a:schemeClr val="tx1"/>
                </a:solidFill>
                <a:effectLst/>
              </a:rPr>
              <a:t>CHKDSK</a:t>
            </a:r>
            <a:r>
              <a:rPr lang="zh-CN" altLang="en-US" sz="2400" strike="noStrike" noProof="1" dirty="0">
                <a:solidFill>
                  <a:schemeClr val="tx1"/>
                </a:solidFill>
                <a:effectLst/>
              </a:rPr>
              <a:t>、</a:t>
            </a:r>
            <a:r>
              <a:rPr lang="en-US" altLang="x-none" sz="2400" strike="noStrike" noProof="1">
                <a:solidFill>
                  <a:schemeClr val="tx1"/>
                </a:solidFill>
                <a:effectLst/>
              </a:rPr>
              <a:t>DISKCOPY</a:t>
            </a:r>
            <a:r>
              <a:rPr lang="zh-CN" altLang="en-US" sz="2400" strike="noStrike" noProof="1" dirty="0">
                <a:solidFill>
                  <a:schemeClr val="tx1"/>
                </a:solidFill>
                <a:effectLst/>
              </a:rPr>
              <a:t>、</a:t>
            </a:r>
            <a:r>
              <a:rPr lang="en-US" altLang="x-none" sz="2400" strike="noStrike" noProof="1">
                <a:solidFill>
                  <a:schemeClr val="tx1"/>
                </a:solidFill>
                <a:effectLst/>
              </a:rPr>
              <a:t>DISKCOMP)</a:t>
            </a:r>
            <a:endParaRPr lang="en-US" altLang="x-none" sz="2400" strike="noStrike" noProof="1">
              <a:solidFill>
                <a:schemeClr val="tx1"/>
              </a:solidFill>
              <a:effectLst/>
            </a:endParaRPr>
          </a:p>
          <a:p>
            <a:pPr fontAlgn="base"/>
            <a:r>
              <a:rPr lang="zh-CN" altLang="en-US" sz="2400" strike="noStrike" noProof="1" dirty="0">
                <a:solidFill>
                  <a:schemeClr val="tx1"/>
                </a:solidFill>
                <a:effectLst/>
              </a:rPr>
              <a:t>目录管理 </a:t>
            </a:r>
            <a:r>
              <a:rPr lang="en-US" altLang="x-none" sz="2400" strike="noStrike" noProof="1">
                <a:solidFill>
                  <a:schemeClr val="tx1"/>
                </a:solidFill>
                <a:effectLst/>
              </a:rPr>
              <a:t>(DIR</a:t>
            </a:r>
            <a:r>
              <a:rPr lang="zh-CN" altLang="en-US" sz="2400" strike="noStrike" noProof="1" dirty="0">
                <a:solidFill>
                  <a:schemeClr val="tx1"/>
                </a:solidFill>
                <a:effectLst/>
              </a:rPr>
              <a:t>、</a:t>
            </a:r>
            <a:r>
              <a:rPr lang="en-US" altLang="x-none" sz="2400" strike="noStrike" noProof="1">
                <a:solidFill>
                  <a:schemeClr val="tx1"/>
                </a:solidFill>
                <a:effectLst/>
              </a:rPr>
              <a:t>CD</a:t>
            </a:r>
            <a:r>
              <a:rPr lang="zh-CN" altLang="en-US" sz="2400" strike="noStrike" noProof="1" dirty="0">
                <a:solidFill>
                  <a:schemeClr val="tx1"/>
                </a:solidFill>
                <a:effectLst/>
              </a:rPr>
              <a:t>、</a:t>
            </a:r>
            <a:r>
              <a:rPr lang="en-US" altLang="x-none" sz="2400" strike="noStrike" noProof="1">
                <a:solidFill>
                  <a:schemeClr val="tx1"/>
                </a:solidFill>
                <a:effectLst/>
              </a:rPr>
              <a:t>MD</a:t>
            </a:r>
            <a:r>
              <a:rPr lang="zh-CN" altLang="en-US" sz="2400" strike="noStrike" noProof="1" dirty="0">
                <a:solidFill>
                  <a:schemeClr val="tx1"/>
                </a:solidFill>
                <a:effectLst/>
              </a:rPr>
              <a:t>、</a:t>
            </a:r>
            <a:r>
              <a:rPr lang="en-US" altLang="x-none" sz="2400" strike="noStrike" noProof="1">
                <a:solidFill>
                  <a:schemeClr val="tx1"/>
                </a:solidFill>
                <a:effectLst/>
              </a:rPr>
              <a:t>RD</a:t>
            </a:r>
            <a:r>
              <a:rPr lang="zh-CN" altLang="en-US" sz="2400" strike="noStrike" noProof="1" dirty="0">
                <a:solidFill>
                  <a:schemeClr val="tx1"/>
                </a:solidFill>
                <a:effectLst/>
              </a:rPr>
              <a:t>、</a:t>
            </a:r>
            <a:r>
              <a:rPr lang="en-US" altLang="x-none" sz="2400" strike="noStrike" noProof="1">
                <a:solidFill>
                  <a:schemeClr val="tx1"/>
                </a:solidFill>
                <a:effectLst/>
              </a:rPr>
              <a:t>TREE)</a:t>
            </a:r>
            <a:endParaRPr lang="en-US" altLang="x-none" sz="2400" strike="noStrike" noProof="1">
              <a:solidFill>
                <a:schemeClr val="tx1"/>
              </a:solidFill>
              <a:effectLst/>
            </a:endParaRPr>
          </a:p>
          <a:p>
            <a:pPr fontAlgn="base"/>
            <a:r>
              <a:rPr lang="zh-CN" altLang="en-US" sz="2400" strike="noStrike" noProof="1" dirty="0">
                <a:solidFill>
                  <a:schemeClr val="tx1"/>
                </a:solidFill>
                <a:effectLst/>
              </a:rPr>
              <a:t>日期、时间、系统设置</a:t>
            </a:r>
            <a:r>
              <a:rPr lang="en-US" altLang="x-none" sz="2400" strike="noStrike" noProof="1">
                <a:solidFill>
                  <a:schemeClr val="tx1"/>
                </a:solidFill>
                <a:effectLst/>
              </a:rPr>
              <a:t>(DATE</a:t>
            </a:r>
            <a:r>
              <a:rPr lang="zh-CN" altLang="en-US" sz="2400" strike="noStrike" noProof="1" dirty="0">
                <a:solidFill>
                  <a:schemeClr val="tx1"/>
                </a:solidFill>
                <a:effectLst/>
              </a:rPr>
              <a:t>、</a:t>
            </a:r>
            <a:r>
              <a:rPr lang="en-US" altLang="x-none" sz="2400" strike="noStrike" noProof="1">
                <a:solidFill>
                  <a:schemeClr val="tx1"/>
                </a:solidFill>
                <a:effectLst/>
              </a:rPr>
              <a:t>TIME</a:t>
            </a:r>
            <a:r>
              <a:rPr lang="zh-CN" altLang="en-US" sz="2400" strike="noStrike" noProof="1" dirty="0">
                <a:solidFill>
                  <a:schemeClr val="tx1"/>
                </a:solidFill>
                <a:effectLst/>
              </a:rPr>
              <a:t>、</a:t>
            </a:r>
            <a:r>
              <a:rPr lang="en-US" altLang="x-none" sz="2400" strike="noStrike" noProof="1">
                <a:solidFill>
                  <a:schemeClr val="tx1"/>
                </a:solidFill>
                <a:effectLst/>
              </a:rPr>
              <a:t>VER</a:t>
            </a:r>
            <a:r>
              <a:rPr lang="zh-CN" altLang="en-US" sz="2400" strike="noStrike" noProof="1" dirty="0">
                <a:solidFill>
                  <a:schemeClr val="tx1"/>
                </a:solidFill>
                <a:effectLst/>
              </a:rPr>
              <a:t>、</a:t>
            </a:r>
            <a:r>
              <a:rPr lang="en-US" altLang="x-none" sz="2400" strike="noStrike" noProof="1">
                <a:solidFill>
                  <a:schemeClr val="tx1"/>
                </a:solidFill>
                <a:effectLst/>
              </a:rPr>
              <a:t>VOL)</a:t>
            </a:r>
            <a:endParaRPr lang="en-US" altLang="x-none" sz="2400" strike="noStrike" noProof="1">
              <a:solidFill>
                <a:schemeClr val="tx1"/>
              </a:solidFill>
              <a:effectLst/>
            </a:endParaRPr>
          </a:p>
          <a:p>
            <a:pPr fontAlgn="base"/>
            <a:r>
              <a:rPr lang="zh-CN" altLang="en-US" sz="2400" strike="noStrike" noProof="1" dirty="0">
                <a:solidFill>
                  <a:schemeClr val="tx1"/>
                </a:solidFill>
                <a:effectLst/>
              </a:rPr>
              <a:t>应用程序 </a:t>
            </a:r>
            <a:r>
              <a:rPr lang="en-US" altLang="x-none" sz="2400" strike="noStrike" noProof="1">
                <a:solidFill>
                  <a:schemeClr val="tx1"/>
                </a:solidFill>
                <a:effectLst/>
              </a:rPr>
              <a:t>(MASM</a:t>
            </a:r>
            <a:r>
              <a:rPr lang="zh-CN" altLang="en-US" sz="2400" strike="noStrike" noProof="1" dirty="0">
                <a:solidFill>
                  <a:schemeClr val="tx1"/>
                </a:solidFill>
                <a:effectLst/>
              </a:rPr>
              <a:t>、</a:t>
            </a:r>
            <a:r>
              <a:rPr lang="en-US" altLang="x-none" sz="2400" strike="noStrike" noProof="1">
                <a:solidFill>
                  <a:schemeClr val="tx1"/>
                </a:solidFill>
                <a:effectLst/>
              </a:rPr>
              <a:t>LINK</a:t>
            </a:r>
            <a:r>
              <a:rPr lang="zh-CN" altLang="en-US" sz="2400" strike="noStrike" noProof="1" dirty="0">
                <a:solidFill>
                  <a:schemeClr val="tx1"/>
                </a:solidFill>
                <a:effectLst/>
              </a:rPr>
              <a:t>、</a:t>
            </a:r>
            <a:r>
              <a:rPr lang="en-US" altLang="x-none" sz="2400" strike="noStrike" noProof="1">
                <a:solidFill>
                  <a:schemeClr val="tx1"/>
                </a:solidFill>
                <a:effectLst/>
              </a:rPr>
              <a:t>DEBUG)</a:t>
            </a:r>
            <a:endParaRPr lang="en-US" altLang="x-none" sz="2400" strike="noStrike" noProof="1">
              <a:solidFill>
                <a:schemeClr val="tx1"/>
              </a:solidFill>
              <a:effectLst/>
            </a:endParaRPr>
          </a:p>
        </p:txBody>
      </p:sp>
      <p:sp>
        <p:nvSpPr>
          <p:cNvPr id="32771" name="文本框 3584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24</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5843" grpId="0" animBg="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3793" name="内容占位符 37889"/>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2" name="" r:id="rId1" imgW="838200" imgH="647700" progId="Paint.Picture">
                  <p:embed/>
                </p:oleObj>
              </mc:Choice>
              <mc:Fallback>
                <p:oleObj name="" r:id="rId1" imgW="838200" imgH="647700" progId="Paint.Picture">
                  <p:embed/>
                  <p:pic>
                    <p:nvPicPr>
                      <p:cNvPr id="0" name="图片 3081"/>
                      <p:cNvPicPr/>
                      <p:nvPr/>
                    </p:nvPicPr>
                    <p:blipFill>
                      <a:blip r:embed="rId2"/>
                      <a:stretch>
                        <a:fillRect/>
                      </a:stretch>
                    </p:blipFill>
                    <p:spPr>
                      <a:xfrm>
                        <a:off x="0" y="0"/>
                        <a:ext cx="838200" cy="517525"/>
                      </a:xfrm>
                      <a:prstGeom prst="rect">
                        <a:avLst/>
                      </a:prstGeom>
                      <a:noFill/>
                      <a:ln w="38100"/>
                    </p:spPr>
                  </p:pic>
                </p:oleObj>
              </mc:Fallback>
            </mc:AlternateContent>
          </a:graphicData>
        </a:graphic>
      </p:graphicFrame>
      <p:pic>
        <p:nvPicPr>
          <p:cNvPr id="37891" name="图片 37890" descr="dos1"/>
          <p:cNvPicPr>
            <a:picLocks noChangeAspect="1"/>
          </p:cNvPicPr>
          <p:nvPr/>
        </p:nvPicPr>
        <p:blipFill>
          <a:blip r:embed="rId3"/>
          <a:stretch>
            <a:fillRect/>
          </a:stretch>
        </p:blipFill>
        <p:spPr>
          <a:xfrm>
            <a:off x="609600" y="1905000"/>
            <a:ext cx="8001000" cy="4114800"/>
          </a:xfrm>
          <a:prstGeom prst="rect">
            <a:avLst/>
          </a:prstGeom>
          <a:noFill/>
          <a:ln w="9525">
            <a:noFill/>
            <a:miter/>
          </a:ln>
        </p:spPr>
      </p:pic>
      <p:sp>
        <p:nvSpPr>
          <p:cNvPr id="37892" name="标题 37891"/>
          <p:cNvSpPr>
            <a:spLocks noGrp="1"/>
          </p:cNvSpPr>
          <p:nvPr>
            <p:ph type="title"/>
          </p:nvPr>
        </p:nvSpPr>
        <p:spPr>
          <a:xfrm>
            <a:off x="600075" y="950913"/>
            <a:ext cx="8229600" cy="749300"/>
          </a:xfrm>
        </p:spPr>
        <p:txBody>
          <a:bodyPr vert="horz" wrap="square" anchor="ctr">
            <a:spAutoFit/>
          </a:bodyPr>
          <a:p>
            <a:pPr lvl="0"/>
            <a:r>
              <a:rPr lang="zh-CN" altLang="en-US" b="0" dirty="0">
                <a:latin typeface="楷体_GB2312" pitchFamily="49" charset="-122"/>
                <a:ea typeface="楷体_GB2312" pitchFamily="49" charset="-122"/>
              </a:rPr>
              <a:t>DOS命令行用户界面</a:t>
            </a:r>
            <a:endParaRPr lang="zh-CN" altLang="en-US" b="0" dirty="0">
              <a:latin typeface="楷体_GB2312" pitchFamily="49" charset="-122"/>
              <a:ea typeface="楷体_GB2312" pitchFamily="49" charset="-122"/>
            </a:endParaRPr>
          </a:p>
        </p:txBody>
      </p:sp>
      <p:sp>
        <p:nvSpPr>
          <p:cNvPr id="33796" name="文本框 37892"/>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26</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标题 38913"/>
          <p:cNvSpPr>
            <a:spLocks noGrp="1"/>
          </p:cNvSpPr>
          <p:nvPr>
            <p:ph type="title"/>
          </p:nvPr>
        </p:nvSpPr>
        <p:spPr>
          <a:xfrm>
            <a:off x="252413" y="608013"/>
            <a:ext cx="7772400" cy="641350"/>
          </a:xfrm>
        </p:spPr>
        <p:txBody>
          <a:bodyPr>
            <a:spAutoFit/>
          </a:bodyPr>
          <a:p>
            <a:pPr fontAlgn="base"/>
            <a:r>
              <a:rPr lang="zh-CN" altLang="en-US" sz="4000" strike="noStrike" noProof="1" dirty="0">
                <a:ea typeface="宋体" panose="02010600030101010101" pitchFamily="2" charset="-122"/>
              </a:rPr>
              <a:t>	</a:t>
            </a:r>
            <a:r>
              <a:rPr lang="zh-CN" altLang="en-US" sz="4000" strike="noStrike" noProof="1" dirty="0"/>
              <a:t>图形用户界面</a:t>
            </a:r>
            <a:endParaRPr lang="zh-CN" altLang="en-US" sz="4000" strike="noStrike" noProof="1" dirty="0"/>
          </a:p>
        </p:txBody>
      </p:sp>
      <p:sp>
        <p:nvSpPr>
          <p:cNvPr id="38915" name="文本占位符 38914"/>
          <p:cNvSpPr>
            <a:spLocks noGrp="1"/>
          </p:cNvSpPr>
          <p:nvPr>
            <p:ph idx="1"/>
          </p:nvPr>
        </p:nvSpPr>
        <p:spPr>
          <a:xfrm>
            <a:off x="196850" y="1254125"/>
            <a:ext cx="8466138" cy="2931160"/>
          </a:xfrm>
        </p:spPr>
        <p:txBody>
          <a:bodyPr wrap="square">
            <a:spAutoFit/>
          </a:bodyPr>
          <a:p>
            <a:pPr lvl="0">
              <a:spcBef>
                <a:spcPct val="10000"/>
              </a:spcBef>
            </a:pPr>
            <a:r>
              <a:rPr lang="zh-CN" altLang="en-US" sz="2800" dirty="0">
                <a:solidFill>
                  <a:schemeClr val="tx1"/>
                </a:solidFill>
                <a:effectLst/>
              </a:rPr>
              <a:t>图形化用户界面是良好的用户交互界面，它将菜单驱动、图符驱动、面向对象技术等集成在一起，形成一个图文并茂的视窗操作环境。 </a:t>
            </a:r>
            <a:endParaRPr lang="zh-CN" altLang="en-US" sz="2800" dirty="0">
              <a:solidFill>
                <a:schemeClr val="tx1"/>
              </a:solidFill>
              <a:effectLst/>
            </a:endParaRPr>
          </a:p>
          <a:p>
            <a:pPr lvl="0">
              <a:spcBef>
                <a:spcPct val="10000"/>
              </a:spcBef>
            </a:pPr>
            <a:r>
              <a:rPr lang="zh-CN" altLang="en-US" sz="2800" i="1" dirty="0">
                <a:solidFill>
                  <a:schemeClr val="tx1"/>
                </a:solidFill>
                <a:effectLst/>
              </a:rPr>
              <a:t>1984年 苹果公司推出Macintosh</a:t>
            </a:r>
            <a:endParaRPr lang="zh-CN" altLang="en-US" sz="2800" i="1" dirty="0">
              <a:solidFill>
                <a:schemeClr val="tx1"/>
              </a:solidFill>
              <a:effectLst/>
              <a:ea typeface="宋体" panose="02010600030101010101" pitchFamily="2" charset="-122"/>
            </a:endParaRPr>
          </a:p>
          <a:p>
            <a:pPr lvl="0">
              <a:spcBef>
                <a:spcPct val="10000"/>
              </a:spcBef>
              <a:buNone/>
            </a:pPr>
            <a:r>
              <a:rPr lang="zh-CN" altLang="en-US" sz="2800" i="1" dirty="0">
                <a:solidFill>
                  <a:schemeClr val="tx1"/>
                </a:solidFill>
                <a:effectLst/>
                <a:ea typeface="宋体" panose="02010600030101010101" pitchFamily="2" charset="-122"/>
              </a:rPr>
              <a:t>	</a:t>
            </a:r>
            <a:r>
              <a:rPr lang="zh-CN" altLang="en-US" sz="2800" i="1" dirty="0">
                <a:solidFill>
                  <a:schemeClr val="tx1"/>
                </a:solidFill>
                <a:effectLst/>
              </a:rPr>
              <a:t>1986年 首款用于Unix的窗口系统 X Window System发布</a:t>
            </a:r>
            <a:endParaRPr lang="zh-CN" altLang="en-US" sz="2800" i="1" dirty="0">
              <a:solidFill>
                <a:schemeClr val="tx1"/>
              </a:solidFill>
              <a:effectLst/>
              <a:ea typeface="宋体" panose="02010600030101010101" pitchFamily="2" charset="-122"/>
            </a:endParaRPr>
          </a:p>
          <a:p>
            <a:pPr lvl="0">
              <a:spcBef>
                <a:spcPct val="10000"/>
              </a:spcBef>
              <a:buNone/>
            </a:pPr>
            <a:r>
              <a:rPr lang="zh-CN" altLang="en-US" sz="2800" i="1" dirty="0">
                <a:solidFill>
                  <a:schemeClr val="tx1"/>
                </a:solidFill>
                <a:effectLst/>
              </a:rPr>
              <a:t>  </a:t>
            </a:r>
            <a:r>
              <a:rPr lang="zh-CN" altLang="en-US" sz="2800" i="1" dirty="0">
                <a:solidFill>
                  <a:schemeClr val="tx1"/>
                </a:solidFill>
                <a:effectLst/>
                <a:ea typeface="宋体" panose="02010600030101010101" pitchFamily="2" charset="-122"/>
              </a:rPr>
              <a:t> 	</a:t>
            </a:r>
            <a:r>
              <a:rPr lang="zh-CN" altLang="en-US" sz="2800" i="1" dirty="0">
                <a:solidFill>
                  <a:schemeClr val="tx1"/>
                </a:solidFill>
                <a:effectLst/>
              </a:rPr>
              <a:t>1992年 微软公司发布Windows 3.1</a:t>
            </a:r>
            <a:endParaRPr lang="zh-CN" altLang="en-US" sz="2800" i="1" dirty="0">
              <a:solidFill>
                <a:schemeClr val="tx1"/>
              </a:solidFill>
              <a:effectLst/>
            </a:endParaRPr>
          </a:p>
        </p:txBody>
      </p:sp>
      <p:sp>
        <p:nvSpPr>
          <p:cNvPr id="34819" name="文本框 3891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27</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8915" grpId="0" animBg="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标题 39937"/>
          <p:cNvSpPr>
            <a:spLocks noGrp="1"/>
          </p:cNvSpPr>
          <p:nvPr>
            <p:ph type="title"/>
          </p:nvPr>
        </p:nvSpPr>
        <p:spPr>
          <a:xfrm>
            <a:off x="363538" y="595313"/>
            <a:ext cx="8393113" cy="641350"/>
          </a:xfrm>
        </p:spPr>
        <p:txBody>
          <a:bodyPr>
            <a:spAutoFit/>
          </a:bodyPr>
          <a:p>
            <a:pPr lvl="0"/>
            <a:r>
              <a:rPr lang="zh-CN" altLang="en-US" sz="4000" dirty="0"/>
              <a:t>图形用户界面</a:t>
            </a:r>
            <a:r>
              <a:rPr lang="zh-CN" altLang="en-US" sz="4000" dirty="0">
                <a:ea typeface="宋体" panose="02010600030101010101" pitchFamily="2" charset="-122"/>
              </a:rPr>
              <a:t> </a:t>
            </a:r>
            <a:endParaRPr lang="zh-CN" altLang="en-US" sz="4000" dirty="0">
              <a:ea typeface="宋体" panose="02010600030101010101" pitchFamily="2" charset="-122"/>
            </a:endParaRPr>
          </a:p>
        </p:txBody>
      </p:sp>
      <p:sp>
        <p:nvSpPr>
          <p:cNvPr id="39939" name="文本占位符 39938"/>
          <p:cNvSpPr>
            <a:spLocks noGrp="1"/>
          </p:cNvSpPr>
          <p:nvPr>
            <p:ph idx="1"/>
          </p:nvPr>
        </p:nvSpPr>
        <p:spPr>
          <a:xfrm>
            <a:off x="250825" y="1600200"/>
            <a:ext cx="8424863" cy="3748405"/>
          </a:xfrm>
        </p:spPr>
        <p:txBody>
          <a:bodyPr wrap="square">
            <a:spAutoFit/>
          </a:bodyPr>
          <a:p>
            <a:pPr lvl="0">
              <a:spcBef>
                <a:spcPct val="10000"/>
              </a:spcBef>
              <a:buNone/>
            </a:pPr>
            <a:r>
              <a:rPr lang="en-US" altLang="x-none" sz="2800">
                <a:solidFill>
                  <a:schemeClr val="tx1"/>
                </a:solidFill>
                <a:effectLst/>
              </a:rPr>
              <a:t>1. </a:t>
            </a:r>
            <a:r>
              <a:rPr lang="zh-CN" altLang="en-US" sz="2800" dirty="0">
                <a:solidFill>
                  <a:schemeClr val="tx1"/>
                </a:solidFill>
                <a:effectLst/>
                <a:ea typeface="宋体" panose="02010600030101010101" pitchFamily="2" charset="-122"/>
              </a:rPr>
              <a:t>菜单驱动方式</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是面向屏幕的交互方式，它将键盘命令以屏幕方式来体现。</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命令和系统能完成的操作，用菜单分类分窗口地在屏幕上列出；</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用户像点菜一样选择命令或某种操作，以控制系统去完成指定的工作。</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菜单系统的类型有多种，如下拉式菜单，上推式菜单和随机弹出式菜单。</a:t>
            </a:r>
            <a:endParaRPr lang="zh-CN" altLang="en-US" sz="2800" dirty="0">
              <a:solidFill>
                <a:schemeClr val="tx1"/>
              </a:solidFill>
              <a:effectLst/>
              <a:ea typeface="宋体" panose="02010600030101010101" pitchFamily="2" charset="-122"/>
            </a:endParaRPr>
          </a:p>
        </p:txBody>
      </p:sp>
      <p:sp>
        <p:nvSpPr>
          <p:cNvPr id="35843" name="文本框 3993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28</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39939" grpId="0" bldLvl="2" animBg="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标题 40961"/>
          <p:cNvSpPr>
            <a:spLocks noGrp="1"/>
          </p:cNvSpPr>
          <p:nvPr>
            <p:ph type="title"/>
          </p:nvPr>
        </p:nvSpPr>
        <p:spPr/>
        <p:txBody>
          <a:bodyPr>
            <a:spAutoFit/>
          </a:bodyPr>
          <a:p>
            <a:pPr lvl="0"/>
            <a:r>
              <a:rPr lang="zh-CN" altLang="en-US" dirty="0"/>
              <a:t>图形用户界面</a:t>
            </a: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40963" name="文本占位符 40962"/>
          <p:cNvSpPr>
            <a:spLocks noGrp="1"/>
          </p:cNvSpPr>
          <p:nvPr>
            <p:ph idx="1"/>
          </p:nvPr>
        </p:nvSpPr>
        <p:spPr>
          <a:xfrm>
            <a:off x="496888" y="1466850"/>
            <a:ext cx="8001000" cy="3705860"/>
          </a:xfrm>
        </p:spPr>
        <p:txBody>
          <a:bodyPr>
            <a:spAutoFit/>
          </a:bodyPr>
          <a:p>
            <a:pPr lvl="0">
              <a:spcBef>
                <a:spcPct val="10000"/>
              </a:spcBef>
              <a:buNone/>
            </a:pPr>
            <a:r>
              <a:rPr lang="en-US" altLang="x-none" sz="2800">
                <a:solidFill>
                  <a:schemeClr val="tx1"/>
                </a:solidFill>
                <a:effectLst/>
              </a:rPr>
              <a:t>2. </a:t>
            </a:r>
            <a:r>
              <a:rPr lang="zh-CN" altLang="en-US" sz="2800" dirty="0">
                <a:solidFill>
                  <a:schemeClr val="tx1"/>
                </a:solidFill>
                <a:effectLst/>
                <a:ea typeface="宋体" panose="02010600030101010101" pitchFamily="2" charset="-122"/>
              </a:rPr>
              <a:t>图符驱动方式</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是一种面向屏幕的图形菜单选择方式。 </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图符</a:t>
            </a:r>
            <a:r>
              <a:rPr lang="en-US" altLang="x-none" sz="2800">
                <a:solidFill>
                  <a:schemeClr val="tx1"/>
                </a:solidFill>
                <a:effectLst/>
              </a:rPr>
              <a:t>(Icon)</a:t>
            </a:r>
            <a:r>
              <a:rPr lang="zh-CN" altLang="en-US" sz="2800" dirty="0">
                <a:solidFill>
                  <a:schemeClr val="tx1"/>
                </a:solidFill>
                <a:effectLst/>
              </a:rPr>
              <a:t>也称图标，是一个小小的图符符号。它代表操作系统中的命令、系统服务、操作功能、各种资源。 </a:t>
            </a:r>
            <a:endParaRPr lang="zh-CN" altLang="en-US" sz="2800" dirty="0">
              <a:solidFill>
                <a:schemeClr val="tx1"/>
              </a:solidFill>
              <a:effectLst/>
            </a:endParaRPr>
          </a:p>
          <a:p>
            <a:pPr lvl="1" indent="-455295">
              <a:spcBef>
                <a:spcPct val="10000"/>
              </a:spcBef>
            </a:pPr>
            <a:r>
              <a:rPr lang="zh-CN" altLang="en-US" sz="2800" dirty="0">
                <a:solidFill>
                  <a:schemeClr val="tx1"/>
                </a:solidFill>
                <a:effectLst/>
              </a:rPr>
              <a:t>当需要启动系统命令、请求系统资源或操作功能时，可以选择代表它的图符，并借助标记输入设备</a:t>
            </a:r>
            <a:r>
              <a:rPr lang="en-US" altLang="x-none" sz="2800">
                <a:solidFill>
                  <a:schemeClr val="tx1"/>
                </a:solidFill>
                <a:effectLst/>
              </a:rPr>
              <a:t>(</a:t>
            </a:r>
            <a:r>
              <a:rPr lang="zh-CN" altLang="en-US" sz="2800" dirty="0">
                <a:solidFill>
                  <a:schemeClr val="tx1"/>
                </a:solidFill>
                <a:effectLst/>
              </a:rPr>
              <a:t>鼠标器</a:t>
            </a:r>
            <a:r>
              <a:rPr lang="en-US" altLang="x-none" sz="2800">
                <a:solidFill>
                  <a:schemeClr val="tx1"/>
                </a:solidFill>
                <a:effectLst/>
              </a:rPr>
              <a:t>)</a:t>
            </a:r>
            <a:r>
              <a:rPr lang="zh-CN" altLang="en-US" sz="2800" dirty="0">
                <a:solidFill>
                  <a:schemeClr val="tx1"/>
                </a:solidFill>
                <a:effectLst/>
              </a:rPr>
              <a:t>，采用鼠标器的点击和拖拽功能，完成命令和操作选择及执行。</a:t>
            </a:r>
            <a:endParaRPr lang="zh-CN" altLang="en-US" sz="2800" dirty="0">
              <a:solidFill>
                <a:schemeClr val="tx1"/>
              </a:solidFill>
              <a:effectLst/>
            </a:endParaRPr>
          </a:p>
        </p:txBody>
      </p:sp>
      <p:sp>
        <p:nvSpPr>
          <p:cNvPr id="36867" name="文本框 4096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29</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0963" grpId="0" bldLvl="2" animBg="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41985"/>
          <p:cNvSpPr>
            <a:spLocks noGrp="1"/>
          </p:cNvSpPr>
          <p:nvPr>
            <p:ph type="title"/>
          </p:nvPr>
        </p:nvSpPr>
        <p:spPr/>
        <p:txBody>
          <a:bodyPr>
            <a:spAutoFit/>
          </a:bodyPr>
          <a:p>
            <a:pPr lvl="0"/>
            <a:r>
              <a:rPr lang="zh-CN" altLang="en-US">
                <a:ea typeface="宋体" panose="02010600030101010101" pitchFamily="2" charset="-122"/>
              </a:rPr>
              <a:t>图形用户界面（续）</a:t>
            </a:r>
            <a:endParaRPr lang="zh-CN" altLang="en-US">
              <a:ea typeface="宋体" panose="02010600030101010101" pitchFamily="2" charset="-122"/>
            </a:endParaRPr>
          </a:p>
        </p:txBody>
      </p:sp>
      <p:sp>
        <p:nvSpPr>
          <p:cNvPr id="41987" name="文本占位符 41986"/>
          <p:cNvSpPr>
            <a:spLocks noGrp="1"/>
          </p:cNvSpPr>
          <p:nvPr>
            <p:ph idx="1"/>
          </p:nvPr>
        </p:nvSpPr>
        <p:spPr>
          <a:xfrm>
            <a:off x="381000" y="1803400"/>
            <a:ext cx="8461375" cy="3016885"/>
          </a:xfrm>
        </p:spPr>
        <p:txBody>
          <a:bodyPr wrap="square">
            <a:spAutoFit/>
          </a:bodyPr>
          <a:p>
            <a:pPr lvl="0">
              <a:spcBef>
                <a:spcPct val="10000"/>
              </a:spcBef>
              <a:buNone/>
            </a:pPr>
            <a:r>
              <a:rPr lang="en-US" altLang="x-none" sz="2800">
                <a:solidFill>
                  <a:schemeClr val="tx1"/>
                </a:solidFill>
                <a:effectLst/>
              </a:rPr>
              <a:t>3. </a:t>
            </a:r>
            <a:r>
              <a:rPr lang="zh-CN" altLang="en-US" sz="2800" dirty="0">
                <a:solidFill>
                  <a:schemeClr val="tx1"/>
                </a:solidFill>
                <a:effectLst/>
                <a:ea typeface="宋体" panose="02010600030101010101" pitchFamily="2" charset="-122"/>
              </a:rPr>
              <a:t>图形化的用户界面的特点</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所有程序以统一的窗口形式出现</a:t>
            </a:r>
            <a:endParaRPr lang="zh-CN" altLang="en-US" sz="2800" dirty="0">
              <a:solidFill>
                <a:schemeClr val="tx1"/>
              </a:solidFill>
              <a:effectLst/>
              <a:ea typeface="宋体" panose="02010600030101010101" pitchFamily="2" charset="-122"/>
            </a:endParaRPr>
          </a:p>
          <a:p>
            <a:pPr lvl="1" indent="-455295">
              <a:spcBef>
                <a:spcPct val="10000"/>
              </a:spcBef>
            </a:pPr>
            <a:r>
              <a:rPr lang="zh-CN" altLang="en-US" sz="2800" dirty="0">
                <a:solidFill>
                  <a:schemeClr val="tx1"/>
                </a:solidFill>
                <a:effectLst/>
                <a:ea typeface="宋体" panose="02010600030101010101" pitchFamily="2" charset="-122"/>
              </a:rPr>
              <a:t>提供统一的菜单格式</a:t>
            </a:r>
            <a:endParaRPr lang="zh-CN" altLang="en-US" sz="2800" dirty="0">
              <a:solidFill>
                <a:schemeClr val="tx1"/>
              </a:solidFill>
              <a:effectLst/>
              <a:ea typeface="宋体" panose="02010600030101010101" pitchFamily="2" charset="-122"/>
              <a:sym typeface="Symbol" panose="05050102010706020507" pitchFamily="18" charset="2"/>
            </a:endParaRPr>
          </a:p>
          <a:p>
            <a:pPr lvl="1" indent="-455295">
              <a:spcBef>
                <a:spcPct val="10000"/>
              </a:spcBef>
            </a:pPr>
            <a:r>
              <a:rPr lang="zh-CN" altLang="en-US" sz="2800" dirty="0">
                <a:solidFill>
                  <a:schemeClr val="tx1"/>
                </a:solidFill>
                <a:effectLst/>
                <a:ea typeface="宋体" panose="02010600030101010101" pitchFamily="2" charset="-122"/>
              </a:rPr>
              <a:t>系统资源、系统命令、操作功能以图标表示</a:t>
            </a:r>
            <a:endParaRPr lang="zh-CN" altLang="en-US" sz="2800" dirty="0">
              <a:solidFill>
                <a:schemeClr val="tx1"/>
              </a:solidFill>
              <a:effectLst/>
              <a:ea typeface="宋体" panose="02010600030101010101" pitchFamily="2" charset="-122"/>
              <a:sym typeface="Symbol" panose="05050102010706020507" pitchFamily="18" charset="2"/>
            </a:endParaRPr>
          </a:p>
          <a:p>
            <a:pPr lvl="1" indent="-455295">
              <a:spcBef>
                <a:spcPct val="10000"/>
              </a:spcBef>
            </a:pPr>
            <a:r>
              <a:rPr lang="zh-CN" altLang="en-US" sz="2800" dirty="0">
                <a:solidFill>
                  <a:schemeClr val="tx1"/>
                </a:solidFill>
                <a:effectLst/>
                <a:ea typeface="宋体" panose="02010600030101010101" pitchFamily="2" charset="-122"/>
              </a:rPr>
              <a:t>统一的操作方法</a:t>
            </a:r>
            <a:endParaRPr lang="zh-CN" altLang="en-US" sz="2800" dirty="0">
              <a:solidFill>
                <a:schemeClr val="tx1"/>
              </a:solidFill>
              <a:effectLst/>
              <a:ea typeface="宋体" panose="02010600030101010101" pitchFamily="2" charset="-122"/>
            </a:endParaRPr>
          </a:p>
          <a:p>
            <a:pPr lvl="0">
              <a:spcBef>
                <a:spcPct val="10000"/>
              </a:spcBef>
              <a:buNone/>
            </a:pPr>
            <a:r>
              <a:rPr lang="zh-CN" altLang="en-US" sz="2800" dirty="0">
                <a:solidFill>
                  <a:schemeClr val="tx1"/>
                </a:solidFill>
                <a:effectLst/>
                <a:ea typeface="宋体" panose="02010600030101010101" pitchFamily="2" charset="-122"/>
              </a:rPr>
              <a:t>	</a:t>
            </a:r>
            <a:r>
              <a:rPr lang="en-US" altLang="x-none" sz="2800">
                <a:solidFill>
                  <a:schemeClr val="tx1"/>
                </a:solidFill>
                <a:effectLst/>
              </a:rPr>
              <a:t>Microsoft</a:t>
            </a:r>
            <a:r>
              <a:rPr lang="zh-CN" altLang="en-US" sz="2800" dirty="0">
                <a:solidFill>
                  <a:schemeClr val="tx1"/>
                </a:solidFill>
                <a:effectLst/>
              </a:rPr>
              <a:t>公司的</a:t>
            </a:r>
            <a:r>
              <a:rPr lang="en-US" altLang="x-none" sz="2800">
                <a:solidFill>
                  <a:schemeClr val="tx1"/>
                </a:solidFill>
                <a:effectLst/>
              </a:rPr>
              <a:t>Windows</a:t>
            </a:r>
            <a:r>
              <a:rPr lang="zh-CN" altLang="en-US" sz="2800" dirty="0">
                <a:solidFill>
                  <a:schemeClr val="tx1"/>
                </a:solidFill>
                <a:effectLst/>
              </a:rPr>
              <a:t>就是这种图形化用户界面的代表。</a:t>
            </a:r>
            <a:endParaRPr lang="zh-CN" altLang="en-US" sz="2800" dirty="0">
              <a:solidFill>
                <a:schemeClr val="tx1"/>
              </a:solidFill>
              <a:effectLst/>
            </a:endParaRPr>
          </a:p>
        </p:txBody>
      </p:sp>
      <p:sp>
        <p:nvSpPr>
          <p:cNvPr id="37891" name="文本框 4198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30</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1987" grpId="0" animBg="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3" name="图片 43009" descr="2004101010479876"/>
          <p:cNvPicPr>
            <a:picLocks noChangeAspect="1"/>
          </p:cNvPicPr>
          <p:nvPr/>
        </p:nvPicPr>
        <p:blipFill>
          <a:blip r:embed="rId1"/>
          <a:stretch>
            <a:fillRect/>
          </a:stretch>
        </p:blipFill>
        <p:spPr>
          <a:xfrm>
            <a:off x="228600" y="533400"/>
            <a:ext cx="8534400" cy="5829300"/>
          </a:xfrm>
          <a:prstGeom prst="rect">
            <a:avLst/>
          </a:prstGeom>
          <a:noFill/>
          <a:ln w="9525">
            <a:noFill/>
            <a:miter/>
          </a:ln>
        </p:spPr>
      </p:pic>
      <p:sp>
        <p:nvSpPr>
          <p:cNvPr id="43011" name="标题 43010"/>
          <p:cNvSpPr>
            <a:spLocks noGrp="1"/>
          </p:cNvSpPr>
          <p:nvPr>
            <p:ph type="title"/>
          </p:nvPr>
        </p:nvSpPr>
        <p:spPr>
          <a:xfrm>
            <a:off x="1177925" y="47625"/>
            <a:ext cx="4697413" cy="584200"/>
          </a:xfrm>
        </p:spPr>
        <p:txBody>
          <a:bodyPr wrap="square">
            <a:spAutoFit/>
          </a:bodyPr>
          <a:p>
            <a:pPr lvl="0"/>
            <a:r>
              <a:rPr lang="zh-CN" altLang="en-US" sz="3600" b="0" dirty="0">
                <a:solidFill>
                  <a:srgbClr val="FF00FF"/>
                </a:solidFill>
                <a:latin typeface="楷体_GB2312" pitchFamily="49" charset="-122"/>
                <a:ea typeface="楷体_GB2312" pitchFamily="49" charset="-122"/>
              </a:rPr>
              <a:t>Windows 3.11的界面</a:t>
            </a:r>
            <a:endParaRPr lang="zh-CN" altLang="en-US" sz="3600" b="0" dirty="0">
              <a:solidFill>
                <a:srgbClr val="FF00FF"/>
              </a:solidFill>
              <a:latin typeface="楷体_GB2312" pitchFamily="49" charset="-122"/>
              <a:ea typeface="楷体_GB2312" pitchFamily="49" charset="-122"/>
            </a:endParaRPr>
          </a:p>
        </p:txBody>
      </p:sp>
      <p:sp>
        <p:nvSpPr>
          <p:cNvPr id="38915" name="文本框 4301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31</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标题 44033"/>
          <p:cNvSpPr>
            <a:spLocks noGrp="1"/>
          </p:cNvSpPr>
          <p:nvPr>
            <p:ph type="title"/>
          </p:nvPr>
        </p:nvSpPr>
        <p:spPr>
          <a:xfrm>
            <a:off x="638175" y="685800"/>
            <a:ext cx="7078663" cy="749300"/>
          </a:xfrm>
        </p:spPr>
        <p:txBody>
          <a:bodyPr wrap="square">
            <a:spAutoFit/>
          </a:bodyPr>
          <a:p>
            <a:pPr lvl="0"/>
            <a:r>
              <a:rPr lang="zh-CN" altLang="en-US" b="0" dirty="0">
                <a:latin typeface="楷体_GB2312" pitchFamily="49" charset="-122"/>
                <a:ea typeface="楷体_GB2312" pitchFamily="49" charset="-122"/>
              </a:rPr>
              <a:t>UNIX命令行用户界面</a:t>
            </a:r>
            <a:endParaRPr lang="zh-CN" altLang="en-US" b="0" dirty="0">
              <a:latin typeface="楷体_GB2312" pitchFamily="49" charset="-122"/>
              <a:ea typeface="楷体_GB2312" pitchFamily="49" charset="-122"/>
            </a:endParaRPr>
          </a:p>
        </p:txBody>
      </p:sp>
      <p:grpSp>
        <p:nvGrpSpPr>
          <p:cNvPr id="44035" name="组合 44034"/>
          <p:cNvGrpSpPr/>
          <p:nvPr/>
        </p:nvGrpSpPr>
        <p:grpSpPr>
          <a:xfrm>
            <a:off x="357188" y="1611313"/>
            <a:ext cx="8610600" cy="4727575"/>
            <a:chOff x="0" y="0"/>
            <a:chExt cx="5424" cy="2513"/>
          </a:xfrm>
        </p:grpSpPr>
        <p:pic>
          <p:nvPicPr>
            <p:cNvPr id="39939" name="图片 44035" descr="linuxscr2"/>
            <p:cNvPicPr>
              <a:picLocks noChangeAspect="1"/>
            </p:cNvPicPr>
            <p:nvPr/>
          </p:nvPicPr>
          <p:blipFill>
            <a:blip r:embed="rId1">
              <a:lum bright="-23999" contrast="72000"/>
            </a:blip>
            <a:stretch>
              <a:fillRect/>
            </a:stretch>
          </p:blipFill>
          <p:spPr>
            <a:xfrm>
              <a:off x="0" y="0"/>
              <a:ext cx="5424" cy="2341"/>
            </a:xfrm>
            <a:prstGeom prst="rect">
              <a:avLst/>
            </a:prstGeom>
            <a:noFill/>
            <a:ln w="9525">
              <a:noFill/>
              <a:miter/>
            </a:ln>
          </p:spPr>
        </p:pic>
        <p:sp>
          <p:nvSpPr>
            <p:cNvPr id="39940" name="矩形 44036"/>
            <p:cNvSpPr/>
            <p:nvPr/>
          </p:nvSpPr>
          <p:spPr>
            <a:xfrm>
              <a:off x="2" y="2081"/>
              <a:ext cx="3600" cy="432"/>
            </a:xfrm>
            <a:prstGeom prst="rect">
              <a:avLst/>
            </a:prstGeom>
            <a:solidFill>
              <a:schemeClr val="bg1"/>
            </a:solidFill>
            <a:ln w="9525">
              <a:noFill/>
              <a:miter/>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39941" name="文本框 44037"/>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32</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标题 45057"/>
          <p:cNvSpPr>
            <a:spLocks noGrp="1"/>
          </p:cNvSpPr>
          <p:nvPr>
            <p:ph type="title"/>
          </p:nvPr>
        </p:nvSpPr>
        <p:spPr>
          <a:xfrm>
            <a:off x="619125" y="611188"/>
            <a:ext cx="7772400" cy="641350"/>
          </a:xfrm>
        </p:spPr>
        <p:txBody>
          <a:bodyPr>
            <a:spAutoFit/>
          </a:bodyPr>
          <a:p>
            <a:pPr lvl="0"/>
            <a:r>
              <a:rPr lang="en-US" altLang="zh-CN" sz="4000" b="0">
                <a:latin typeface="楷体_GB2312" pitchFamily="49" charset="-122"/>
                <a:ea typeface="楷体_GB2312" pitchFamily="49" charset="-122"/>
              </a:rPr>
              <a:t>UNIX</a:t>
            </a:r>
            <a:r>
              <a:rPr lang="zh-CN" altLang="en-US" sz="4000" b="0">
                <a:latin typeface="楷体_GB2312" pitchFamily="49" charset="-122"/>
                <a:ea typeface="楷体_GB2312" pitchFamily="49" charset="-122"/>
              </a:rPr>
              <a:t>图形用户界面</a:t>
            </a:r>
            <a:endParaRPr lang="zh-CN" altLang="en-US" sz="4000" b="0">
              <a:latin typeface="楷体_GB2312" pitchFamily="49" charset="-122"/>
              <a:ea typeface="楷体_GB2312" pitchFamily="49" charset="-122"/>
            </a:endParaRPr>
          </a:p>
        </p:txBody>
      </p:sp>
      <p:pic>
        <p:nvPicPr>
          <p:cNvPr id="45059" name="图片 45058" descr="t_bch07_3"/>
          <p:cNvPicPr>
            <a:picLocks noChangeAspect="1"/>
          </p:cNvPicPr>
          <p:nvPr/>
        </p:nvPicPr>
        <p:blipFill>
          <a:blip r:embed="rId1"/>
          <a:stretch>
            <a:fillRect/>
          </a:stretch>
        </p:blipFill>
        <p:spPr>
          <a:xfrm>
            <a:off x="1219200" y="1335088"/>
            <a:ext cx="6427788" cy="5143500"/>
          </a:xfrm>
          <a:prstGeom prst="rect">
            <a:avLst/>
          </a:prstGeom>
          <a:noFill/>
          <a:ln w="9525">
            <a:noFill/>
            <a:miter/>
          </a:ln>
        </p:spPr>
      </p:pic>
      <p:sp>
        <p:nvSpPr>
          <p:cNvPr id="40963" name="文本框 45059"/>
          <p:cNvSpPr txBox="1"/>
          <p:nvPr/>
        </p:nvSpPr>
        <p:spPr>
          <a:xfrm>
            <a:off x="8339138" y="6491288"/>
            <a:ext cx="376237"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33</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矩形 46081"/>
          <p:cNvSpPr/>
          <p:nvPr/>
        </p:nvSpPr>
        <p:spPr>
          <a:xfrm>
            <a:off x="1006475" y="1562100"/>
            <a:ext cx="7129463" cy="2139950"/>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000" b="1" strike="noStrike" noProof="1">
                <a:solidFill>
                  <a:srgbClr val="663300"/>
                </a:solidFill>
                <a:latin typeface="Arial" panose="02080604020202020204" pitchFamily="34" charset="0"/>
                <a:ea typeface="宋体" panose="02010600030101010101" pitchFamily="2" charset="-122"/>
                <a:cs typeface="+mn-ea"/>
              </a:rPr>
              <a:t>系统功能调用</a:t>
            </a:r>
            <a:endParaRPr lang="zh-CN" altLang="en-US" sz="4000" b="1" strike="noStrike" noProof="1">
              <a:solidFill>
                <a:srgbClr val="6633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000" b="1" strike="noStrike" noProof="1">
              <a:solidFill>
                <a:srgbClr val="663300"/>
              </a:solidFill>
              <a:ea typeface="宋体" panose="02010600030101010101" pitchFamily="2" charset="-122"/>
            </a:endParaRPr>
          </a:p>
        </p:txBody>
      </p:sp>
      <p:graphicFrame>
        <p:nvGraphicFramePr>
          <p:cNvPr id="41986" name="内容占位符 46082"/>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3" name="" r:id="rId2" imgW="838200" imgH="647700" progId="Paint.Picture">
                  <p:embed/>
                </p:oleObj>
              </mc:Choice>
              <mc:Fallback>
                <p:oleObj name="" r:id="rId2" imgW="838200" imgH="647700" progId="Paint.Picture">
                  <p:embed/>
                  <p:pic>
                    <p:nvPicPr>
                      <p:cNvPr id="0" name="图片 3082"/>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46084" name="矩形 46083"/>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系统功能调用</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608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文本框 7270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34</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72707" name="矩形 72706"/>
          <p:cNvSpPr/>
          <p:nvPr/>
        </p:nvSpPr>
        <p:spPr>
          <a:xfrm>
            <a:off x="141288" y="658813"/>
            <a:ext cx="8509000" cy="72548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buNone/>
            </a:pPr>
            <a:r>
              <a:rPr lang="en-US" altLang="zh-CN" b="1" strike="noStrike" noProof="1">
                <a:solidFill>
                  <a:srgbClr val="990000"/>
                </a:solidFill>
                <a:latin typeface="Times New Roman" panose="02020603050405020304" charset="0"/>
                <a:ea typeface="宋体" panose="02010600030101010101" pitchFamily="2" charset="-122"/>
                <a:cs typeface="+mn-ea"/>
              </a:rPr>
              <a:t>1.  </a:t>
            </a:r>
            <a:r>
              <a:rPr lang="zh-CN" altLang="en-US" b="1" strike="noStrike" noProof="1">
                <a:solidFill>
                  <a:srgbClr val="990000"/>
                </a:solidFill>
                <a:latin typeface="Times New Roman" panose="02020603050405020304" charset="0"/>
                <a:ea typeface="宋体" panose="02010600030101010101" pitchFamily="2" charset="-122"/>
                <a:cs typeface="+mn-ea"/>
              </a:rPr>
              <a:t>什么是系统功能调用</a:t>
            </a:r>
            <a:endParaRPr lang="zh-CN" altLang="en-US" b="1" strike="noStrike" noProof="1">
              <a:solidFill>
                <a:srgbClr val="990000"/>
              </a:solidFill>
              <a:latin typeface="Times New Roman" panose="02020603050405020304" charset="0"/>
              <a:ea typeface="宋体" panose="02010600030101010101" pitchFamily="2" charset="-122"/>
            </a:endParaRPr>
          </a:p>
        </p:txBody>
      </p:sp>
      <p:grpSp>
        <p:nvGrpSpPr>
          <p:cNvPr id="72709" name="组合 72708"/>
          <p:cNvGrpSpPr/>
          <p:nvPr/>
        </p:nvGrpSpPr>
        <p:grpSpPr>
          <a:xfrm>
            <a:off x="1636713" y="1539875"/>
            <a:ext cx="4538663" cy="2665413"/>
            <a:chOff x="91" y="0"/>
            <a:chExt cx="2859" cy="1679"/>
          </a:xfrm>
        </p:grpSpPr>
        <p:sp>
          <p:nvSpPr>
            <p:cNvPr id="43012" name="文本框 72709"/>
            <p:cNvSpPr txBox="1"/>
            <p:nvPr/>
          </p:nvSpPr>
          <p:spPr>
            <a:xfrm>
              <a:off x="91" y="406"/>
              <a:ext cx="292" cy="674"/>
            </a:xfrm>
            <a:prstGeom prst="rect">
              <a:avLst/>
            </a:prstGeom>
            <a:noFill/>
            <a:ln w="9525">
              <a:noFill/>
              <a:miter/>
            </a:ln>
          </p:spPr>
          <p:txBody>
            <a:bodyPr anchor="t">
              <a:spAutoFit/>
            </a:bodyPr>
            <a:p>
              <a:pPr lvl="0"/>
              <a:r>
                <a:rPr lang="zh-CN" altLang="en-US" sz="1600" b="0">
                  <a:solidFill>
                    <a:schemeClr val="tx1"/>
                  </a:solidFill>
                  <a:latin typeface="Times New Roman" panose="02020603050405020304" charset="0"/>
                  <a:ea typeface="宋体" panose="02010600030101010101" pitchFamily="2" charset="-122"/>
                </a:rPr>
                <a:t>应</a:t>
              </a:r>
              <a:endParaRPr lang="zh-CN" altLang="en-US" sz="1600" b="0">
                <a:solidFill>
                  <a:schemeClr val="tx1"/>
                </a:solidFill>
                <a:latin typeface="Times New Roman" panose="02020603050405020304" charset="0"/>
                <a:ea typeface="宋体" panose="02010600030101010101" pitchFamily="2" charset="-122"/>
              </a:endParaRPr>
            </a:p>
            <a:p>
              <a:pPr lvl="0"/>
              <a:r>
                <a:rPr lang="zh-CN" altLang="en-US" sz="1600" b="0">
                  <a:solidFill>
                    <a:schemeClr val="tx1"/>
                  </a:solidFill>
                  <a:latin typeface="Times New Roman" panose="02020603050405020304" charset="0"/>
                  <a:ea typeface="宋体" panose="02010600030101010101" pitchFamily="2" charset="-122"/>
                </a:rPr>
                <a:t>用</a:t>
              </a:r>
              <a:endParaRPr lang="zh-CN" altLang="en-US" sz="1600" b="0">
                <a:solidFill>
                  <a:schemeClr val="tx1"/>
                </a:solidFill>
                <a:latin typeface="Times New Roman" panose="02020603050405020304" charset="0"/>
                <a:ea typeface="宋体" panose="02010600030101010101" pitchFamily="2" charset="-122"/>
              </a:endParaRPr>
            </a:p>
            <a:p>
              <a:pPr lvl="0"/>
              <a:r>
                <a:rPr lang="zh-CN" altLang="en-US" sz="1600" b="0">
                  <a:solidFill>
                    <a:schemeClr val="tx1"/>
                  </a:solidFill>
                  <a:latin typeface="Times New Roman" panose="02020603050405020304" charset="0"/>
                  <a:ea typeface="宋体" panose="02010600030101010101" pitchFamily="2" charset="-122"/>
                </a:rPr>
                <a:t>程</a:t>
              </a:r>
              <a:endParaRPr lang="zh-CN" altLang="en-US" sz="1600" b="0">
                <a:solidFill>
                  <a:schemeClr val="tx1"/>
                </a:solidFill>
                <a:latin typeface="Times New Roman" panose="02020603050405020304" charset="0"/>
                <a:ea typeface="宋体" panose="02010600030101010101" pitchFamily="2" charset="-122"/>
              </a:endParaRPr>
            </a:p>
            <a:p>
              <a:pPr lvl="0"/>
              <a:r>
                <a:rPr lang="zh-CN" altLang="en-US" sz="1600" b="0" dirty="0">
                  <a:solidFill>
                    <a:schemeClr val="tx1"/>
                  </a:solidFill>
                  <a:latin typeface="Times New Roman" panose="02020603050405020304" charset="0"/>
                  <a:ea typeface="宋体" panose="02010600030101010101" pitchFamily="2" charset="-122"/>
                </a:rPr>
                <a:t>序</a:t>
              </a:r>
              <a:r>
                <a:rPr lang="zh-CN" altLang="en-US" sz="1600" b="0">
                  <a:solidFill>
                    <a:schemeClr val="tx1"/>
                  </a:solidFill>
                  <a:latin typeface="Times New Roman" panose="02020603050405020304" charset="0"/>
                  <a:ea typeface="宋体" panose="02010600030101010101" pitchFamily="2" charset="-122"/>
                </a:rPr>
                <a:t> </a:t>
              </a:r>
              <a:endParaRPr lang="zh-CN" altLang="en-US" sz="1600" b="0">
                <a:solidFill>
                  <a:schemeClr val="tx1"/>
                </a:solidFill>
                <a:latin typeface="Times New Roman" panose="02020603050405020304" charset="0"/>
                <a:ea typeface="宋体" panose="02010600030101010101" pitchFamily="2" charset="-122"/>
              </a:endParaRPr>
            </a:p>
          </p:txBody>
        </p:sp>
        <p:sp>
          <p:nvSpPr>
            <p:cNvPr id="43013" name="直接连接符 72710"/>
            <p:cNvSpPr/>
            <p:nvPr/>
          </p:nvSpPr>
          <p:spPr>
            <a:xfrm>
              <a:off x="488" y="743"/>
              <a:ext cx="908" cy="0"/>
            </a:xfrm>
            <a:prstGeom prst="line">
              <a:avLst/>
            </a:prstGeom>
            <a:ln w="31750" cap="flat" cmpd="sng">
              <a:solidFill>
                <a:schemeClr val="tx1"/>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3014" name="文本框 72711"/>
            <p:cNvSpPr txBox="1"/>
            <p:nvPr/>
          </p:nvSpPr>
          <p:spPr>
            <a:xfrm>
              <a:off x="488" y="522"/>
              <a:ext cx="671" cy="212"/>
            </a:xfrm>
            <a:prstGeom prst="rect">
              <a:avLst/>
            </a:prstGeom>
            <a:noFill/>
            <a:ln w="9525">
              <a:noFill/>
              <a:miter/>
            </a:ln>
          </p:spPr>
          <p:txBody>
            <a:bodyPr anchor="t">
              <a:spAutoFit/>
            </a:bodyPr>
            <a:p>
              <a:pPr lvl="0"/>
              <a:r>
                <a:rPr lang="zh-CN" altLang="en-US" sz="1600" b="0">
                  <a:solidFill>
                    <a:schemeClr val="tx1"/>
                  </a:solidFill>
                  <a:latin typeface="Times New Roman" panose="02020603050405020304" charset="0"/>
                  <a:ea typeface="宋体" panose="02010600030101010101" pitchFamily="2" charset="-122"/>
                </a:rPr>
                <a:t> 系统调用 </a:t>
              </a:r>
              <a:endParaRPr lang="zh-CN" altLang="en-US" sz="1600" b="0">
                <a:solidFill>
                  <a:schemeClr val="tx1"/>
                </a:solidFill>
                <a:latin typeface="Times New Roman" panose="02020603050405020304" charset="0"/>
                <a:ea typeface="宋体" panose="02010600030101010101" pitchFamily="2" charset="-122"/>
              </a:endParaRPr>
            </a:p>
          </p:txBody>
        </p:sp>
        <p:sp>
          <p:nvSpPr>
            <p:cNvPr id="43015" name="直接连接符 72712"/>
            <p:cNvSpPr/>
            <p:nvPr/>
          </p:nvSpPr>
          <p:spPr>
            <a:xfrm>
              <a:off x="1244" y="0"/>
              <a:ext cx="0" cy="1603"/>
            </a:xfrm>
            <a:prstGeom prst="line">
              <a:avLst/>
            </a:prstGeom>
            <a:ln w="38100"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43016" name="组合 72713"/>
            <p:cNvGrpSpPr/>
            <p:nvPr/>
          </p:nvGrpSpPr>
          <p:grpSpPr>
            <a:xfrm>
              <a:off x="1565" y="225"/>
              <a:ext cx="1385" cy="1002"/>
              <a:chOff x="0" y="0"/>
              <a:chExt cx="1385" cy="1002"/>
            </a:xfrm>
          </p:grpSpPr>
          <p:sp>
            <p:nvSpPr>
              <p:cNvPr id="43017" name="文本框 72714"/>
              <p:cNvSpPr txBox="1"/>
              <p:nvPr/>
            </p:nvSpPr>
            <p:spPr>
              <a:xfrm>
                <a:off x="0" y="1"/>
                <a:ext cx="543" cy="342"/>
              </a:xfrm>
              <a:prstGeom prst="rect">
                <a:avLst/>
              </a:prstGeom>
              <a:solidFill>
                <a:srgbClr val="CCCCFF"/>
              </a:solidFill>
              <a:ln w="9525" cap="flat" cmpd="sng">
                <a:solidFill>
                  <a:schemeClr val="tx1"/>
                </a:solidFill>
                <a:prstDash val="solid"/>
                <a:miter/>
                <a:headEnd type="none" w="med" len="med"/>
                <a:tailEnd type="none" w="med" len="med"/>
              </a:ln>
            </p:spPr>
            <p:txBody>
              <a:bodyPr anchor="t">
                <a:spAutoFit/>
              </a:bodyPr>
              <a:p>
                <a:pPr lvl="0" algn="ctr">
                  <a:lnSpc>
                    <a:spcPct val="90000"/>
                  </a:lnSpc>
                </a:pPr>
                <a:r>
                  <a:rPr lang="zh-CN" altLang="en-US" sz="1600" b="0">
                    <a:solidFill>
                      <a:schemeClr val="tx1"/>
                    </a:solidFill>
                    <a:latin typeface="Times New Roman" panose="02020603050405020304" charset="0"/>
                    <a:ea typeface="宋体" panose="02010600030101010101" pitchFamily="2" charset="-122"/>
                  </a:rPr>
                  <a:t>中  央</a:t>
                </a:r>
                <a:endParaRPr lang="zh-CN" altLang="en-US" sz="1600" b="0">
                  <a:solidFill>
                    <a:schemeClr val="tx1"/>
                  </a:solidFill>
                  <a:latin typeface="Times New Roman" panose="02020603050405020304" charset="0"/>
                  <a:ea typeface="宋体" panose="02010600030101010101" pitchFamily="2" charset="-122"/>
                </a:endParaRPr>
              </a:p>
              <a:p>
                <a:pPr lvl="0" algn="ctr">
                  <a:lnSpc>
                    <a:spcPct val="90000"/>
                  </a:lnSpc>
                </a:pPr>
                <a:r>
                  <a:rPr lang="zh-CN" altLang="en-US" sz="1600" b="0">
                    <a:solidFill>
                      <a:schemeClr val="tx1"/>
                    </a:solidFill>
                    <a:latin typeface="Times New Roman" panose="02020603050405020304" charset="0"/>
                    <a:ea typeface="宋体" panose="02010600030101010101" pitchFamily="2" charset="-122"/>
                  </a:rPr>
                  <a:t>处理机</a:t>
                </a:r>
                <a:endParaRPr lang="zh-CN" altLang="en-US" sz="1600" b="0">
                  <a:solidFill>
                    <a:schemeClr val="tx1"/>
                  </a:solidFill>
                  <a:latin typeface="Times New Roman" panose="02020603050405020304" charset="0"/>
                  <a:ea typeface="宋体" panose="02010600030101010101" pitchFamily="2" charset="-122"/>
                </a:endParaRPr>
              </a:p>
            </p:txBody>
          </p:sp>
          <p:sp>
            <p:nvSpPr>
              <p:cNvPr id="43018" name="文本框 72715"/>
              <p:cNvSpPr txBox="1"/>
              <p:nvPr/>
            </p:nvSpPr>
            <p:spPr>
              <a:xfrm>
                <a:off x="851" y="0"/>
                <a:ext cx="525" cy="418"/>
              </a:xfrm>
              <a:prstGeom prst="rect">
                <a:avLst/>
              </a:prstGeom>
              <a:solidFill>
                <a:srgbClr val="CCCCFF"/>
              </a:solidFill>
              <a:ln w="9525" cap="flat" cmpd="sng">
                <a:solidFill>
                  <a:schemeClr val="tx1"/>
                </a:solidFill>
                <a:prstDash val="solid"/>
                <a:miter/>
                <a:headEnd type="none" w="med" len="med"/>
                <a:tailEnd type="none" w="med" len="med"/>
              </a:ln>
            </p:spPr>
            <p:txBody>
              <a:bodyPr anchor="t">
                <a:spAutoFit/>
              </a:bodyPr>
              <a:p>
                <a:pPr lvl="0" algn="ctr">
                  <a:lnSpc>
                    <a:spcPct val="150000"/>
                  </a:lnSpc>
                </a:pPr>
                <a:r>
                  <a:rPr lang="zh-CN" altLang="en-US" sz="1600" b="0">
                    <a:solidFill>
                      <a:schemeClr val="tx1"/>
                    </a:solidFill>
                    <a:latin typeface="Times New Roman" panose="02020603050405020304" charset="0"/>
                    <a:ea typeface="宋体" panose="02010600030101010101" pitchFamily="2" charset="-122"/>
                  </a:rPr>
                  <a:t>存储器</a:t>
                </a:r>
                <a:endParaRPr lang="zh-CN" altLang="en-US" sz="1600" b="0">
                  <a:solidFill>
                    <a:schemeClr val="tx1"/>
                  </a:solidFill>
                  <a:latin typeface="Times New Roman" panose="02020603050405020304" charset="0"/>
                  <a:ea typeface="宋体" panose="02010600030101010101" pitchFamily="2" charset="-122"/>
                </a:endParaRPr>
              </a:p>
              <a:p>
                <a:pPr lvl="0">
                  <a:lnSpc>
                    <a:spcPct val="80000"/>
                  </a:lnSpc>
                </a:pPr>
                <a:endParaRPr lang="zh-CN" altLang="en-US" sz="1600" b="0">
                  <a:solidFill>
                    <a:schemeClr val="tx1"/>
                  </a:solidFill>
                  <a:latin typeface="Times New Roman" panose="02020603050405020304" charset="0"/>
                  <a:ea typeface="宋体" panose="02010600030101010101" pitchFamily="2" charset="-122"/>
                </a:endParaRPr>
              </a:p>
            </p:txBody>
          </p:sp>
          <p:sp>
            <p:nvSpPr>
              <p:cNvPr id="43019" name="文本框 72716"/>
              <p:cNvSpPr txBox="1"/>
              <p:nvPr/>
            </p:nvSpPr>
            <p:spPr>
              <a:xfrm>
                <a:off x="0" y="659"/>
                <a:ext cx="543" cy="342"/>
              </a:xfrm>
              <a:prstGeom prst="rect">
                <a:avLst/>
              </a:prstGeom>
              <a:solidFill>
                <a:srgbClr val="CCCCFF"/>
              </a:solidFill>
              <a:ln w="9525" cap="flat" cmpd="sng">
                <a:solidFill>
                  <a:schemeClr val="tx1"/>
                </a:solidFill>
                <a:prstDash val="solid"/>
                <a:miter/>
                <a:headEnd type="none" w="med" len="med"/>
                <a:tailEnd type="none" w="med" len="med"/>
              </a:ln>
            </p:spPr>
            <p:txBody>
              <a:bodyPr anchor="t">
                <a:spAutoFit/>
              </a:bodyPr>
              <a:p>
                <a:pPr lvl="0" algn="ctr">
                  <a:lnSpc>
                    <a:spcPct val="90000"/>
                  </a:lnSpc>
                </a:pPr>
                <a:r>
                  <a:rPr lang="zh-CN" altLang="en-US" sz="1600" b="0">
                    <a:solidFill>
                      <a:schemeClr val="tx1"/>
                    </a:solidFill>
                    <a:latin typeface="Times New Roman" panose="02020603050405020304" charset="0"/>
                    <a:ea typeface="宋体" panose="02010600030101010101" pitchFamily="2" charset="-122"/>
                  </a:rPr>
                  <a:t>外  部</a:t>
                </a:r>
                <a:endParaRPr lang="zh-CN" altLang="en-US" sz="1600" b="0">
                  <a:solidFill>
                    <a:schemeClr val="tx1"/>
                  </a:solidFill>
                  <a:latin typeface="Times New Roman" panose="02020603050405020304" charset="0"/>
                  <a:ea typeface="宋体" panose="02010600030101010101" pitchFamily="2" charset="-122"/>
                </a:endParaRPr>
              </a:p>
              <a:p>
                <a:pPr lvl="0" algn="ctr">
                  <a:lnSpc>
                    <a:spcPct val="90000"/>
                  </a:lnSpc>
                </a:pPr>
                <a:r>
                  <a:rPr lang="zh-CN" altLang="en-US" sz="1600" b="0">
                    <a:solidFill>
                      <a:schemeClr val="tx1"/>
                    </a:solidFill>
                    <a:latin typeface="Times New Roman" panose="02020603050405020304" charset="0"/>
                    <a:ea typeface="宋体" panose="02010600030101010101" pitchFamily="2" charset="-122"/>
                  </a:rPr>
                  <a:t>设  备</a:t>
                </a:r>
                <a:endParaRPr lang="zh-CN" altLang="en-US" sz="1600" b="0">
                  <a:solidFill>
                    <a:schemeClr val="tx1"/>
                  </a:solidFill>
                  <a:latin typeface="Times New Roman" panose="02020603050405020304" charset="0"/>
                  <a:ea typeface="宋体" panose="02010600030101010101" pitchFamily="2" charset="-122"/>
                </a:endParaRPr>
              </a:p>
            </p:txBody>
          </p:sp>
          <p:sp>
            <p:nvSpPr>
              <p:cNvPr id="43020" name="文本框 72717"/>
              <p:cNvSpPr txBox="1"/>
              <p:nvPr/>
            </p:nvSpPr>
            <p:spPr>
              <a:xfrm>
                <a:off x="842" y="660"/>
                <a:ext cx="543" cy="342"/>
              </a:xfrm>
              <a:prstGeom prst="rect">
                <a:avLst/>
              </a:prstGeom>
              <a:solidFill>
                <a:srgbClr val="CCCCFF"/>
              </a:solidFill>
              <a:ln w="9525" cap="flat" cmpd="sng">
                <a:solidFill>
                  <a:schemeClr val="tx1"/>
                </a:solidFill>
                <a:prstDash val="solid"/>
                <a:miter/>
                <a:headEnd type="none" w="med" len="med"/>
                <a:tailEnd type="none" w="med" len="med"/>
              </a:ln>
            </p:spPr>
            <p:txBody>
              <a:bodyPr anchor="t">
                <a:spAutoFit/>
              </a:bodyPr>
              <a:p>
                <a:pPr lvl="0" algn="ctr">
                  <a:lnSpc>
                    <a:spcPct val="90000"/>
                  </a:lnSpc>
                </a:pPr>
                <a:r>
                  <a:rPr lang="zh-CN" altLang="en-US" sz="1600" b="0" dirty="0">
                    <a:solidFill>
                      <a:schemeClr val="tx1"/>
                    </a:solidFill>
                    <a:latin typeface="Times New Roman" panose="02020603050405020304" charset="0"/>
                    <a:ea typeface="宋体" panose="02010600030101010101" pitchFamily="2" charset="-122"/>
                  </a:rPr>
                  <a:t>进 程</a:t>
                </a:r>
                <a:endParaRPr lang="zh-CN" altLang="en-US" sz="1600" b="0" dirty="0">
                  <a:solidFill>
                    <a:schemeClr val="tx1"/>
                  </a:solidFill>
                  <a:latin typeface="Times New Roman" panose="02020603050405020304" charset="0"/>
                  <a:ea typeface="宋体" panose="02010600030101010101" pitchFamily="2" charset="-122"/>
                </a:endParaRPr>
              </a:p>
              <a:p>
                <a:pPr lvl="0" algn="ctr">
                  <a:lnSpc>
                    <a:spcPct val="90000"/>
                  </a:lnSpc>
                </a:pPr>
                <a:r>
                  <a:rPr lang="zh-CN" altLang="en-US" sz="1600" b="0" dirty="0">
                    <a:solidFill>
                      <a:schemeClr val="tx1"/>
                    </a:solidFill>
                    <a:latin typeface="Times New Roman" panose="02020603050405020304" charset="0"/>
                    <a:ea typeface="宋体" panose="02010600030101010101" pitchFamily="2" charset="-122"/>
                  </a:rPr>
                  <a:t>管 理</a:t>
                </a:r>
                <a:endParaRPr lang="zh-CN" altLang="en-US" sz="1600" b="0" dirty="0">
                  <a:solidFill>
                    <a:schemeClr val="tx1"/>
                  </a:solidFill>
                  <a:latin typeface="Times New Roman" panose="02020603050405020304" charset="0"/>
                  <a:ea typeface="宋体" panose="02010600030101010101" pitchFamily="2" charset="-122"/>
                </a:endParaRPr>
              </a:p>
            </p:txBody>
          </p:sp>
        </p:grpSp>
        <p:sp>
          <p:nvSpPr>
            <p:cNvPr id="43021" name="文本框 72718"/>
            <p:cNvSpPr txBox="1"/>
            <p:nvPr/>
          </p:nvSpPr>
          <p:spPr>
            <a:xfrm>
              <a:off x="1386" y="1436"/>
              <a:ext cx="1526" cy="243"/>
            </a:xfrm>
            <a:prstGeom prst="rect">
              <a:avLst/>
            </a:prstGeom>
            <a:noFill/>
            <a:ln w="9525">
              <a:noFill/>
              <a:miter/>
            </a:ln>
          </p:spPr>
          <p:txBody>
            <a:bodyPr anchor="t">
              <a:spAutoFit/>
            </a:bodyPr>
            <a:p>
              <a:pPr marL="914400" lvl="0" indent="-340995" algn="just">
                <a:lnSpc>
                  <a:spcPct val="120000"/>
                </a:lnSpc>
                <a:spcBef>
                  <a:spcPct val="50000"/>
                </a:spcBef>
                <a:buClr>
                  <a:schemeClr val="tx2"/>
                </a:buClr>
                <a:buSzPct val="95000"/>
                <a:buFont typeface="Wingdings" panose="05000000000000000000" pitchFamily="2" charset="2"/>
                <a:buNone/>
              </a:pPr>
              <a:r>
                <a:rPr lang="zh-CN" altLang="en-US" sz="1600" b="0" dirty="0">
                  <a:solidFill>
                    <a:schemeClr val="tx1"/>
                  </a:solidFill>
                  <a:latin typeface="Arial" panose="02080604020202020204" pitchFamily="34" charset="0"/>
                  <a:ea typeface="宋体" panose="02010600030101010101" pitchFamily="2" charset="-122"/>
                </a:rPr>
                <a:t>操作系统内部</a:t>
              </a:r>
              <a:endParaRPr lang="zh-CN" altLang="en-US" sz="1600" b="0" dirty="0">
                <a:solidFill>
                  <a:schemeClr val="tx1"/>
                </a:solidFill>
                <a:latin typeface="Arial" panose="02080604020202020204" pitchFamily="34" charset="0"/>
                <a:ea typeface="宋体" panose="02010600030101010101" pitchFamily="2" charset="-122"/>
              </a:endParaRPr>
            </a:p>
          </p:txBody>
        </p:sp>
      </p:grpSp>
      <p:sp>
        <p:nvSpPr>
          <p:cNvPr id="72720" name="文本框 72719"/>
          <p:cNvSpPr txBox="1"/>
          <p:nvPr/>
        </p:nvSpPr>
        <p:spPr>
          <a:xfrm>
            <a:off x="2886075" y="4243388"/>
            <a:ext cx="2136775"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系统功能调用示意图</a:t>
            </a:r>
            <a:endParaRPr lang="zh-CN" altLang="en-US" sz="1600" b="0">
              <a:solidFill>
                <a:schemeClr val="tx1"/>
              </a:solidFill>
              <a:latin typeface="Times New Roman" panose="02020603050405020304" charset="0"/>
              <a:ea typeface="宋体" panose="02010600030101010101" pitchFamily="2" charset="-122"/>
            </a:endParaRPr>
          </a:p>
        </p:txBody>
      </p:sp>
      <p:sp>
        <p:nvSpPr>
          <p:cNvPr id="72721" name="矩形 7272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系统功能调用</a:t>
            </a:r>
            <a:endParaRPr lang="zh-CN" altLang="en-US" sz="2400" strike="noStrike" noProof="1">
              <a:ea typeface="宋体" panose="02010600030101010101" pitchFamily="2" charset="-122"/>
            </a:endParaRPr>
          </a:p>
        </p:txBody>
      </p:sp>
      <p:sp>
        <p:nvSpPr>
          <p:cNvPr id="72722" name="矩形 72721"/>
          <p:cNvSpPr/>
          <p:nvPr/>
        </p:nvSpPr>
        <p:spPr>
          <a:xfrm>
            <a:off x="308610" y="4765675"/>
            <a:ext cx="8492490" cy="1625600"/>
          </a:xfrm>
          <a:prstGeom prst="rect">
            <a:avLst/>
          </a:prstGeom>
          <a:noFill/>
          <a:ln w="9525">
            <a:noFill/>
            <a:miter/>
          </a:ln>
        </p:spPr>
        <p:txBody>
          <a:bodyPr/>
          <a:p>
            <a:pPr lvl="0" indent="-571500">
              <a:lnSpc>
                <a:spcPct val="90000"/>
              </a:lnSpc>
              <a:spcBef>
                <a:spcPts val="0"/>
              </a:spcBef>
              <a:buClr>
                <a:schemeClr val="tx2"/>
              </a:buClr>
              <a:buSzPct val="95000"/>
              <a:buFont typeface="Wingdings" panose="05000000000000000000" pitchFamily="2" charset="2"/>
              <a:buNone/>
            </a:pPr>
            <a:r>
              <a:rPr lang="en-US" altLang="zh-CN" sz="2400" b="0" dirty="0">
                <a:solidFill>
                  <a:schemeClr val="tx1"/>
                </a:solidFill>
                <a:effectLst>
                  <a:outerShdw blurRad="38100" dist="38100" dir="2700000">
                    <a:srgbClr val="FFFFFF"/>
                  </a:outerShdw>
                </a:effectLst>
                <a:latin typeface="楷体_GB2312" pitchFamily="49" charset="-122"/>
                <a:ea typeface="楷体_GB2312" pitchFamily="49" charset="-122"/>
              </a:rPr>
              <a:t>       </a:t>
            </a:r>
            <a:r>
              <a:rPr lang="zh-CN" altLang="en-US" sz="2400" b="0" dirty="0">
                <a:solidFill>
                  <a:schemeClr val="tx1"/>
                </a:solidFill>
                <a:effectLst>
                  <a:outerShdw blurRad="38100" dist="38100" dir="2700000">
                    <a:srgbClr val="FFFFFF"/>
                  </a:outerShdw>
                </a:effectLst>
                <a:latin typeface="楷体_GB2312" pitchFamily="49" charset="-122"/>
                <a:ea typeface="楷体_GB2312" pitchFamily="49" charset="-122"/>
              </a:rPr>
              <a:t>系</a:t>
            </a:r>
            <a:r>
              <a:rPr lang="zh-CN" altLang="en-US" sz="2400" b="0">
                <a:solidFill>
                  <a:schemeClr val="tx1"/>
                </a:solidFill>
                <a:effectLst>
                  <a:outerShdw blurRad="38100" dist="38100" dir="2700000">
                    <a:srgbClr val="FFFFFF"/>
                  </a:outerShdw>
                </a:effectLst>
                <a:latin typeface="楷体_GB2312" pitchFamily="49" charset="-122"/>
                <a:ea typeface="楷体_GB2312" pitchFamily="49" charset="-122"/>
              </a:rPr>
              <a:t>统</a:t>
            </a:r>
            <a:r>
              <a:rPr lang="x-none" altLang="zh-CN" sz="2400" b="0">
                <a:solidFill>
                  <a:schemeClr val="tx1"/>
                </a:solidFill>
                <a:effectLst>
                  <a:outerShdw blurRad="38100" dist="38100" dir="2700000">
                    <a:srgbClr val="FFFFFF"/>
                  </a:outerShdw>
                </a:effectLst>
                <a:latin typeface="楷体_GB2312" pitchFamily="49" charset="-122"/>
                <a:ea typeface="楷体_GB2312" pitchFamily="49" charset="-122"/>
              </a:rPr>
              <a:t>功能</a:t>
            </a:r>
            <a:r>
              <a:rPr lang="zh-CN" altLang="en-US" sz="2400" b="0">
                <a:solidFill>
                  <a:schemeClr val="tx1"/>
                </a:solidFill>
                <a:effectLst>
                  <a:outerShdw blurRad="38100" dist="38100" dir="2700000">
                    <a:srgbClr val="FFFFFF"/>
                  </a:outerShdw>
                </a:effectLst>
                <a:latin typeface="楷体_GB2312" pitchFamily="49" charset="-122"/>
                <a:ea typeface="楷体_GB2312" pitchFamily="49" charset="-122"/>
              </a:rPr>
              <a:t>调用是用户在程序一级请求操作系统服务的一种手段，它不是一条简单的函数调用硬件指令，而是带有一定功能号的“访管指令”。系统调用的功能并非由硬件直接提供，而是由操作系统中的一段程序完成的，即由软件方法实现</a:t>
            </a:r>
            <a:r>
              <a:rPr lang="zh-CN" altLang="en-US" sz="2400" b="0" dirty="0">
                <a:solidFill>
                  <a:schemeClr val="tx1"/>
                </a:solidFill>
                <a:effectLst>
                  <a:outerShdw blurRad="38100" dist="38100" dir="2700000">
                    <a:srgbClr val="FFFFFF"/>
                  </a:outerShdw>
                </a:effectLst>
                <a:latin typeface="楷体_GB2312" pitchFamily="49" charset="-122"/>
                <a:ea typeface="楷体_GB2312" pitchFamily="49" charset="-122"/>
              </a:rPr>
              <a:t>的。</a:t>
            </a:r>
            <a:endParaRPr lang="zh-CN" altLang="en-US" sz="2400" b="0" dirty="0">
              <a:solidFill>
                <a:schemeClr val="tx1"/>
              </a:solidFill>
              <a:effectLst>
                <a:outerShdw blurRad="38100" dist="38100" dir="2700000">
                  <a:srgbClr val="FFFFFF"/>
                </a:outerShdw>
              </a:effectLst>
              <a:latin typeface="楷体_GB2312" pitchFamily="49" charset="-122"/>
              <a:ea typeface="楷体_GB2312"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2707" grpId="0" build="p"/>
      <p:bldP spid="72720" grpId="0"/>
      <p:bldP spid="72722" grpId="0" animBg="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73729"/>
          <p:cNvSpPr>
            <a:spLocks noGrp="1"/>
          </p:cNvSpPr>
          <p:nvPr>
            <p:ph type="title"/>
          </p:nvPr>
        </p:nvSpPr>
        <p:spPr>
          <a:xfrm>
            <a:off x="395288" y="2760663"/>
            <a:ext cx="8393113" cy="530225"/>
          </a:xfrm>
        </p:spPr>
        <p:txBody>
          <a:bodyPr>
            <a:spAutoFit/>
          </a:bodyPr>
          <a:p>
            <a:pPr fontAlgn="base"/>
            <a:r>
              <a:rPr lang="en-US" altLang="zh-CN" sz="3200" b="0" strike="noStrike" noProof="1">
                <a:solidFill>
                  <a:srgbClr val="990000"/>
                </a:solidFill>
                <a:latin typeface="Times New Roman" panose="02020603050405020304" charset="0"/>
              </a:rPr>
              <a:t>2</a:t>
            </a:r>
            <a:r>
              <a:rPr lang="zh-CN" altLang="en-US" sz="3200" b="0" strike="noStrike" noProof="1" dirty="0">
                <a:solidFill>
                  <a:srgbClr val="990000"/>
                </a:solidFill>
              </a:rPr>
              <a:t>.</a:t>
            </a:r>
            <a:r>
              <a:rPr lang="zh-CN" altLang="en-US" sz="3200" b="0" strike="noStrike" noProof="1" dirty="0">
                <a:solidFill>
                  <a:srgbClr val="990000"/>
                </a:solidFill>
                <a:latin typeface="Times New Roman" panose="02020603050405020304" charset="0"/>
              </a:rPr>
              <a:t> 系统调用的实现</a:t>
            </a:r>
            <a:endParaRPr lang="zh-CN" altLang="en-US" sz="3200" b="0" strike="noStrike" noProof="1" dirty="0">
              <a:solidFill>
                <a:srgbClr val="990000"/>
              </a:solidFill>
              <a:latin typeface="Times New Roman" panose="02020603050405020304" charset="0"/>
            </a:endParaRPr>
          </a:p>
        </p:txBody>
      </p:sp>
      <p:sp>
        <p:nvSpPr>
          <p:cNvPr id="73731" name="文本占位符 73730"/>
          <p:cNvSpPr>
            <a:spLocks noGrp="1"/>
          </p:cNvSpPr>
          <p:nvPr>
            <p:ph idx="1"/>
          </p:nvPr>
        </p:nvSpPr>
        <p:spPr>
          <a:xfrm>
            <a:off x="266700" y="3508375"/>
            <a:ext cx="8585200" cy="2525395"/>
          </a:xfrm>
        </p:spPr>
        <p:txBody>
          <a:bodyPr wrap="square">
            <a:spAutoFit/>
          </a:bodyPr>
          <a:p>
            <a:pPr marL="609600" indent="-609600" eaLnBrk="0" fontAlgn="base">
              <a:buClr>
                <a:srgbClr val="000000"/>
              </a:buClr>
              <a:buNone/>
            </a:pPr>
            <a:r>
              <a:rPr lang="en-US" altLang="zh-CN" sz="2400" b="1" strike="noStrike" noProof="1">
                <a:solidFill>
                  <a:schemeClr val="tx1"/>
                </a:solidFill>
              </a:rPr>
              <a:t>        </a:t>
            </a:r>
            <a:r>
              <a:rPr lang="zh-CN" altLang="en-US" sz="2400" strike="noStrike" noProof="1" dirty="0">
                <a:solidFill>
                  <a:schemeClr val="tx1"/>
                </a:solidFill>
                <a:effectLst/>
              </a:rPr>
              <a:t>不同的操作系统，系统调用实现的具体方法有所不同，但其实质是相同的：</a:t>
            </a:r>
            <a:endParaRPr lang="zh-CN" altLang="en-US" sz="2400" strike="noStrike" noProof="1" dirty="0">
              <a:solidFill>
                <a:schemeClr val="tx1"/>
              </a:solidFill>
              <a:effectLst/>
            </a:endParaRPr>
          </a:p>
          <a:p>
            <a:pPr marL="609600" indent="-609600" eaLnBrk="0" fontAlgn="base">
              <a:buClr>
                <a:srgbClr val="000000"/>
              </a:buClr>
              <a:buAutoNum type="arabicPeriod"/>
            </a:pPr>
            <a:r>
              <a:rPr lang="zh-CN" altLang="en-US" sz="2400" strike="noStrike" noProof="1" dirty="0">
                <a:solidFill>
                  <a:schemeClr val="tx1"/>
                </a:solidFill>
                <a:effectLst/>
              </a:rPr>
              <a:t>采用统一的方式，硬件提供访管指令</a:t>
            </a:r>
            <a:r>
              <a:rPr lang="en-US" altLang="zh-CN" sz="2400" strike="noStrike" noProof="1">
                <a:solidFill>
                  <a:schemeClr val="tx1"/>
                </a:solidFill>
                <a:effectLst/>
              </a:rPr>
              <a:t>(</a:t>
            </a:r>
            <a:r>
              <a:rPr lang="zh-CN" altLang="en-US" sz="2400" strike="noStrike" noProof="1" dirty="0">
                <a:solidFill>
                  <a:schemeClr val="tx1"/>
                </a:solidFill>
                <a:effectLst/>
              </a:rPr>
              <a:t>访管中断</a:t>
            </a:r>
            <a:r>
              <a:rPr lang="en-US" altLang="zh-CN" sz="2400" strike="noStrike" noProof="1">
                <a:solidFill>
                  <a:schemeClr val="tx1"/>
                </a:solidFill>
                <a:effectLst/>
              </a:rPr>
              <a:t>): </a:t>
            </a:r>
            <a:r>
              <a:rPr lang="en-US" altLang="zh-CN" sz="2400" strike="noStrike" noProof="1" err="1">
                <a:solidFill>
                  <a:schemeClr val="tx1"/>
                </a:solidFill>
                <a:effectLst/>
              </a:rPr>
              <a:t>svn</a:t>
            </a:r>
            <a:r>
              <a:rPr lang="en-US" altLang="zh-CN" sz="2400" strike="noStrike" noProof="1">
                <a:solidFill>
                  <a:schemeClr val="tx1"/>
                </a:solidFill>
                <a:effectLst/>
              </a:rPr>
              <a:t> i</a:t>
            </a:r>
            <a:endParaRPr lang="en-US" altLang="zh-CN" sz="2400" strike="noStrike" noProof="1">
              <a:solidFill>
                <a:schemeClr val="tx1"/>
              </a:solidFill>
              <a:effectLst/>
            </a:endParaRPr>
          </a:p>
          <a:p>
            <a:pPr marL="609600" indent="-609600" eaLnBrk="0" fontAlgn="base">
              <a:buClr>
                <a:srgbClr val="000000"/>
              </a:buClr>
              <a:buAutoNum type="arabicPeriod"/>
            </a:pPr>
            <a:r>
              <a:rPr lang="zh-CN" altLang="en-US" sz="2400" strike="noStrike" noProof="1" dirty="0">
                <a:solidFill>
                  <a:schemeClr val="tx1"/>
                </a:solidFill>
                <a:effectLst/>
              </a:rPr>
              <a:t>每个系统调用对应一个系统调用号；</a:t>
            </a:r>
            <a:endParaRPr lang="zh-CN" altLang="en-US" sz="2400" strike="noStrike" noProof="1" dirty="0">
              <a:solidFill>
                <a:schemeClr val="tx1"/>
              </a:solidFill>
              <a:effectLst/>
            </a:endParaRPr>
          </a:p>
          <a:p>
            <a:pPr marL="609600" indent="-609600" eaLnBrk="0" fontAlgn="base">
              <a:buClr>
                <a:srgbClr val="000000"/>
              </a:buClr>
              <a:buAutoNum type="arabicPeriod"/>
            </a:pPr>
            <a:r>
              <a:rPr lang="zh-CN" altLang="en-US" sz="2400" strike="noStrike" noProof="1" dirty="0">
                <a:solidFill>
                  <a:schemeClr val="tx1"/>
                </a:solidFill>
                <a:effectLst/>
              </a:rPr>
              <a:t>每个系统调用对应一个执行程序段；</a:t>
            </a:r>
            <a:endParaRPr lang="zh-CN" altLang="en-US" sz="2400" strike="noStrike" noProof="1" dirty="0">
              <a:solidFill>
                <a:schemeClr val="tx1"/>
              </a:solidFill>
              <a:effectLst/>
            </a:endParaRPr>
          </a:p>
          <a:p>
            <a:pPr marL="609600" indent="-609600" eaLnBrk="0" fontAlgn="base">
              <a:buClr>
                <a:srgbClr val="000000"/>
              </a:buClr>
              <a:buAutoNum type="arabicPeriod"/>
            </a:pPr>
            <a:r>
              <a:rPr lang="zh-CN" altLang="en-US" sz="2400" strike="noStrike" noProof="1" dirty="0">
                <a:solidFill>
                  <a:schemeClr val="tx1"/>
                </a:solidFill>
                <a:effectLst/>
              </a:rPr>
              <a:t>每个系统调用要求一定数量的输入参数和返回值；</a:t>
            </a:r>
            <a:endParaRPr lang="zh-CN" altLang="en-US" sz="2400" strike="noStrike" noProof="1" dirty="0">
              <a:solidFill>
                <a:schemeClr val="tx1"/>
              </a:solidFill>
              <a:effectLst/>
            </a:endParaRPr>
          </a:p>
        </p:txBody>
      </p:sp>
      <p:sp>
        <p:nvSpPr>
          <p:cNvPr id="44035" name="文本框 7373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42</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73733" name="矩形 73732"/>
          <p:cNvSpPr/>
          <p:nvPr/>
        </p:nvSpPr>
        <p:spPr>
          <a:xfrm>
            <a:off x="592138" y="676275"/>
            <a:ext cx="7772400" cy="1962150"/>
          </a:xfrm>
          <a:prstGeom prst="rect">
            <a:avLst/>
          </a:prstGeom>
          <a:noFill/>
          <a:ln w="9525">
            <a:noFill/>
            <a:miter/>
          </a:ln>
        </p:spPr>
        <p:txBody>
          <a:bodyPr/>
          <a:p>
            <a:pPr marL="571500" lvl="0" indent="-571500">
              <a:lnSpc>
                <a:spcPct val="90000"/>
              </a:lnSpc>
              <a:spcBef>
                <a:spcPct val="30000"/>
              </a:spcBef>
              <a:buClr>
                <a:schemeClr val="tx2"/>
              </a:buClr>
              <a:buSzPct val="95000"/>
              <a:buFont typeface="Wingdings" panose="05000000000000000000" pitchFamily="2" charset="2"/>
              <a:buNone/>
            </a:pPr>
            <a:r>
              <a:rPr lang="zh-CN" altLang="en-US" b="0" dirty="0">
                <a:solidFill>
                  <a:schemeClr val="tx1"/>
                </a:solidFill>
                <a:effectLst>
                  <a:outerShdw blurRad="38100" dist="38100" dir="2700000">
                    <a:srgbClr val="FFFFFF"/>
                  </a:outerShdw>
                </a:effectLst>
                <a:latin typeface="楷体_GB2312" pitchFamily="49" charset="-122"/>
                <a:ea typeface="宋体" panose="02010600030101010101" pitchFamily="2" charset="-122"/>
              </a:rPr>
              <a:t>系</a:t>
            </a:r>
            <a:r>
              <a:rPr lang="zh-CN" altLang="en-US" b="0">
                <a:solidFill>
                  <a:schemeClr val="tx1"/>
                </a:solidFill>
                <a:effectLst>
                  <a:outerShdw blurRad="38100" dist="38100" dir="2700000">
                    <a:srgbClr val="FFFFFF"/>
                  </a:outerShdw>
                </a:effectLst>
                <a:latin typeface="楷体_GB2312" pitchFamily="49" charset="-122"/>
                <a:ea typeface="宋体" panose="02010600030101010101" pitchFamily="2" charset="-122"/>
              </a:rPr>
              <a:t>统调用是操作系统提供给编程人员的唯一接口。利用系统调用，可动态请求和释放系统资源、完成与硬件相关的工作以及控制程序的执行等。</a:t>
            </a:r>
            <a:endParaRPr lang="zh-CN" altLang="en-US" b="0">
              <a:solidFill>
                <a:schemeClr val="tx1"/>
              </a:solidFill>
              <a:effectLst>
                <a:outerShdw blurRad="38100" dist="38100" dir="2700000">
                  <a:srgbClr val="FFFFFF"/>
                </a:outerShdw>
              </a:effectLst>
              <a:latin typeface="楷体_GB2312" pitchFamily="49"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3733" grpId="0" animBg="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文本框 7475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43</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74755" name="文本框 74754"/>
          <p:cNvSpPr txBox="1"/>
          <p:nvPr/>
        </p:nvSpPr>
        <p:spPr>
          <a:xfrm>
            <a:off x="160338" y="582613"/>
            <a:ext cx="7075488" cy="725488"/>
          </a:xfrm>
          <a:prstGeom prst="rect">
            <a:avLst/>
          </a:prstGeom>
          <a:noFill/>
          <a:ln w="9525">
            <a:noFill/>
            <a:miter/>
          </a:ln>
        </p:spPr>
        <p:txBody>
          <a:bodyPr>
            <a:spAutoFit/>
          </a:bodyPr>
          <a:p>
            <a:pPr marL="533400" lvl="0" indent="-533400" algn="l" fontAlgn="base">
              <a:lnSpc>
                <a:spcPct val="130000"/>
              </a:lnSpc>
              <a:spcBef>
                <a:spcPct val="30000"/>
              </a:spcBef>
              <a:buClr>
                <a:schemeClr val="tx2"/>
              </a:buClr>
              <a:buSzPct val="95000"/>
              <a:buFont typeface="Wingdings" panose="05000000000000000000" pitchFamily="2" charset="2"/>
              <a:buNone/>
            </a:pP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系统调用执行示意图：</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grpSp>
        <p:nvGrpSpPr>
          <p:cNvPr id="74756" name="组合 74755"/>
          <p:cNvGrpSpPr/>
          <p:nvPr/>
        </p:nvGrpSpPr>
        <p:grpSpPr>
          <a:xfrm>
            <a:off x="4821238" y="1620838"/>
            <a:ext cx="2006600" cy="3602037"/>
            <a:chOff x="0" y="0"/>
            <a:chExt cx="1160" cy="2269"/>
          </a:xfrm>
        </p:grpSpPr>
        <p:sp>
          <p:nvSpPr>
            <p:cNvPr id="45060" name="文本框 74756"/>
            <p:cNvSpPr txBox="1"/>
            <p:nvPr/>
          </p:nvSpPr>
          <p:spPr>
            <a:xfrm>
              <a:off x="417" y="2057"/>
              <a:ext cx="365" cy="212"/>
            </a:xfrm>
            <a:prstGeom prst="rect">
              <a:avLst/>
            </a:prstGeom>
            <a:noFill/>
            <a:ln w="9525">
              <a:noFill/>
              <a:miter/>
            </a:ln>
          </p:spPr>
          <p:txBody>
            <a:bodyPr anchor="t">
              <a:spAutoFit/>
            </a:bodyPr>
            <a:p>
              <a:pPr lvl="0">
                <a:spcBef>
                  <a:spcPct val="50000"/>
                </a:spcBef>
              </a:pPr>
              <a:endParaRPr lang="zh-CN" altLang="en-US" sz="1600" b="0" dirty="0">
                <a:solidFill>
                  <a:schemeClr val="tx1"/>
                </a:solidFill>
                <a:latin typeface="Times New Roman" panose="02020603050405020304" charset="0"/>
                <a:ea typeface="宋体" panose="02010600030101010101" pitchFamily="2" charset="-122"/>
              </a:endParaRPr>
            </a:p>
          </p:txBody>
        </p:sp>
        <p:sp>
          <p:nvSpPr>
            <p:cNvPr id="45061" name="文本框 74757"/>
            <p:cNvSpPr txBox="1"/>
            <p:nvPr/>
          </p:nvSpPr>
          <p:spPr>
            <a:xfrm>
              <a:off x="306" y="526"/>
              <a:ext cx="706" cy="1674"/>
            </a:xfrm>
            <a:prstGeom prst="rect">
              <a:avLst/>
            </a:prstGeom>
            <a:solidFill>
              <a:srgbClr val="CCFFCC"/>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           </a:t>
              </a:r>
              <a:endParaRPr lang="zh-CN" altLang="en-US" sz="1600" b="0">
                <a:solidFill>
                  <a:schemeClr val="tx1"/>
                </a:solidFill>
                <a:latin typeface="Times New Roman" panose="02020603050405020304" charset="0"/>
                <a:ea typeface="宋体" panose="02010600030101010101" pitchFamily="2" charset="-122"/>
              </a:endParaRPr>
            </a:p>
          </p:txBody>
        </p:sp>
        <p:sp>
          <p:nvSpPr>
            <p:cNvPr id="45062" name="直接连接符 74758"/>
            <p:cNvSpPr/>
            <p:nvPr/>
          </p:nvSpPr>
          <p:spPr>
            <a:xfrm>
              <a:off x="299" y="813"/>
              <a:ext cx="705" cy="0"/>
            </a:xfrm>
            <a:prstGeom prst="line">
              <a:avLst/>
            </a:prstGeom>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63" name="直接连接符 74759"/>
            <p:cNvSpPr/>
            <p:nvPr/>
          </p:nvSpPr>
          <p:spPr>
            <a:xfrm>
              <a:off x="305" y="1100"/>
              <a:ext cx="705" cy="0"/>
            </a:xfrm>
            <a:prstGeom prst="line">
              <a:avLst/>
            </a:prstGeom>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64" name="文本框 74760"/>
            <p:cNvSpPr txBox="1"/>
            <p:nvPr/>
          </p:nvSpPr>
          <p:spPr>
            <a:xfrm>
              <a:off x="509" y="765"/>
              <a:ext cx="273"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1</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065" name="文本框 74761"/>
            <p:cNvSpPr txBox="1"/>
            <p:nvPr/>
          </p:nvSpPr>
          <p:spPr>
            <a:xfrm>
              <a:off x="509" y="478"/>
              <a:ext cx="273"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0</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066" name="直接连接符 74762"/>
            <p:cNvSpPr/>
            <p:nvPr/>
          </p:nvSpPr>
          <p:spPr>
            <a:xfrm>
              <a:off x="305" y="1387"/>
              <a:ext cx="705" cy="0"/>
            </a:xfrm>
            <a:prstGeom prst="line">
              <a:avLst/>
            </a:prstGeom>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67" name="文本框 74763"/>
            <p:cNvSpPr txBox="1"/>
            <p:nvPr/>
          </p:nvSpPr>
          <p:spPr>
            <a:xfrm>
              <a:off x="485" y="1100"/>
              <a:ext cx="184"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rPr>
                <a:t>...</a:t>
              </a:r>
              <a:endPar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45068" name="文本框 74764"/>
            <p:cNvSpPr txBox="1"/>
            <p:nvPr/>
          </p:nvSpPr>
          <p:spPr>
            <a:xfrm>
              <a:off x="509" y="1341"/>
              <a:ext cx="273"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i</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069" name="文本框 74765"/>
            <p:cNvSpPr txBox="1"/>
            <p:nvPr/>
          </p:nvSpPr>
          <p:spPr>
            <a:xfrm>
              <a:off x="284" y="0"/>
              <a:ext cx="876" cy="383"/>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例行子程序</a:t>
              </a:r>
              <a:endParaRPr lang="zh-CN" altLang="en-US" sz="1600" b="0">
                <a:solidFill>
                  <a:schemeClr val="tx1"/>
                </a:solidFill>
                <a:latin typeface="Times New Roman" panose="02020603050405020304" charset="0"/>
                <a:ea typeface="宋体" panose="02010600030101010101" pitchFamily="2" charset="-122"/>
              </a:endParaRPr>
            </a:p>
            <a:p>
              <a:pPr lvl="0" algn="just"/>
              <a:r>
                <a:rPr lang="zh-CN" altLang="en-US" sz="1600" b="0">
                  <a:solidFill>
                    <a:schemeClr val="tx1"/>
                  </a:solidFill>
                  <a:latin typeface="Times New Roman" panose="02020603050405020304" charset="0"/>
                  <a:ea typeface="宋体" panose="02010600030101010101" pitchFamily="2" charset="-122"/>
                </a:rPr>
                <a:t>入口地址表</a:t>
              </a:r>
              <a:endParaRPr lang="zh-CN" altLang="en-US" sz="1600" b="0">
                <a:solidFill>
                  <a:schemeClr val="tx1"/>
                </a:solidFill>
                <a:latin typeface="Times New Roman" panose="02020603050405020304" charset="0"/>
                <a:ea typeface="宋体" panose="02010600030101010101" pitchFamily="2" charset="-122"/>
              </a:endParaRPr>
            </a:p>
          </p:txBody>
        </p:sp>
        <p:sp>
          <p:nvSpPr>
            <p:cNvPr id="45070" name="文本框 74766"/>
            <p:cNvSpPr txBox="1"/>
            <p:nvPr/>
          </p:nvSpPr>
          <p:spPr>
            <a:xfrm>
              <a:off x="8" y="383"/>
              <a:ext cx="412"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A+0</a:t>
              </a:r>
              <a:endParaRPr lang="en-US" altLang="zh-CN" sz="1600" b="0">
                <a:solidFill>
                  <a:schemeClr val="tx1"/>
                </a:solidFill>
                <a:latin typeface="Times New Roman" panose="02020603050405020304" charset="0"/>
                <a:ea typeface="宋体" panose="02010600030101010101" pitchFamily="2" charset="-122"/>
              </a:endParaRPr>
            </a:p>
          </p:txBody>
        </p:sp>
        <p:sp>
          <p:nvSpPr>
            <p:cNvPr id="45071" name="文本框 74767"/>
            <p:cNvSpPr txBox="1"/>
            <p:nvPr/>
          </p:nvSpPr>
          <p:spPr>
            <a:xfrm>
              <a:off x="0" y="686"/>
              <a:ext cx="412"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A+1</a:t>
              </a:r>
              <a:endParaRPr lang="en-US" altLang="zh-CN" sz="1600" b="0">
                <a:solidFill>
                  <a:schemeClr val="tx1"/>
                </a:solidFill>
                <a:latin typeface="Times New Roman" panose="02020603050405020304" charset="0"/>
                <a:ea typeface="宋体" panose="02010600030101010101" pitchFamily="2" charset="-122"/>
              </a:endParaRPr>
            </a:p>
          </p:txBody>
        </p:sp>
        <p:sp>
          <p:nvSpPr>
            <p:cNvPr id="45072" name="直接连接符 74768"/>
            <p:cNvSpPr/>
            <p:nvPr/>
          </p:nvSpPr>
          <p:spPr>
            <a:xfrm>
              <a:off x="300" y="1674"/>
              <a:ext cx="705" cy="0"/>
            </a:xfrm>
            <a:prstGeom prst="line">
              <a:avLst/>
            </a:prstGeom>
            <a:ln w="9525"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73" name="文本框 74769"/>
            <p:cNvSpPr txBox="1"/>
            <p:nvPr/>
          </p:nvSpPr>
          <p:spPr>
            <a:xfrm>
              <a:off x="497" y="1770"/>
              <a:ext cx="224"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rPr>
                <a:t>...</a:t>
              </a:r>
              <a:endPar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45074" name="文本框 74770"/>
            <p:cNvSpPr txBox="1"/>
            <p:nvPr/>
          </p:nvSpPr>
          <p:spPr>
            <a:xfrm>
              <a:off x="11" y="1259"/>
              <a:ext cx="357"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A+i</a:t>
              </a:r>
              <a:endParaRPr lang="en-US" altLang="zh-CN" sz="1600" b="0">
                <a:solidFill>
                  <a:schemeClr val="tx1"/>
                </a:solidFill>
                <a:latin typeface="Times New Roman" panose="02020603050405020304" charset="0"/>
                <a:ea typeface="宋体" panose="02010600030101010101" pitchFamily="2" charset="-122"/>
              </a:endParaRPr>
            </a:p>
          </p:txBody>
        </p:sp>
      </p:grpSp>
      <p:grpSp>
        <p:nvGrpSpPr>
          <p:cNvPr id="74772" name="组合 74771"/>
          <p:cNvGrpSpPr/>
          <p:nvPr/>
        </p:nvGrpSpPr>
        <p:grpSpPr>
          <a:xfrm>
            <a:off x="2700338" y="1819275"/>
            <a:ext cx="1357312" cy="3192463"/>
            <a:chOff x="0" y="0"/>
            <a:chExt cx="769" cy="1654"/>
          </a:xfrm>
        </p:grpSpPr>
        <p:sp>
          <p:nvSpPr>
            <p:cNvPr id="45076" name="文本框 74772"/>
            <p:cNvSpPr txBox="1"/>
            <p:nvPr/>
          </p:nvSpPr>
          <p:spPr>
            <a:xfrm>
              <a:off x="0" y="393"/>
              <a:ext cx="769" cy="1261"/>
            </a:xfrm>
            <a:prstGeom prst="rect">
              <a:avLst/>
            </a:prstGeom>
            <a:solidFill>
              <a:srgbClr val="CCFFCC"/>
            </a:solidFill>
            <a:ln w="9525" cap="flat" cmpd="sng">
              <a:solidFill>
                <a:srgbClr val="000000"/>
              </a:solidFill>
              <a:prstDash val="solid"/>
              <a:miter/>
              <a:headEnd type="none" w="med" len="med"/>
              <a:tailEnd type="none" w="med" len="med"/>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保护现场；</a:t>
              </a:r>
              <a:endParaRPr lang="zh-CN" altLang="en-US" sz="1600" b="0">
                <a:solidFill>
                  <a:schemeClr val="tx1"/>
                </a:solidFill>
                <a:latin typeface="Times New Roman" panose="02020603050405020304" charset="0"/>
                <a:ea typeface="宋体" panose="02010600030101010101" pitchFamily="2" charset="-122"/>
              </a:endParaRPr>
            </a:p>
            <a:p>
              <a:pPr lvl="0" algn="just"/>
              <a:r>
                <a:rPr lang="zh-CN" altLang="en-US" sz="1600" b="0">
                  <a:solidFill>
                    <a:schemeClr val="tx1"/>
                  </a:solidFill>
                  <a:latin typeface="Times New Roman" panose="02020603050405020304" charset="0"/>
                  <a:ea typeface="宋体" panose="02010600030101010101" pitchFamily="2" charset="-122"/>
                </a:rPr>
                <a:t>取 </a:t>
              </a:r>
              <a:r>
                <a:rPr lang="en-US" altLang="zh-CN" sz="1600" b="0">
                  <a:solidFill>
                    <a:schemeClr val="tx1"/>
                  </a:solidFill>
                  <a:latin typeface="Times New Roman" panose="02020603050405020304" charset="0"/>
                  <a:ea typeface="宋体" panose="02010600030101010101" pitchFamily="2" charset="-122"/>
                </a:rPr>
                <a:t>i </a:t>
              </a:r>
              <a:r>
                <a:rPr lang="zh-CN" altLang="en-US" sz="1600" b="0">
                  <a:solidFill>
                    <a:schemeClr val="tx1"/>
                  </a:solidFill>
                  <a:latin typeface="Times New Roman" panose="02020603050405020304" charset="0"/>
                  <a:ea typeface="宋体" panose="02010600030101010101" pitchFamily="2" charset="-122"/>
                </a:rPr>
                <a:t>值；</a:t>
              </a:r>
              <a:endParaRPr lang="zh-CN" altLang="en-US" sz="1600" b="0">
                <a:solidFill>
                  <a:schemeClr val="tx1"/>
                </a:solidFill>
                <a:latin typeface="Times New Roman" panose="02020603050405020304" charset="0"/>
                <a:ea typeface="宋体" panose="02010600030101010101" pitchFamily="2" charset="-122"/>
              </a:endParaRPr>
            </a:p>
            <a:p>
              <a:pPr lvl="0" algn="just"/>
              <a:r>
                <a:rPr lang="zh-CN" altLang="en-US" sz="1600" b="0">
                  <a:solidFill>
                    <a:schemeClr val="tx1"/>
                  </a:solidFill>
                  <a:latin typeface="Times New Roman" panose="02020603050405020304" charset="0"/>
                  <a:ea typeface="宋体" panose="02010600030101010101" pitchFamily="2" charset="-122"/>
                </a:rPr>
                <a:t>按</a:t>
              </a:r>
              <a:r>
                <a:rPr lang="en-US" altLang="zh-CN" sz="1600" b="0">
                  <a:solidFill>
                    <a:schemeClr val="tx1"/>
                  </a:solidFill>
                  <a:latin typeface="Times New Roman" panose="02020603050405020304" charset="0"/>
                  <a:ea typeface="宋体" panose="02010600030101010101" pitchFamily="2" charset="-122"/>
                </a:rPr>
                <a:t>i </a:t>
              </a:r>
              <a:r>
                <a:rPr lang="zh-CN" altLang="en-US" sz="1600" b="0">
                  <a:solidFill>
                    <a:schemeClr val="tx1"/>
                  </a:solidFill>
                  <a:latin typeface="Times New Roman" panose="02020603050405020304" charset="0"/>
                  <a:ea typeface="宋体" panose="02010600030101010101" pitchFamily="2" charset="-122"/>
                </a:rPr>
                <a:t>值转移；</a:t>
              </a:r>
              <a:endParaRPr lang="zh-CN" altLang="en-US" sz="1600" b="0">
                <a:solidFill>
                  <a:schemeClr val="tx1"/>
                </a:solidFill>
                <a:latin typeface="Times New Roman" panose="02020603050405020304" charset="0"/>
                <a:ea typeface="宋体" panose="02010600030101010101" pitchFamily="2" charset="-122"/>
              </a:endParaRPr>
            </a:p>
            <a:p>
              <a:pPr lvl="0" algn="just"/>
              <a:endParaRPr lang="zh-CN" altLang="en-US" sz="1600" b="0">
                <a:solidFill>
                  <a:schemeClr val="tx1"/>
                </a:solidFill>
                <a:latin typeface="Times New Roman" panose="02020603050405020304" charset="0"/>
                <a:ea typeface="宋体" panose="02010600030101010101" pitchFamily="2" charset="-122"/>
              </a:endParaRPr>
            </a:p>
            <a:p>
              <a:pPr lvl="0"/>
              <a:r>
                <a:rPr lang="zh-CN" altLang="en-US" sz="1600" b="0">
                  <a:solidFill>
                    <a:schemeClr val="tx1"/>
                  </a:solidFill>
                  <a:latin typeface="Times New Roman" panose="02020603050405020304" charset="0"/>
                  <a:ea typeface="宋体" panose="02010600030101010101" pitchFamily="2" charset="-122"/>
                  <a:sym typeface="MT Extra" panose="05050102010205020202" pitchFamily="18" charset="2"/>
                </a:rPr>
                <a:t>      </a:t>
              </a:r>
              <a:r>
                <a:rPr lang="en-US" altLang="zh-CN" sz="1600" b="0">
                  <a:solidFill>
                    <a:schemeClr val="tx1"/>
                  </a:solidFill>
                  <a:latin typeface="Times New Roman" panose="02020603050405020304" charset="0"/>
                  <a:ea typeface="宋体" panose="02010600030101010101" pitchFamily="2" charset="-122"/>
                  <a:sym typeface="MT Extra" panose="05050102010205020202" pitchFamily="18" charset="2"/>
                </a:rPr>
                <a:t>...</a:t>
              </a:r>
              <a:endParaRPr lang="zh-CN" altLang="en-US" sz="1600" b="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r>
                <a:rPr lang="zh-CN" altLang="en-US" sz="1600" b="0">
                  <a:solidFill>
                    <a:schemeClr val="tx1"/>
                  </a:solidFill>
                  <a:latin typeface="Times New Roman" panose="02020603050405020304" charset="0"/>
                  <a:ea typeface="宋体" panose="02010600030101010101" pitchFamily="2" charset="-122"/>
                  <a:sym typeface="Symbol" panose="05050102010706020507" pitchFamily="18" charset="2"/>
                </a:rPr>
                <a:t>     </a:t>
              </a:r>
              <a:endParaRPr lang="zh-CN" altLang="en-US" sz="1600" b="0">
                <a:solidFill>
                  <a:schemeClr val="tx1"/>
                </a:solidFill>
                <a:latin typeface="Times New Roman" panose="02020603050405020304" charset="0"/>
                <a:ea typeface="宋体" panose="02010600030101010101" pitchFamily="2" charset="-122"/>
                <a:sym typeface="Symbol" panose="05050102010706020507" pitchFamily="18" charset="2"/>
              </a:endParaRPr>
            </a:p>
            <a:p>
              <a:pPr lvl="0"/>
              <a:r>
                <a:rPr lang="zh-CN" altLang="en-US" sz="1600" b="0">
                  <a:solidFill>
                    <a:schemeClr val="tx1"/>
                  </a:solidFill>
                  <a:latin typeface="Times New Roman" panose="02020603050405020304" charset="0"/>
                  <a:ea typeface="宋体" panose="02010600030101010101" pitchFamily="2" charset="-122"/>
                </a:rPr>
                <a:t>恢复现场；</a:t>
              </a:r>
              <a:endParaRPr lang="zh-CN" altLang="en-US" sz="1600" b="0">
                <a:solidFill>
                  <a:schemeClr val="tx1"/>
                </a:solidFill>
                <a:latin typeface="Times New Roman" panose="02020603050405020304" charset="0"/>
                <a:ea typeface="宋体" panose="02010600030101010101" pitchFamily="2" charset="-122"/>
              </a:endParaRPr>
            </a:p>
            <a:p>
              <a:pPr lvl="0"/>
              <a:r>
                <a:rPr lang="zh-CN" altLang="en-US" sz="1600" b="0">
                  <a:solidFill>
                    <a:schemeClr val="tx1"/>
                  </a:solidFill>
                  <a:latin typeface="Times New Roman" panose="02020603050405020304" charset="0"/>
                  <a:ea typeface="宋体" panose="02010600030101010101" pitchFamily="2" charset="-122"/>
                </a:rPr>
                <a:t>返回；</a:t>
              </a:r>
              <a:endParaRPr lang="zh-CN" altLang="en-US" sz="1600" b="0">
                <a:solidFill>
                  <a:schemeClr val="tx1"/>
                </a:solidFill>
                <a:latin typeface="Times New Roman" panose="02020603050405020304" charset="0"/>
                <a:ea typeface="宋体" panose="02010600030101010101" pitchFamily="2" charset="-122"/>
              </a:endParaRPr>
            </a:p>
          </p:txBody>
        </p:sp>
        <p:sp>
          <p:nvSpPr>
            <p:cNvPr id="45077" name="文本框 74773"/>
            <p:cNvSpPr txBox="1"/>
            <p:nvPr/>
          </p:nvSpPr>
          <p:spPr>
            <a:xfrm>
              <a:off x="70" y="0"/>
              <a:ext cx="577" cy="315"/>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访管中断</a:t>
              </a:r>
              <a:endParaRPr lang="zh-CN" altLang="en-US" sz="1600" b="0">
                <a:solidFill>
                  <a:schemeClr val="tx1"/>
                </a:solidFill>
                <a:latin typeface="Times New Roman" panose="02020603050405020304" charset="0"/>
                <a:ea typeface="宋体" panose="02010600030101010101" pitchFamily="2" charset="-122"/>
              </a:endParaRPr>
            </a:p>
            <a:p>
              <a:pPr lvl="0" algn="just"/>
              <a:r>
                <a:rPr lang="zh-CN" altLang="en-US" sz="1600" b="0">
                  <a:solidFill>
                    <a:schemeClr val="tx1"/>
                  </a:solidFill>
                  <a:latin typeface="Times New Roman" panose="02020603050405020304" charset="0"/>
                  <a:ea typeface="宋体" panose="02010600030101010101" pitchFamily="2" charset="-122"/>
                </a:rPr>
                <a:t>处理程序</a:t>
              </a:r>
              <a:endParaRPr lang="zh-CN" altLang="en-US" sz="1600" b="0">
                <a:solidFill>
                  <a:schemeClr val="tx1"/>
                </a:solidFill>
                <a:latin typeface="Times New Roman" panose="02020603050405020304" charset="0"/>
                <a:ea typeface="宋体" panose="02010600030101010101" pitchFamily="2" charset="-122"/>
              </a:endParaRPr>
            </a:p>
          </p:txBody>
        </p:sp>
      </p:grpSp>
      <p:grpSp>
        <p:nvGrpSpPr>
          <p:cNvPr id="74775" name="组合 74774"/>
          <p:cNvGrpSpPr/>
          <p:nvPr/>
        </p:nvGrpSpPr>
        <p:grpSpPr>
          <a:xfrm>
            <a:off x="930275" y="2006600"/>
            <a:ext cx="1112838" cy="2773363"/>
            <a:chOff x="0" y="0"/>
            <a:chExt cx="660" cy="1437"/>
          </a:xfrm>
        </p:grpSpPr>
        <p:sp>
          <p:nvSpPr>
            <p:cNvPr id="45079" name="文本框 74775"/>
            <p:cNvSpPr txBox="1"/>
            <p:nvPr/>
          </p:nvSpPr>
          <p:spPr>
            <a:xfrm>
              <a:off x="0" y="296"/>
              <a:ext cx="647" cy="1141"/>
            </a:xfrm>
            <a:prstGeom prst="rect">
              <a:avLst/>
            </a:prstGeom>
            <a:solidFill>
              <a:srgbClr val="CCECFF"/>
            </a:solidFill>
            <a:ln w="9525" cap="flat" cmpd="sng">
              <a:solidFill>
                <a:srgbClr val="000000"/>
              </a:solidFill>
              <a:prstDash val="solid"/>
              <a:miter/>
              <a:headEnd type="none" w="med" len="med"/>
              <a:tailEnd type="none" w="med" len="med"/>
            </a:ln>
          </p:spPr>
          <p:txBody>
            <a:bodyPr anchor="t"/>
            <a:p>
              <a:pPr lvl="0" algn="just"/>
              <a:endParaRPr lang="zh-CN" altLang="en-US" sz="1600" b="0">
                <a:solidFill>
                  <a:schemeClr val="tx1"/>
                </a:solidFill>
                <a:latin typeface="Times New Roman" panose="02020603050405020304" charset="0"/>
                <a:ea typeface="宋体" panose="02010600030101010101" pitchFamily="2" charset="-122"/>
              </a:endParaRPr>
            </a:p>
            <a:p>
              <a:pPr lvl="0" algn="just"/>
              <a:r>
                <a:rPr lang="zh-CN" altLang="en-US" sz="1600" b="0">
                  <a:solidFill>
                    <a:schemeClr val="tx1"/>
                  </a:solidFill>
                  <a:latin typeface="Times New Roman" panose="02020603050405020304" charset="0"/>
                  <a:ea typeface="宋体" panose="02010600030101010101" pitchFamily="2" charset="-122"/>
                </a:rPr>
                <a:t>       </a:t>
              </a:r>
              <a:r>
                <a:rPr lang="en-US" altLang="zh-CN" sz="1600" b="0">
                  <a:solidFill>
                    <a:schemeClr val="tx1"/>
                  </a:solidFill>
                  <a:latin typeface="Times New Roman" panose="02020603050405020304" charset="0"/>
                  <a:ea typeface="宋体" panose="02010600030101010101" pitchFamily="2" charset="-122"/>
                </a:rPr>
                <a:t>...</a:t>
              </a:r>
              <a:endParaRPr lang="zh-CN" altLang="en-US" sz="1600" b="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gn="just"/>
              <a:r>
                <a:rPr lang="zh-CN" altLang="en-US" sz="1600" b="0">
                  <a:solidFill>
                    <a:schemeClr val="tx1"/>
                  </a:solidFill>
                  <a:latin typeface="Times New Roman" panose="02020603050405020304" charset="0"/>
                  <a:ea typeface="宋体" panose="02010600030101010101" pitchFamily="2" charset="-122"/>
                </a:rPr>
                <a:t>    </a:t>
              </a:r>
              <a:r>
                <a:rPr lang="en-US" altLang="zh-CN" sz="1600" b="0">
                  <a:solidFill>
                    <a:schemeClr val="tx1"/>
                  </a:solidFill>
                  <a:latin typeface="Times New Roman" panose="02020603050405020304" charset="0"/>
                  <a:ea typeface="宋体" panose="02010600030101010101" pitchFamily="2" charset="-122"/>
                </a:rPr>
                <a:t>svc i</a:t>
              </a:r>
              <a:endParaRPr lang="en-US" altLang="zh-CN" sz="1600" b="0">
                <a:solidFill>
                  <a:schemeClr val="tx1"/>
                </a:solidFill>
                <a:latin typeface="Times New Roman" panose="02020603050405020304" charset="0"/>
                <a:ea typeface="宋体" panose="02010600030101010101" pitchFamily="2" charset="-122"/>
              </a:endParaRPr>
            </a:p>
            <a:p>
              <a:pPr lvl="0" algn="just"/>
              <a:r>
                <a:rPr lang="en-US" altLang="zh-CN" sz="1600" b="0">
                  <a:solidFill>
                    <a:schemeClr val="tx1"/>
                  </a:solidFill>
                  <a:latin typeface="Times New Roman" panose="02020603050405020304" charset="0"/>
                  <a:ea typeface="宋体" panose="02010600030101010101" pitchFamily="2" charset="-122"/>
                </a:rPr>
                <a:t>       ...</a:t>
              </a:r>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gn="just"/>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gn="just"/>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18" charset="2"/>
              </a:endParaRPr>
            </a:p>
            <a:p>
              <a:pPr lvl="0" algn="just"/>
              <a:endParaRPr lang="en-US" altLang="zh-CN" sz="1600" b="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45080" name="文本框 74776"/>
            <p:cNvSpPr txBox="1"/>
            <p:nvPr/>
          </p:nvSpPr>
          <p:spPr>
            <a:xfrm>
              <a:off x="65" y="0"/>
              <a:ext cx="595" cy="174"/>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用户程序</a:t>
              </a:r>
              <a:endParaRPr lang="zh-CN" altLang="en-US" sz="1600" b="0">
                <a:solidFill>
                  <a:schemeClr val="tx1"/>
                </a:solidFill>
                <a:latin typeface="Times New Roman" panose="02020603050405020304" charset="0"/>
                <a:ea typeface="宋体" panose="02010600030101010101" pitchFamily="2" charset="-122"/>
              </a:endParaRPr>
            </a:p>
          </p:txBody>
        </p:sp>
      </p:grpSp>
      <p:sp>
        <p:nvSpPr>
          <p:cNvPr id="74778" name="直接连接符 74777"/>
          <p:cNvSpPr/>
          <p:nvPr/>
        </p:nvSpPr>
        <p:spPr>
          <a:xfrm>
            <a:off x="2409825" y="1590675"/>
            <a:ext cx="0" cy="4479925"/>
          </a:xfrm>
          <a:prstGeom prst="line">
            <a:avLst/>
          </a:prstGeom>
          <a:ln w="76200" cap="flat" cmpd="sng">
            <a:solidFill>
              <a:srgbClr val="660033"/>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74779" name="直接连接符 74778"/>
          <p:cNvSpPr/>
          <p:nvPr/>
        </p:nvSpPr>
        <p:spPr>
          <a:xfrm flipV="1">
            <a:off x="2003425" y="2578100"/>
            <a:ext cx="696913" cy="685800"/>
          </a:xfrm>
          <a:prstGeom prst="line">
            <a:avLst/>
          </a:prstGeom>
          <a:ln w="38100" cap="flat" cmpd="sng">
            <a:solidFill>
              <a:srgbClr val="000066"/>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74780" name="组合 74779"/>
          <p:cNvGrpSpPr/>
          <p:nvPr/>
        </p:nvGrpSpPr>
        <p:grpSpPr>
          <a:xfrm>
            <a:off x="4060825" y="2178050"/>
            <a:ext cx="879475" cy="1649413"/>
            <a:chOff x="0" y="0"/>
            <a:chExt cx="522" cy="854"/>
          </a:xfrm>
        </p:grpSpPr>
        <p:sp>
          <p:nvSpPr>
            <p:cNvPr id="45084" name="直接连接符 74780"/>
            <p:cNvSpPr/>
            <p:nvPr/>
          </p:nvSpPr>
          <p:spPr>
            <a:xfrm>
              <a:off x="354" y="177"/>
              <a:ext cx="0" cy="303"/>
            </a:xfrm>
            <a:prstGeom prst="line">
              <a:avLst/>
            </a:prstGeom>
            <a:ln w="19050" cap="flat" cmpd="sng">
              <a:solidFill>
                <a:srgbClr val="0000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45085" name="组合 74781"/>
            <p:cNvGrpSpPr/>
            <p:nvPr/>
          </p:nvGrpSpPr>
          <p:grpSpPr>
            <a:xfrm>
              <a:off x="245" y="480"/>
              <a:ext cx="259" cy="268"/>
              <a:chOff x="0" y="0"/>
              <a:chExt cx="530" cy="456"/>
            </a:xfrm>
          </p:grpSpPr>
          <p:sp>
            <p:nvSpPr>
              <p:cNvPr id="45086" name="椭圆 74782"/>
              <p:cNvSpPr/>
              <p:nvPr/>
            </p:nvSpPr>
            <p:spPr>
              <a:xfrm>
                <a:off x="0" y="0"/>
                <a:ext cx="424" cy="304"/>
              </a:xfrm>
              <a:prstGeom prst="ellipse">
                <a:avLst/>
              </a:prstGeom>
              <a:solidFill>
                <a:srgbClr val="FFFFFF"/>
              </a:solidFill>
              <a:ln w="9525" cap="flat" cmpd="sng">
                <a:solidFill>
                  <a:srgbClr val="000000"/>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87" name="文本框 74783"/>
              <p:cNvSpPr txBox="1"/>
              <p:nvPr/>
            </p:nvSpPr>
            <p:spPr>
              <a:xfrm>
                <a:off x="0" y="0"/>
                <a:ext cx="530" cy="456"/>
              </a:xfrm>
              <a:prstGeom prst="rect">
                <a:avLst/>
              </a:prstGeom>
              <a:noFill/>
              <a:ln w="9525">
                <a:noFill/>
                <a:miter/>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a:t>
                </a:r>
                <a:endParaRPr lang="en-US" altLang="zh-CN" sz="1600" b="0">
                  <a:solidFill>
                    <a:schemeClr val="tx1"/>
                  </a:solidFill>
                  <a:latin typeface="Times New Roman" panose="02020603050405020304" charset="0"/>
                  <a:ea typeface="宋体" panose="02010600030101010101" pitchFamily="2" charset="-122"/>
                </a:endParaRPr>
              </a:p>
            </p:txBody>
          </p:sp>
        </p:grpSp>
        <p:sp>
          <p:nvSpPr>
            <p:cNvPr id="45088" name="直接连接符 74784"/>
            <p:cNvSpPr/>
            <p:nvPr/>
          </p:nvSpPr>
          <p:spPr>
            <a:xfrm>
              <a:off x="0" y="577"/>
              <a:ext cx="245"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89" name="文本框 74785"/>
            <p:cNvSpPr txBox="1"/>
            <p:nvPr/>
          </p:nvSpPr>
          <p:spPr>
            <a:xfrm>
              <a:off x="245" y="0"/>
              <a:ext cx="216" cy="174"/>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endParaRPr lang="en-US" altLang="zh-CN" sz="1600" b="0">
                <a:solidFill>
                  <a:schemeClr val="tx1"/>
                </a:solidFill>
                <a:latin typeface="Times New Roman" panose="02020603050405020304" charset="0"/>
                <a:ea typeface="宋体" panose="02010600030101010101" pitchFamily="2" charset="-122"/>
              </a:endParaRPr>
            </a:p>
          </p:txBody>
        </p:sp>
        <p:sp>
          <p:nvSpPr>
            <p:cNvPr id="45090" name="直接连接符 74786"/>
            <p:cNvSpPr/>
            <p:nvPr/>
          </p:nvSpPr>
          <p:spPr>
            <a:xfrm>
              <a:off x="350" y="854"/>
              <a:ext cx="172" cy="0"/>
            </a:xfrm>
            <a:prstGeom prst="line">
              <a:avLst/>
            </a:prstGeom>
            <a:ln w="19050" cap="flat" cmpd="sng">
              <a:solidFill>
                <a:schemeClr val="tx1"/>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91" name="直接连接符 74787"/>
            <p:cNvSpPr/>
            <p:nvPr/>
          </p:nvSpPr>
          <p:spPr>
            <a:xfrm>
              <a:off x="350" y="668"/>
              <a:ext cx="0" cy="186"/>
            </a:xfrm>
            <a:prstGeom prst="line">
              <a:avLst/>
            </a:prstGeom>
            <a:ln w="19050" cap="flat" cmpd="sng">
              <a:solidFill>
                <a:schemeClr val="tx1"/>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74789" name="直接连接符 74788"/>
          <p:cNvSpPr/>
          <p:nvPr/>
        </p:nvSpPr>
        <p:spPr>
          <a:xfrm>
            <a:off x="6472238" y="4005263"/>
            <a:ext cx="792162" cy="0"/>
          </a:xfrm>
          <a:prstGeom prst="line">
            <a:avLst/>
          </a:prstGeom>
          <a:ln w="38100" cap="flat" cmpd="sng">
            <a:solidFill>
              <a:srgbClr val="000066"/>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74790" name="组合 74789"/>
          <p:cNvGrpSpPr/>
          <p:nvPr/>
        </p:nvGrpSpPr>
        <p:grpSpPr>
          <a:xfrm>
            <a:off x="4032250" y="4262438"/>
            <a:ext cx="3216275" cy="1576387"/>
            <a:chOff x="0" y="0"/>
            <a:chExt cx="2026" cy="993"/>
          </a:xfrm>
        </p:grpSpPr>
        <p:grpSp>
          <p:nvGrpSpPr>
            <p:cNvPr id="45094" name="组合 74790"/>
            <p:cNvGrpSpPr/>
            <p:nvPr/>
          </p:nvGrpSpPr>
          <p:grpSpPr>
            <a:xfrm>
              <a:off x="709" y="5"/>
              <a:ext cx="1317" cy="980"/>
              <a:chOff x="0" y="0"/>
              <a:chExt cx="1317" cy="980"/>
            </a:xfrm>
          </p:grpSpPr>
          <p:sp>
            <p:nvSpPr>
              <p:cNvPr id="45095" name="直接连接符 74791"/>
              <p:cNvSpPr/>
              <p:nvPr/>
            </p:nvSpPr>
            <p:spPr>
              <a:xfrm flipH="1">
                <a:off x="733" y="0"/>
                <a:ext cx="584" cy="980"/>
              </a:xfrm>
              <a:prstGeom prst="line">
                <a:avLst/>
              </a:prstGeom>
              <a:ln w="38100" cap="flat" cmpd="sng">
                <a:solidFill>
                  <a:srgbClr val="663300"/>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45096" name="直接连接符 74792"/>
              <p:cNvSpPr/>
              <p:nvPr/>
            </p:nvSpPr>
            <p:spPr>
              <a:xfrm flipH="1">
                <a:off x="0" y="980"/>
                <a:ext cx="725" cy="0"/>
              </a:xfrm>
              <a:prstGeom prst="line">
                <a:avLst/>
              </a:prstGeom>
              <a:ln w="38100" cap="flat" cmpd="sng">
                <a:solidFill>
                  <a:srgbClr val="663300"/>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45097" name="直接连接符 74793"/>
            <p:cNvSpPr/>
            <p:nvPr/>
          </p:nvSpPr>
          <p:spPr>
            <a:xfrm flipH="1" flipV="1">
              <a:off x="0" y="0"/>
              <a:ext cx="708" cy="993"/>
            </a:xfrm>
            <a:prstGeom prst="line">
              <a:avLst/>
            </a:prstGeom>
            <a:ln w="38100" cap="flat" cmpd="sng">
              <a:solidFill>
                <a:srgbClr val="6633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74795" name="直接连接符 74794"/>
          <p:cNvSpPr/>
          <p:nvPr/>
        </p:nvSpPr>
        <p:spPr>
          <a:xfrm flipH="1" flipV="1">
            <a:off x="2032000" y="3416300"/>
            <a:ext cx="668655" cy="1060450"/>
          </a:xfrm>
          <a:prstGeom prst="line">
            <a:avLst/>
          </a:prstGeom>
          <a:ln w="38100" cap="flat" cmpd="sng">
            <a:solidFill>
              <a:srgbClr val="663300"/>
            </a:solidFill>
            <a:prstDash val="solid"/>
            <a:round/>
            <a:headEnd type="none" w="med" len="med"/>
            <a:tailEnd type="triangle" w="sm"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nvGrpSpPr>
          <p:cNvPr id="74796" name="组合 74795"/>
          <p:cNvGrpSpPr/>
          <p:nvPr/>
        </p:nvGrpSpPr>
        <p:grpSpPr>
          <a:xfrm>
            <a:off x="6927850" y="1662113"/>
            <a:ext cx="1501775" cy="3670300"/>
            <a:chOff x="0" y="0"/>
            <a:chExt cx="946" cy="2312"/>
          </a:xfrm>
        </p:grpSpPr>
        <p:sp>
          <p:nvSpPr>
            <p:cNvPr id="45100" name="文本框 74796"/>
            <p:cNvSpPr txBox="1"/>
            <p:nvPr/>
          </p:nvSpPr>
          <p:spPr>
            <a:xfrm>
              <a:off x="214" y="2025"/>
              <a:ext cx="500" cy="287"/>
            </a:xfrm>
            <a:prstGeom prst="rect">
              <a:avLst/>
            </a:prstGeom>
            <a:solidFill>
              <a:srgbClr val="CCFFCC"/>
            </a:solidFill>
            <a:ln w="9525" cap="flat" cmpd="sng">
              <a:solidFill>
                <a:srgbClr val="000000"/>
              </a:solidFill>
              <a:prstDash val="solid"/>
              <a:miter/>
              <a:headEnd type="none" w="med" len="med"/>
              <a:tailEnd type="none" w="med" len="med"/>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Sub</a:t>
              </a:r>
              <a:r>
                <a:rPr lang="en-US" altLang="zh-CN" sz="1600" b="0" baseline="-25000">
                  <a:solidFill>
                    <a:schemeClr val="tx1"/>
                  </a:solidFill>
                  <a:latin typeface="Times New Roman" panose="02020603050405020304" charset="0"/>
                  <a:ea typeface="宋体" panose="02010600030101010101" pitchFamily="2" charset="-122"/>
                </a:rPr>
                <a:t> m</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1" name="文本框 74797"/>
            <p:cNvSpPr txBox="1"/>
            <p:nvPr/>
          </p:nvSpPr>
          <p:spPr>
            <a:xfrm>
              <a:off x="0" y="1884"/>
              <a:ext cx="297" cy="211"/>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m</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2" name="文本框 74798"/>
            <p:cNvSpPr txBox="1"/>
            <p:nvPr/>
          </p:nvSpPr>
          <p:spPr>
            <a:xfrm>
              <a:off x="31" y="0"/>
              <a:ext cx="915" cy="287"/>
            </a:xfrm>
            <a:prstGeom prst="rect">
              <a:avLst/>
            </a:prstGeom>
            <a:noFill/>
            <a:ln w="9525">
              <a:noFill/>
              <a:miter/>
            </a:ln>
          </p:spPr>
          <p:txBody>
            <a:bodyPr anchor="t"/>
            <a:p>
              <a:pPr lvl="0" algn="just"/>
              <a:r>
                <a:rPr lang="zh-CN" altLang="en-US" sz="1600" b="0">
                  <a:solidFill>
                    <a:schemeClr val="tx1"/>
                  </a:solidFill>
                  <a:latin typeface="Times New Roman" panose="02020603050405020304" charset="0"/>
                  <a:ea typeface="宋体" panose="02010600030101010101" pitchFamily="2" charset="-122"/>
                </a:rPr>
                <a:t>例行子程序</a:t>
              </a:r>
              <a:endParaRPr lang="zh-CN" altLang="en-US" sz="1600" b="0">
                <a:solidFill>
                  <a:schemeClr val="tx1"/>
                </a:solidFill>
                <a:latin typeface="Times New Roman" panose="02020603050405020304" charset="0"/>
                <a:ea typeface="宋体" panose="02010600030101010101" pitchFamily="2" charset="-122"/>
              </a:endParaRPr>
            </a:p>
          </p:txBody>
        </p:sp>
        <p:sp>
          <p:nvSpPr>
            <p:cNvPr id="45103" name="文本框 74799"/>
            <p:cNvSpPr txBox="1"/>
            <p:nvPr/>
          </p:nvSpPr>
          <p:spPr>
            <a:xfrm>
              <a:off x="214" y="318"/>
              <a:ext cx="457" cy="287"/>
            </a:xfrm>
            <a:prstGeom prst="rect">
              <a:avLst/>
            </a:prstGeom>
            <a:solidFill>
              <a:srgbClr val="CCFFCC"/>
            </a:solidFill>
            <a:ln w="9525" cap="flat" cmpd="sng">
              <a:solidFill>
                <a:srgbClr val="000000"/>
              </a:solidFill>
              <a:prstDash val="solid"/>
              <a:miter/>
              <a:headEnd type="none" w="med" len="med"/>
              <a:tailEnd type="none" w="med" len="med"/>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Sub</a:t>
              </a:r>
              <a:r>
                <a:rPr lang="en-US" altLang="zh-CN" sz="1600" b="0" baseline="-25000">
                  <a:solidFill>
                    <a:schemeClr val="tx1"/>
                  </a:solidFill>
                  <a:latin typeface="Times New Roman" panose="02020603050405020304" charset="0"/>
                  <a:ea typeface="宋体" panose="02010600030101010101" pitchFamily="2" charset="-122"/>
                </a:rPr>
                <a:t> 0</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4" name="文本框 74800"/>
            <p:cNvSpPr txBox="1"/>
            <p:nvPr/>
          </p:nvSpPr>
          <p:spPr>
            <a:xfrm>
              <a:off x="214" y="799"/>
              <a:ext cx="457" cy="288"/>
            </a:xfrm>
            <a:prstGeom prst="rect">
              <a:avLst/>
            </a:prstGeom>
            <a:solidFill>
              <a:srgbClr val="CCFFCC"/>
            </a:solidFill>
            <a:ln w="9525" cap="flat" cmpd="sng">
              <a:solidFill>
                <a:srgbClr val="000000"/>
              </a:solidFill>
              <a:prstDash val="solid"/>
              <a:miter/>
              <a:headEnd type="none" w="med" len="med"/>
              <a:tailEnd type="none" w="med" len="med"/>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Sub</a:t>
              </a:r>
              <a:r>
                <a:rPr lang="en-US" altLang="zh-CN" sz="1600" b="0" baseline="-25000">
                  <a:solidFill>
                    <a:schemeClr val="tx1"/>
                  </a:solidFill>
                  <a:latin typeface="Times New Roman" panose="02020603050405020304" charset="0"/>
                  <a:ea typeface="宋体" panose="02010600030101010101" pitchFamily="2" charset="-122"/>
                </a:rPr>
                <a:t> 1</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5" name="文本框 74801"/>
            <p:cNvSpPr txBox="1"/>
            <p:nvPr/>
          </p:nvSpPr>
          <p:spPr>
            <a:xfrm>
              <a:off x="214" y="1368"/>
              <a:ext cx="457" cy="287"/>
            </a:xfrm>
            <a:prstGeom prst="rect">
              <a:avLst/>
            </a:prstGeom>
            <a:solidFill>
              <a:srgbClr val="CCFFCC"/>
            </a:solidFill>
            <a:ln w="9525" cap="flat" cmpd="sng">
              <a:solidFill>
                <a:srgbClr val="000000"/>
              </a:solidFill>
              <a:prstDash val="solid"/>
              <a:miter/>
              <a:headEnd type="none" w="med" len="med"/>
              <a:tailEnd type="none" w="med" len="med"/>
            </a:ln>
          </p:spPr>
          <p:txBody>
            <a:bodyPr anchor="t"/>
            <a:p>
              <a:pPr lvl="0" algn="just"/>
              <a:r>
                <a:rPr lang="en-US" altLang="zh-CN" sz="1600" b="0">
                  <a:solidFill>
                    <a:schemeClr val="tx1"/>
                  </a:solidFill>
                  <a:latin typeface="Times New Roman" panose="02020603050405020304" charset="0"/>
                  <a:ea typeface="宋体" panose="02010600030101010101" pitchFamily="2" charset="-122"/>
                </a:rPr>
                <a:t>Sub</a:t>
              </a:r>
              <a:r>
                <a:rPr lang="en-US" altLang="zh-CN" sz="1600" b="0" baseline="-25000">
                  <a:solidFill>
                    <a:schemeClr val="tx1"/>
                  </a:solidFill>
                  <a:latin typeface="Times New Roman" panose="02020603050405020304" charset="0"/>
                  <a:ea typeface="宋体" panose="02010600030101010101" pitchFamily="2" charset="-122"/>
                </a:rPr>
                <a:t> i</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6" name="文本框 74802"/>
            <p:cNvSpPr txBox="1"/>
            <p:nvPr/>
          </p:nvSpPr>
          <p:spPr>
            <a:xfrm>
              <a:off x="323" y="1719"/>
              <a:ext cx="238"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rPr>
                <a:t>...</a:t>
              </a:r>
              <a:endPar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endParaRPr>
            </a:p>
          </p:txBody>
        </p:sp>
        <p:sp>
          <p:nvSpPr>
            <p:cNvPr id="45107" name="文本框 74803"/>
            <p:cNvSpPr txBox="1"/>
            <p:nvPr/>
          </p:nvSpPr>
          <p:spPr>
            <a:xfrm>
              <a:off x="11" y="169"/>
              <a:ext cx="275"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0</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8" name="文本框 74804"/>
            <p:cNvSpPr txBox="1"/>
            <p:nvPr/>
          </p:nvSpPr>
          <p:spPr>
            <a:xfrm>
              <a:off x="11" y="667"/>
              <a:ext cx="275"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1</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09" name="文本框 74805"/>
            <p:cNvSpPr txBox="1"/>
            <p:nvPr/>
          </p:nvSpPr>
          <p:spPr>
            <a:xfrm>
              <a:off x="23" y="1213"/>
              <a:ext cx="275"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rPr>
                <a:t>a</a:t>
              </a:r>
              <a:r>
                <a:rPr lang="en-US" altLang="zh-CN" sz="1600" b="0" baseline="-25000">
                  <a:solidFill>
                    <a:schemeClr val="tx1"/>
                  </a:solidFill>
                  <a:latin typeface="Times New Roman" panose="02020603050405020304" charset="0"/>
                  <a:ea typeface="宋体" panose="02010600030101010101" pitchFamily="2" charset="-122"/>
                </a:rPr>
                <a:t>i</a:t>
              </a:r>
              <a:endParaRPr lang="en-US" altLang="zh-CN" sz="1600" b="0" baseline="-25000">
                <a:solidFill>
                  <a:schemeClr val="tx1"/>
                </a:solidFill>
                <a:latin typeface="Times New Roman" panose="02020603050405020304" charset="0"/>
                <a:ea typeface="宋体" panose="02010600030101010101" pitchFamily="2" charset="-122"/>
              </a:endParaRPr>
            </a:p>
          </p:txBody>
        </p:sp>
        <p:sp>
          <p:nvSpPr>
            <p:cNvPr id="45110" name="文本框 74806"/>
            <p:cNvSpPr txBox="1"/>
            <p:nvPr/>
          </p:nvSpPr>
          <p:spPr>
            <a:xfrm>
              <a:off x="323" y="1098"/>
              <a:ext cx="238" cy="212"/>
            </a:xfrm>
            <a:prstGeom prst="rect">
              <a:avLst/>
            </a:prstGeom>
            <a:noFill/>
            <a:ln w="9525">
              <a:noFill/>
              <a:miter/>
            </a:ln>
          </p:spPr>
          <p:txBody>
            <a:bodyPr anchor="t">
              <a:spAutoFit/>
            </a:bodyPr>
            <a:p>
              <a:pPr lvl="0">
                <a:spcBef>
                  <a:spcPct val="50000"/>
                </a:spcBef>
              </a:pPr>
              <a:r>
                <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rPr>
                <a:t>...</a:t>
              </a:r>
              <a:endParaRPr lang="en-US" altLang="zh-CN" sz="1600" b="0">
                <a:solidFill>
                  <a:schemeClr val="tx1"/>
                </a:solidFill>
                <a:latin typeface="Times New Roman" panose="02020603050405020304" charset="0"/>
                <a:ea typeface="宋体" panose="02010600030101010101" pitchFamily="2" charset="-122"/>
                <a:sym typeface="Symbol" panose="05050102010706020507" pitchFamily="18" charset="2"/>
              </a:endParaRPr>
            </a:p>
          </p:txBody>
        </p:sp>
      </p:grpSp>
      <p:sp>
        <p:nvSpPr>
          <p:cNvPr id="74808" name="文本框 74807"/>
          <p:cNvSpPr txBox="1"/>
          <p:nvPr/>
        </p:nvSpPr>
        <p:spPr>
          <a:xfrm>
            <a:off x="3654425" y="6048375"/>
            <a:ext cx="2528888" cy="336550"/>
          </a:xfrm>
          <a:prstGeom prst="rect">
            <a:avLst/>
          </a:prstGeom>
          <a:noFill/>
          <a:ln w="9525">
            <a:noFill/>
            <a:miter/>
          </a:ln>
        </p:spPr>
        <p:txBody>
          <a:bodyPr anchor="t">
            <a:spAutoFit/>
          </a:bodyPr>
          <a:p>
            <a:pPr lvl="0">
              <a:spcBef>
                <a:spcPct val="50000"/>
              </a:spcBef>
            </a:pPr>
            <a:r>
              <a:rPr lang="zh-CN" altLang="en-US" sz="1600" b="0">
                <a:solidFill>
                  <a:schemeClr val="tx1"/>
                </a:solidFill>
                <a:latin typeface="Times New Roman" panose="02020603050405020304" charset="0"/>
                <a:ea typeface="宋体" panose="02010600030101010101" pitchFamily="2" charset="-122"/>
              </a:rPr>
              <a:t>系统调用的执行过程</a:t>
            </a:r>
            <a:endParaRPr lang="zh-CN" altLang="en-US" sz="1600" b="0">
              <a:solidFill>
                <a:schemeClr val="tx1"/>
              </a:solidFill>
              <a:latin typeface="Times New Roman" panose="02020603050405020304" charset="0"/>
              <a:ea typeface="宋体" panose="02010600030101010101" pitchFamily="2" charset="-122"/>
            </a:endParaRPr>
          </a:p>
        </p:txBody>
      </p:sp>
      <p:sp>
        <p:nvSpPr>
          <p:cNvPr id="74809" name="矩形 74808"/>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系统功能调用</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4755" grpId="0"/>
      <p:bldP spid="74808"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文本框 49153"/>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36</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49155" name="文本框 49154"/>
          <p:cNvSpPr txBox="1"/>
          <p:nvPr/>
        </p:nvSpPr>
        <p:spPr>
          <a:xfrm>
            <a:off x="657225" y="528638"/>
            <a:ext cx="8259763" cy="1516062"/>
          </a:xfrm>
          <a:prstGeom prst="rect">
            <a:avLst/>
          </a:prstGeom>
          <a:noFill/>
          <a:ln w="9525">
            <a:noFill/>
            <a:miter/>
          </a:ln>
        </p:spPr>
        <p:txBody>
          <a:bodyPr anchor="t">
            <a:spAutoFit/>
          </a:bodyPr>
          <a:p>
            <a:pPr lvl="0">
              <a:lnSpc>
                <a:spcPct val="130000"/>
              </a:lnSpc>
              <a:spcBef>
                <a:spcPct val="30000"/>
              </a:spcBef>
              <a:buClr>
                <a:schemeClr val="tx2"/>
              </a:buClr>
              <a:buSzPct val="95000"/>
              <a:buFont typeface="Wingdings" panose="05000000000000000000" pitchFamily="2" charset="2"/>
              <a:buNone/>
            </a:pPr>
            <a:r>
              <a:rPr lang="zh-CN" altLang="en-US" sz="2400" b="0" dirty="0">
                <a:solidFill>
                  <a:srgbClr val="000099"/>
                </a:solidFill>
                <a:latin typeface="Times New Roman" panose="02020603050405020304" charset="0"/>
                <a:ea typeface="宋体" panose="02010600030101010101" pitchFamily="2" charset="-122"/>
              </a:rPr>
              <a:t>访</a:t>
            </a:r>
            <a:r>
              <a:rPr lang="zh-CN" altLang="en-US" sz="2400" b="0">
                <a:solidFill>
                  <a:srgbClr val="000099"/>
                </a:solidFill>
                <a:latin typeface="Times New Roman" panose="02020603050405020304" charset="0"/>
                <a:ea typeface="宋体" panose="02010600030101010101" pitchFamily="2" charset="-122"/>
              </a:rPr>
              <a:t>管中断</a:t>
            </a:r>
            <a:endParaRPr lang="zh-CN" altLang="en-US" sz="2400" b="0">
              <a:solidFill>
                <a:srgbClr val="000099"/>
              </a:solidFill>
              <a:latin typeface="Times New Roman" panose="02020603050405020304" charset="0"/>
              <a:ea typeface="宋体" panose="02010600030101010101" pitchFamily="2" charset="-122"/>
            </a:endParaRPr>
          </a:p>
          <a:p>
            <a:pPr lvl="0">
              <a:lnSpc>
                <a:spcPct val="120000"/>
              </a:lnSpc>
              <a:spcBef>
                <a:spcPct val="20000"/>
              </a:spcBef>
            </a:pPr>
            <a:r>
              <a:rPr lang="zh-CN" altLang="en-US" sz="2000" b="0">
                <a:solidFill>
                  <a:schemeClr val="tx1"/>
                </a:solidFill>
                <a:latin typeface="Times New Roman" panose="02020603050405020304" charset="0"/>
                <a:ea typeface="宋体" panose="02010600030101010101" pitchFamily="2" charset="-122"/>
              </a:rPr>
              <a:t>       </a:t>
            </a:r>
            <a:r>
              <a:rPr lang="zh-CN" altLang="en-US" sz="2400" b="0">
                <a:solidFill>
                  <a:schemeClr val="tx1"/>
                </a:solidFill>
                <a:latin typeface="Times New Roman" panose="02020603050405020304" charset="0"/>
                <a:ea typeface="宋体" panose="02010600030101010101" pitchFamily="2" charset="-122"/>
              </a:rPr>
              <a:t>当处理机执行到访管指令时发生中断，该中断称为访</a:t>
            </a:r>
            <a:r>
              <a:rPr lang="zh-CN" altLang="en-US" sz="2400" b="0" dirty="0">
                <a:solidFill>
                  <a:schemeClr val="tx1"/>
                </a:solidFill>
                <a:latin typeface="Times New Roman" panose="02020603050405020304" charset="0"/>
                <a:ea typeface="宋体" panose="02010600030101010101" pitchFamily="2" charset="-122"/>
              </a:rPr>
              <a:t>管中断</a:t>
            </a:r>
            <a:r>
              <a:rPr lang="zh-CN" altLang="en-US" sz="2400" b="0">
                <a:solidFill>
                  <a:schemeClr val="tx1"/>
                </a:solidFill>
                <a:latin typeface="Times New Roman" panose="02020603050405020304" charset="0"/>
                <a:ea typeface="宋体" panose="02010600030101010101" pitchFamily="2" charset="-122"/>
              </a:rPr>
              <a:t>，它表示正在运行的程序对操作系统的某种需求。     </a:t>
            </a:r>
            <a:endParaRPr lang="zh-CN" altLang="en-US" sz="2400" b="0">
              <a:solidFill>
                <a:schemeClr val="tx1"/>
              </a:solidFill>
              <a:latin typeface="Times New Roman" panose="02020603050405020304" charset="0"/>
              <a:ea typeface="宋体" panose="02010600030101010101" pitchFamily="2" charset="-122"/>
            </a:endParaRPr>
          </a:p>
        </p:txBody>
      </p:sp>
      <p:sp>
        <p:nvSpPr>
          <p:cNvPr id="49156" name="文本框 49155"/>
          <p:cNvSpPr txBox="1"/>
          <p:nvPr/>
        </p:nvSpPr>
        <p:spPr>
          <a:xfrm>
            <a:off x="630238" y="2130425"/>
            <a:ext cx="7962900" cy="2263140"/>
          </a:xfrm>
          <a:prstGeom prst="rect">
            <a:avLst/>
          </a:prstGeom>
          <a:noFill/>
          <a:ln w="9525">
            <a:noFill/>
            <a:miter/>
          </a:ln>
        </p:spPr>
        <p:txBody>
          <a:bodyPr anchor="t">
            <a:spAutoFit/>
          </a:bodyPr>
          <a:p>
            <a:pPr lvl="0">
              <a:lnSpc>
                <a:spcPct val="120000"/>
              </a:lnSpc>
              <a:spcBef>
                <a:spcPct val="20000"/>
              </a:spcBef>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rPr>
              <a:t>操作系统提供实现各种功能的例行子程序，其中的每一个功能对应</a:t>
            </a:r>
            <a:r>
              <a:rPr lang="zh-CN" altLang="en-US" sz="2000" b="0" dirty="0">
                <a:solidFill>
                  <a:schemeClr val="tx1"/>
                </a:solidFill>
                <a:latin typeface="Times New Roman" panose="02020603050405020304" charset="0"/>
                <a:ea typeface="宋体" panose="02010600030101010101" pitchFamily="2" charset="-122"/>
              </a:rPr>
              <a:t>访管指</a:t>
            </a:r>
            <a:r>
              <a:rPr lang="zh-CN" altLang="en-US" sz="2000" b="0">
                <a:solidFill>
                  <a:schemeClr val="tx1"/>
                </a:solidFill>
                <a:latin typeface="Times New Roman" panose="02020603050405020304" charset="0"/>
                <a:ea typeface="宋体" panose="02010600030101010101" pitchFamily="2" charset="-122"/>
              </a:rPr>
              <a:t>令的一个功能号。例如：</a:t>
            </a:r>
            <a:endParaRPr lang="zh-CN" altLang="en-US" sz="2000" b="0">
              <a:solidFill>
                <a:schemeClr val="tx1"/>
              </a:solidFill>
              <a:latin typeface="Times New Roman" panose="02020603050405020304" charset="0"/>
              <a:ea typeface="宋体" panose="02010600030101010101" pitchFamily="2" charset="-122"/>
            </a:endParaRPr>
          </a:p>
          <a:p>
            <a:pPr lvl="0">
              <a:lnSpc>
                <a:spcPct val="130000"/>
              </a:lnSpc>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svc  0       </a:t>
            </a:r>
            <a:r>
              <a:rPr lang="zh-CN" altLang="en-US" sz="2000" b="0">
                <a:solidFill>
                  <a:schemeClr val="tx1"/>
                </a:solidFill>
                <a:latin typeface="Times New Roman" panose="02020603050405020304" charset="0"/>
                <a:ea typeface="宋体" panose="02010600030101010101" pitchFamily="2" charset="-122"/>
              </a:rPr>
              <a:t>显示一个字符      </a:t>
            </a:r>
            <a:endParaRPr lang="zh-CN" altLang="en-US" sz="2000" b="0">
              <a:solidFill>
                <a:schemeClr val="tx1"/>
              </a:solidFill>
              <a:latin typeface="Times New Roman" panose="02020603050405020304" charset="0"/>
              <a:ea typeface="宋体" panose="02010600030101010101" pitchFamily="2" charset="-122"/>
            </a:endParaRPr>
          </a:p>
          <a:p>
            <a:pPr lvl="0">
              <a:lnSpc>
                <a:spcPct val="130000"/>
              </a:lnSpc>
              <a:buClr>
                <a:schemeClr val="tx2"/>
              </a:buClr>
              <a:buSzPct val="95000"/>
              <a:buFont typeface="Wingdings" panose="05000000000000000000" pitchFamily="2" charset="2"/>
              <a:buNone/>
            </a:pPr>
            <a:r>
              <a:rPr lang="zh-CN" altLang="en-US" sz="24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svc  1       </a:t>
            </a:r>
            <a:r>
              <a:rPr lang="zh-CN" altLang="en-US" sz="2000" b="0">
                <a:solidFill>
                  <a:schemeClr val="tx1"/>
                </a:solidFill>
                <a:latin typeface="Times New Roman" panose="02020603050405020304" charset="0"/>
                <a:ea typeface="宋体" panose="02010600030101010101" pitchFamily="2" charset="-122"/>
              </a:rPr>
              <a:t>打印一个字符串</a:t>
            </a:r>
            <a:endParaRPr lang="zh-CN" altLang="en-US" sz="2000" b="0">
              <a:solidFill>
                <a:schemeClr val="tx1"/>
              </a:solidFill>
              <a:latin typeface="Times New Roman" panose="02020603050405020304" charset="0"/>
              <a:ea typeface="宋体" panose="02010600030101010101" pitchFamily="2" charset="-122"/>
            </a:endParaRPr>
          </a:p>
          <a:p>
            <a:pPr lvl="0">
              <a:lnSpc>
                <a:spcPct val="130000"/>
              </a:lnSpc>
              <a:buClr>
                <a:schemeClr val="tx2"/>
              </a:buClr>
              <a:buSzPct val="95000"/>
              <a:buFont typeface="Wingdings" panose="05000000000000000000" pitchFamily="2" charset="2"/>
              <a:buNone/>
            </a:pPr>
            <a:r>
              <a:rPr lang="zh-CN" altLang="en-US" sz="2000" b="0">
                <a:solidFill>
                  <a:schemeClr val="tx1"/>
                </a:solidFill>
                <a:latin typeface="Times New Roman" panose="02020603050405020304" charset="0"/>
                <a:ea typeface="宋体" panose="02010600030101010101" pitchFamily="2" charset="-122"/>
              </a:rPr>
              <a:t>                   </a:t>
            </a:r>
            <a:r>
              <a:rPr lang="en-US" altLang="zh-CN" sz="2000" b="0">
                <a:solidFill>
                  <a:schemeClr val="tx1"/>
                </a:solidFill>
                <a:latin typeface="Times New Roman" panose="02020603050405020304" charset="0"/>
                <a:ea typeface="宋体" panose="02010600030101010101" pitchFamily="2" charset="-122"/>
              </a:rPr>
              <a:t>...</a:t>
            </a:r>
            <a:r>
              <a:rPr lang="zh-CN" altLang="en-US" sz="2000" b="0">
                <a:solidFill>
                  <a:schemeClr val="tx1"/>
                </a:solidFill>
                <a:latin typeface="Times New Roman" panose="02020603050405020304" charset="0"/>
                <a:ea typeface="宋体" panose="02010600030101010101" pitchFamily="2" charset="-122"/>
              </a:rPr>
              <a:t>                      </a:t>
            </a:r>
            <a:r>
              <a:rPr lang="zh-CN" altLang="en-US" sz="2000" b="0">
                <a:solidFill>
                  <a:schemeClr val="tx1"/>
                </a:solidFill>
                <a:latin typeface="Times New Roman" panose="02020603050405020304" charset="0"/>
                <a:ea typeface="宋体" panose="02010600030101010101" pitchFamily="2" charset="-122"/>
                <a:sym typeface="MT Extra" panose="05050102010205020202" pitchFamily="18" charset="2"/>
              </a:rPr>
              <a:t>   </a:t>
            </a:r>
            <a:endParaRPr lang="zh-CN" altLang="en-US" sz="2000" b="0">
              <a:solidFill>
                <a:schemeClr val="tx1"/>
              </a:solidFill>
              <a:latin typeface="Times New Roman" panose="02020603050405020304" charset="0"/>
              <a:ea typeface="宋体" panose="02010600030101010101" pitchFamily="2" charset="-122"/>
              <a:sym typeface="MT Extra" panose="05050102010205020202" pitchFamily="18" charset="2"/>
            </a:endParaRPr>
          </a:p>
        </p:txBody>
      </p:sp>
      <p:sp>
        <p:nvSpPr>
          <p:cNvPr id="49158" name="矩形 4915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系统功能调用</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49155" grpId="0" uiExpand="1" build="allAtOnce"/>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50177"/>
          <p:cNvSpPr>
            <a:spLocks noGrp="1"/>
          </p:cNvSpPr>
          <p:nvPr>
            <p:ph type="title"/>
          </p:nvPr>
        </p:nvSpPr>
        <p:spPr>
          <a:xfrm>
            <a:off x="363538" y="595313"/>
            <a:ext cx="8393113" cy="530225"/>
          </a:xfrm>
        </p:spPr>
        <p:txBody>
          <a:bodyPr>
            <a:spAutoFit/>
          </a:bodyPr>
          <a:p>
            <a:pPr lvl="0"/>
            <a:r>
              <a:rPr lang="zh-CN" altLang="en-US" sz="3200" dirty="0">
                <a:solidFill>
                  <a:srgbClr val="990000"/>
                </a:solidFill>
                <a:latin typeface="Times New Roman" panose="02020603050405020304" charset="0"/>
                <a:ea typeface="宋体" panose="02010600030101010101" pitchFamily="2" charset="-122"/>
              </a:rPr>
              <a:t>系统调用的例子（</a:t>
            </a:r>
            <a:r>
              <a:rPr lang="en-US" altLang="x-none" sz="3200">
                <a:solidFill>
                  <a:srgbClr val="990000"/>
                </a:solidFill>
                <a:latin typeface="Times New Roman" panose="02020603050405020304" charset="0"/>
                <a:ea typeface="宋体" panose="02010600030101010101" pitchFamily="2" charset="-122"/>
              </a:rPr>
              <a:t>1</a:t>
            </a:r>
            <a:r>
              <a:rPr lang="zh-CN" altLang="en-US" sz="3200" dirty="0">
                <a:solidFill>
                  <a:srgbClr val="990000"/>
                </a:solidFill>
                <a:latin typeface="Times New Roman" panose="02020603050405020304" charset="0"/>
                <a:ea typeface="宋体" panose="02010600030101010101" pitchFamily="2" charset="-122"/>
              </a:rPr>
              <a:t>）</a:t>
            </a:r>
            <a:endParaRPr lang="zh-CN" altLang="en-US" sz="3200" dirty="0">
              <a:solidFill>
                <a:srgbClr val="990000"/>
              </a:solidFill>
              <a:latin typeface="Times New Roman" panose="02020603050405020304" charset="0"/>
              <a:ea typeface="宋体" panose="02010600030101010101" pitchFamily="2" charset="-122"/>
            </a:endParaRPr>
          </a:p>
        </p:txBody>
      </p:sp>
      <p:sp>
        <p:nvSpPr>
          <p:cNvPr id="50179" name="文本占位符 50178"/>
          <p:cNvSpPr>
            <a:spLocks noGrp="1"/>
          </p:cNvSpPr>
          <p:nvPr>
            <p:ph idx="1"/>
          </p:nvPr>
        </p:nvSpPr>
        <p:spPr>
          <a:xfrm>
            <a:off x="688975" y="1379538"/>
            <a:ext cx="7875588" cy="4462145"/>
          </a:xfrm>
        </p:spPr>
        <p:txBody>
          <a:bodyPr wrap="square">
            <a:spAutoFit/>
          </a:bodyPr>
          <a:p>
            <a:pPr lvl="0">
              <a:spcBef>
                <a:spcPct val="10000"/>
              </a:spcBef>
              <a:buNone/>
            </a:pPr>
            <a:r>
              <a:rPr lang="zh-CN" altLang="en-US" sz="2800">
                <a:solidFill>
                  <a:schemeClr val="tx1"/>
                </a:solidFill>
                <a:effectLst/>
                <a:ea typeface="宋体" panose="02010600030101010101" pitchFamily="2" charset="-122"/>
              </a:rPr>
              <a:t>汇编程序例子：打印</a:t>
            </a:r>
            <a:r>
              <a:rPr lang="en-US" altLang="zh-CN" sz="2800">
                <a:solidFill>
                  <a:schemeClr val="tx1"/>
                </a:solidFill>
                <a:effectLst/>
                <a:ea typeface="宋体" panose="02010600030101010101" pitchFamily="2" charset="-122"/>
              </a:rPr>
              <a:t>5</a:t>
            </a:r>
            <a:r>
              <a:rPr lang="zh-CN" altLang="en-US" sz="2800">
                <a:solidFill>
                  <a:schemeClr val="tx1"/>
                </a:solidFill>
                <a:effectLst/>
                <a:ea typeface="宋体" panose="02010600030101010101" pitchFamily="2" charset="-122"/>
              </a:rPr>
              <a:t>个字符。</a:t>
            </a:r>
            <a:endParaRPr lang="zh-CN" altLang="en-US">
              <a:solidFill>
                <a:schemeClr val="tx1"/>
              </a:solidFill>
              <a:effectLst/>
              <a:ea typeface="宋体" panose="02010600030101010101" pitchFamily="2" charset="-122"/>
            </a:endParaRPr>
          </a:p>
          <a:p>
            <a:pPr marL="457200" lvl="0" indent="-457200">
              <a:buClr>
                <a:schemeClr val="bg2"/>
              </a:buClr>
              <a:buFont typeface="Arial" panose="02080604020202020204" pitchFamily="34" charset="0"/>
              <a:buChar char="•"/>
            </a:pPr>
            <a:r>
              <a:rPr lang="zh-CN" altLang="en-US" b="1">
                <a:solidFill>
                  <a:schemeClr val="tx1"/>
                </a:solidFill>
                <a:effectLst/>
                <a:ea typeface="宋体" panose="02010600030101010101" pitchFamily="2" charset="-122"/>
              </a:rPr>
              <a:t>调用</a:t>
            </a:r>
            <a:r>
              <a:rPr lang="en-US" altLang="zh-CN" b="1">
                <a:solidFill>
                  <a:schemeClr val="tx1"/>
                </a:solidFill>
                <a:effectLst/>
                <a:ea typeface="宋体" panose="02010600030101010101" pitchFamily="2" charset="-122"/>
              </a:rPr>
              <a:t>DOS</a:t>
            </a:r>
            <a:r>
              <a:rPr lang="zh-CN" altLang="en-US" b="1">
                <a:solidFill>
                  <a:schemeClr val="tx1"/>
                </a:solidFill>
                <a:effectLst/>
                <a:ea typeface="宋体" panose="02010600030101010101" pitchFamily="2" charset="-122"/>
              </a:rPr>
              <a:t>功能</a:t>
            </a:r>
            <a:endParaRPr lang="zh-CN" altLang="en-US" b="1">
              <a:solidFill>
                <a:schemeClr val="tx1"/>
              </a:solidFill>
              <a:effectLst/>
              <a:ea typeface="宋体" panose="02010600030101010101" pitchFamily="2" charset="-122"/>
            </a:endParaRPr>
          </a:p>
          <a:p>
            <a:pPr lvl="1" indent="-455295">
              <a:buClr>
                <a:schemeClr val="bg2"/>
              </a:buClr>
              <a:buFont typeface="Monotype Sorts" pitchFamily="2" charset="2"/>
              <a:buNone/>
            </a:pPr>
            <a:r>
              <a:rPr lang="en-US" altLang="zh-CN" sz="2400">
                <a:solidFill>
                  <a:schemeClr val="tx1"/>
                </a:solidFill>
                <a:effectLst/>
                <a:ea typeface="宋体" panose="02010600030101010101" pitchFamily="2" charset="-122"/>
              </a:rPr>
              <a:t>OUTPUTS  DB   'abcde'</a:t>
            </a:r>
            <a:endParaRPr lang="en-US" altLang="zh-CN" sz="2400">
              <a:solidFill>
                <a:schemeClr val="tx1"/>
              </a:solidFill>
              <a:effectLst/>
              <a:ea typeface="宋体" panose="02010600030101010101" pitchFamily="2" charset="-122"/>
            </a:endParaRPr>
          </a:p>
          <a:p>
            <a:pPr lvl="1" indent="-455295">
              <a:buClr>
                <a:schemeClr val="bg2"/>
              </a:buClr>
              <a:buFont typeface="Monotype Sorts" pitchFamily="2" charset="2"/>
              <a:buNone/>
            </a:pPr>
            <a:r>
              <a:rPr lang="en-US" altLang="zh-CN" sz="2400">
                <a:solidFill>
                  <a:schemeClr val="tx1"/>
                </a:solidFill>
                <a:effectLst/>
                <a:ea typeface="宋体" panose="02010600030101010101" pitchFamily="2" charset="-122"/>
              </a:rPr>
              <a:t>        MOV  DX, OFFSET OUTPUTS</a:t>
            </a:r>
            <a:endParaRPr lang="en-US" altLang="zh-CN" sz="2400">
              <a:solidFill>
                <a:schemeClr val="tx1"/>
              </a:solidFill>
              <a:effectLst/>
              <a:ea typeface="宋体" panose="02010600030101010101" pitchFamily="2" charset="-122"/>
            </a:endParaRPr>
          </a:p>
          <a:p>
            <a:pPr lvl="1" indent="-455295">
              <a:buClr>
                <a:schemeClr val="bg2"/>
              </a:buClr>
              <a:buFont typeface="Monotype Sorts" pitchFamily="2" charset="2"/>
              <a:buNone/>
            </a:pPr>
            <a:r>
              <a:rPr lang="en-US" altLang="zh-CN" sz="2400">
                <a:solidFill>
                  <a:schemeClr val="tx1"/>
                </a:solidFill>
                <a:effectLst/>
                <a:ea typeface="宋体" panose="02010600030101010101" pitchFamily="2" charset="-122"/>
              </a:rPr>
              <a:t>        MOV  AH, 09H</a:t>
            </a:r>
            <a:endParaRPr lang="en-US" altLang="zh-CN" sz="2400">
              <a:solidFill>
                <a:schemeClr val="tx1"/>
              </a:solidFill>
              <a:effectLst/>
              <a:ea typeface="宋体" panose="02010600030101010101" pitchFamily="2" charset="-122"/>
            </a:endParaRPr>
          </a:p>
          <a:p>
            <a:pPr lvl="1" indent="-455295">
              <a:buClr>
                <a:schemeClr val="bg2"/>
              </a:buClr>
              <a:buFont typeface="Monotype Sorts" pitchFamily="2" charset="2"/>
              <a:buNone/>
            </a:pPr>
            <a:r>
              <a:rPr lang="en-US" altLang="zh-CN" sz="2400">
                <a:solidFill>
                  <a:schemeClr val="tx1"/>
                </a:solidFill>
                <a:effectLst/>
                <a:ea typeface="宋体" panose="02010600030101010101" pitchFamily="2" charset="-122"/>
              </a:rPr>
              <a:t>        INT    80H</a:t>
            </a:r>
            <a:endParaRPr lang="en-US" altLang="zh-CN" sz="2400">
              <a:solidFill>
                <a:schemeClr val="tx1"/>
              </a:solidFill>
              <a:effectLst/>
              <a:ea typeface="宋体" panose="02010600030101010101" pitchFamily="2" charset="-122"/>
            </a:endParaRPr>
          </a:p>
          <a:p>
            <a:pPr lvl="1" indent="-455295">
              <a:buClr>
                <a:schemeClr val="bg2"/>
              </a:buClr>
              <a:buFont typeface="Monotype Sorts" pitchFamily="2" charset="2"/>
              <a:buNone/>
            </a:pPr>
            <a:endParaRPr lang="en-US" altLang="zh-CN" sz="2400">
              <a:solidFill>
                <a:schemeClr val="tx1"/>
              </a:solidFill>
              <a:effectLst/>
              <a:ea typeface="宋体" panose="02010600030101010101" pitchFamily="2" charset="-122"/>
            </a:endParaRPr>
          </a:p>
          <a:p>
            <a:pPr marL="457200" lvl="0" indent="-457200">
              <a:buFont typeface="Arial" panose="02080604020202020204" pitchFamily="34" charset="0"/>
              <a:buChar char="•"/>
            </a:pPr>
            <a:r>
              <a:rPr lang="zh-CN" altLang="en-US" b="1" dirty="0">
                <a:solidFill>
                  <a:schemeClr val="tx1"/>
                </a:solidFill>
                <a:effectLst/>
                <a:ea typeface="宋体" panose="02010600030101010101" pitchFamily="2" charset="-122"/>
              </a:rPr>
              <a:t>Windows: INT 2eH</a:t>
            </a:r>
            <a:endParaRPr lang="zh-CN" altLang="en-US" b="1" dirty="0">
              <a:solidFill>
                <a:schemeClr val="tx1"/>
              </a:solidFill>
              <a:effectLst/>
              <a:ea typeface="宋体" panose="02010600030101010101" pitchFamily="2" charset="-122"/>
            </a:endParaRPr>
          </a:p>
          <a:p>
            <a:pPr marL="457200" lvl="0" indent="-457200">
              <a:buFont typeface="Arial" panose="02080604020202020204" pitchFamily="34" charset="0"/>
              <a:buChar char="•"/>
            </a:pPr>
            <a:r>
              <a:rPr lang="zh-CN" altLang="en-US" b="1" dirty="0">
                <a:solidFill>
                  <a:schemeClr val="tx1"/>
                </a:solidFill>
                <a:effectLst/>
                <a:ea typeface="宋体" panose="02010600030101010101" pitchFamily="2" charset="-122"/>
              </a:rPr>
              <a:t>Linux: INT 80H</a:t>
            </a:r>
            <a:endParaRPr lang="zh-CN" altLang="en-US" b="1" dirty="0">
              <a:solidFill>
                <a:schemeClr val="tx1"/>
              </a:solidFill>
              <a:effectLst/>
              <a:ea typeface="宋体" panose="02010600030101010101" pitchFamily="2" charset="-122"/>
            </a:endParaRPr>
          </a:p>
        </p:txBody>
      </p:sp>
      <p:sp>
        <p:nvSpPr>
          <p:cNvPr id="47107" name="文本框 5017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37</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0179" grpId="0" animBg="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标题 52225"/>
          <p:cNvSpPr>
            <a:spLocks noGrp="1"/>
          </p:cNvSpPr>
          <p:nvPr>
            <p:ph type="title"/>
          </p:nvPr>
        </p:nvSpPr>
        <p:spPr>
          <a:xfrm>
            <a:off x="363538" y="595313"/>
            <a:ext cx="8393113" cy="574675"/>
          </a:xfrm>
        </p:spPr>
        <p:txBody>
          <a:bodyPr>
            <a:spAutoFit/>
          </a:bodyPr>
          <a:p>
            <a:pPr lvl="0"/>
            <a:r>
              <a:rPr lang="zh-CN" altLang="en-US" sz="3200" dirty="0">
                <a:solidFill>
                  <a:srgbClr val="990000"/>
                </a:solidFill>
                <a:latin typeface="Times New Roman" panose="02020603050405020304" charset="0"/>
                <a:ea typeface="宋体" panose="02010600030101010101" pitchFamily="2" charset="-122"/>
              </a:rPr>
              <a:t>系统调用的例子（</a:t>
            </a:r>
            <a:r>
              <a:rPr lang="zh-CN" altLang="zh-CN" sz="3200" dirty="0">
                <a:solidFill>
                  <a:srgbClr val="990000"/>
                </a:solidFill>
                <a:latin typeface="Times New Roman" panose="02020603050405020304" charset="0"/>
                <a:ea typeface="宋体" panose="02010600030101010101" pitchFamily="2" charset="-122"/>
              </a:rPr>
              <a:t>2</a:t>
            </a:r>
            <a:r>
              <a:rPr lang="zh-CN" altLang="en-US" sz="3200" dirty="0">
                <a:solidFill>
                  <a:srgbClr val="990000"/>
                </a:solidFill>
                <a:latin typeface="Times New Roman" panose="02020603050405020304" charset="0"/>
                <a:ea typeface="宋体" panose="02010600030101010101" pitchFamily="2" charset="-122"/>
              </a:rPr>
              <a:t>）</a:t>
            </a:r>
            <a:endParaRPr lang="zh-CN" altLang="en-US" sz="3200" dirty="0">
              <a:solidFill>
                <a:srgbClr val="990000"/>
              </a:solidFill>
              <a:latin typeface="Times New Roman" panose="02020603050405020304" charset="0"/>
              <a:ea typeface="宋体" panose="02010600030101010101" pitchFamily="2" charset="-122"/>
            </a:endParaRPr>
          </a:p>
        </p:txBody>
      </p:sp>
      <p:sp>
        <p:nvSpPr>
          <p:cNvPr id="52227" name="文本占位符 52226"/>
          <p:cNvSpPr>
            <a:spLocks noGrp="1"/>
          </p:cNvSpPr>
          <p:nvPr>
            <p:ph idx="1"/>
          </p:nvPr>
        </p:nvSpPr>
        <p:spPr>
          <a:xfrm>
            <a:off x="746125" y="1176973"/>
            <a:ext cx="7261225" cy="1790700"/>
          </a:xfrm>
        </p:spPr>
        <p:txBody>
          <a:bodyPr>
            <a:spAutoFit/>
          </a:bodyPr>
          <a:p>
            <a:pPr lvl="0"/>
            <a:r>
              <a:rPr lang="zh-CN" altLang="en-US" sz="2800">
                <a:solidFill>
                  <a:schemeClr val="tx1"/>
                </a:solidFill>
                <a:ea typeface="宋体" panose="02010600030101010101" pitchFamily="2" charset="-122"/>
              </a:rPr>
              <a:t>高级语言例子：打印</a:t>
            </a:r>
            <a:r>
              <a:rPr lang="en-US" altLang="zh-CN" sz="2800">
                <a:solidFill>
                  <a:schemeClr val="tx1"/>
                </a:solidFill>
                <a:ea typeface="宋体" panose="02010600030101010101" pitchFamily="2" charset="-122"/>
              </a:rPr>
              <a:t>5</a:t>
            </a:r>
            <a:r>
              <a:rPr lang="zh-CN" altLang="en-US" sz="2800">
                <a:solidFill>
                  <a:schemeClr val="tx1"/>
                </a:solidFill>
                <a:ea typeface="宋体" panose="02010600030101010101" pitchFamily="2" charset="-122"/>
              </a:rPr>
              <a:t>个字符</a:t>
            </a:r>
            <a:endParaRPr lang="zh-CN" altLang="en-US" sz="2800">
              <a:solidFill>
                <a:schemeClr val="tx1"/>
              </a:solidFill>
              <a:ea typeface="宋体" panose="02010600030101010101" pitchFamily="2" charset="-122"/>
            </a:endParaRPr>
          </a:p>
          <a:p>
            <a:pPr lvl="0">
              <a:buClr>
                <a:schemeClr val="bg2"/>
              </a:buClr>
              <a:buFont typeface="Monotype Sorts" pitchFamily="2" charset="2"/>
              <a:buNone/>
            </a:pPr>
            <a:r>
              <a:rPr lang="zh-CN" altLang="en-US" sz="2400" b="1">
                <a:solidFill>
                  <a:schemeClr val="tx1"/>
                </a:solidFill>
                <a:ea typeface="宋体" panose="02010600030101010101" pitchFamily="2" charset="-122"/>
              </a:rPr>
              <a:t>       </a:t>
            </a:r>
            <a:r>
              <a:rPr lang="en-US" altLang="zh-CN" sz="2400">
                <a:solidFill>
                  <a:schemeClr val="tx1"/>
                </a:solidFill>
                <a:ea typeface="宋体" panose="02010600030101010101" pitchFamily="2" charset="-122"/>
              </a:rPr>
              <a:t>char buff[4]=“abcde”;</a:t>
            </a:r>
            <a:endParaRPr lang="en-US" altLang="zh-CN" sz="2400">
              <a:solidFill>
                <a:schemeClr val="tx1"/>
              </a:solidFill>
              <a:ea typeface="宋体" panose="02010600030101010101" pitchFamily="2" charset="-122"/>
            </a:endParaRPr>
          </a:p>
          <a:p>
            <a:pPr lvl="0">
              <a:buClr>
                <a:schemeClr val="bg2"/>
              </a:buClr>
              <a:buFont typeface="Monotype Sorts" pitchFamily="2" charset="2"/>
              <a:buNone/>
            </a:pPr>
            <a:r>
              <a:rPr lang="en-US" altLang="zh-CN" sz="2400">
                <a:solidFill>
                  <a:schemeClr val="tx1"/>
                </a:solidFill>
                <a:ea typeface="宋体" panose="02010600030101010101" pitchFamily="2" charset="-122"/>
              </a:rPr>
              <a:t>       for(i=4;i&gt;=0;i--)</a:t>
            </a:r>
            <a:endParaRPr lang="en-US" altLang="zh-CN" sz="2400">
              <a:solidFill>
                <a:schemeClr val="tx1"/>
              </a:solidFill>
              <a:ea typeface="宋体" panose="02010600030101010101" pitchFamily="2" charset="-122"/>
            </a:endParaRPr>
          </a:p>
          <a:p>
            <a:pPr lvl="0">
              <a:buClr>
                <a:schemeClr val="bg2"/>
              </a:buClr>
              <a:buFont typeface="Monotype Sorts" pitchFamily="2" charset="2"/>
              <a:buNone/>
            </a:pPr>
            <a:r>
              <a:rPr lang="en-US" altLang="zh-CN" sz="2400">
                <a:solidFill>
                  <a:schemeClr val="tx1"/>
                </a:solidFill>
                <a:ea typeface="宋体" panose="02010600030101010101" pitchFamily="2" charset="-122"/>
              </a:rPr>
              <a:t>           printf("%c",buff[i]);</a:t>
            </a:r>
            <a:endParaRPr lang="en-US" altLang="zh-CN" sz="2400">
              <a:solidFill>
                <a:schemeClr val="tx1"/>
              </a:solidFill>
              <a:ea typeface="宋体" panose="02010600030101010101" pitchFamily="2" charset="-122"/>
            </a:endParaRPr>
          </a:p>
        </p:txBody>
      </p:sp>
      <p:pic>
        <p:nvPicPr>
          <p:cNvPr id="48131" name="图片 52227"/>
          <p:cNvPicPr>
            <a:picLocks noChangeAspect="1"/>
          </p:cNvPicPr>
          <p:nvPr/>
        </p:nvPicPr>
        <p:blipFill>
          <a:blip r:embed="rId1"/>
          <a:stretch>
            <a:fillRect/>
          </a:stretch>
        </p:blipFill>
        <p:spPr>
          <a:xfrm>
            <a:off x="1635125" y="3064510"/>
            <a:ext cx="5310188" cy="3252788"/>
          </a:xfrm>
          <a:prstGeom prst="rect">
            <a:avLst/>
          </a:prstGeom>
          <a:noFill/>
          <a:ln w="9525">
            <a:noFill/>
            <a:miter/>
          </a:ln>
        </p:spPr>
      </p:pic>
      <p:sp>
        <p:nvSpPr>
          <p:cNvPr id="48132" name="文本框 52228"/>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39</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222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53249"/>
          <p:cNvSpPr>
            <a:spLocks noGrp="1"/>
          </p:cNvSpPr>
          <p:nvPr>
            <p:ph type="title"/>
          </p:nvPr>
        </p:nvSpPr>
        <p:spPr>
          <a:xfrm>
            <a:off x="363538" y="595313"/>
            <a:ext cx="8393113" cy="574675"/>
          </a:xfrm>
        </p:spPr>
        <p:txBody>
          <a:bodyPr>
            <a:spAutoFit/>
          </a:bodyPr>
          <a:p>
            <a:pPr lvl="0"/>
            <a:r>
              <a:rPr lang="zh-CN" altLang="en-US" sz="3200">
                <a:solidFill>
                  <a:srgbClr val="990000"/>
                </a:solidFill>
                <a:latin typeface="Times New Roman" panose="02020603050405020304" charset="0"/>
                <a:ea typeface="宋体" panose="02010600030101010101" pitchFamily="2" charset="-122"/>
              </a:rPr>
              <a:t>系统调用与</a:t>
            </a:r>
            <a:r>
              <a:rPr lang="zh-CN" altLang="zh-CN" sz="3200">
                <a:solidFill>
                  <a:srgbClr val="990000"/>
                </a:solidFill>
                <a:latin typeface="Times New Roman" panose="02020603050405020304" charset="0"/>
                <a:ea typeface="宋体" panose="02010600030101010101" pitchFamily="2" charset="-122"/>
              </a:rPr>
              <a:t>访管指令</a:t>
            </a:r>
            <a:r>
              <a:rPr lang="zh-CN" altLang="en-US" sz="3200">
                <a:solidFill>
                  <a:srgbClr val="990000"/>
                </a:solidFill>
                <a:latin typeface="Times New Roman" panose="02020603050405020304" charset="0"/>
                <a:ea typeface="宋体" panose="02010600030101010101" pitchFamily="2" charset="-122"/>
              </a:rPr>
              <a:t>的</a:t>
            </a:r>
            <a:r>
              <a:rPr lang="zh-CN" altLang="zh-CN" sz="3200">
                <a:solidFill>
                  <a:srgbClr val="990000"/>
                </a:solidFill>
                <a:latin typeface="Times New Roman" panose="02020603050405020304" charset="0"/>
                <a:ea typeface="宋体" panose="02010600030101010101" pitchFamily="2" charset="-122"/>
              </a:rPr>
              <a:t>联系</a:t>
            </a:r>
            <a:endParaRPr lang="zh-CN" altLang="en-US" sz="3200">
              <a:solidFill>
                <a:srgbClr val="990000"/>
              </a:solidFill>
              <a:latin typeface="Times New Roman" panose="02020603050405020304" charset="0"/>
              <a:ea typeface="宋体" panose="02010600030101010101" pitchFamily="2" charset="-122"/>
            </a:endParaRPr>
          </a:p>
        </p:txBody>
      </p:sp>
      <p:sp>
        <p:nvSpPr>
          <p:cNvPr id="53251" name="文本占位符 53250"/>
          <p:cNvSpPr>
            <a:spLocks noGrp="1"/>
          </p:cNvSpPr>
          <p:nvPr>
            <p:ph idx="1"/>
          </p:nvPr>
        </p:nvSpPr>
        <p:spPr>
          <a:xfrm>
            <a:off x="671513" y="1476375"/>
            <a:ext cx="7802563" cy="2543810"/>
          </a:xfrm>
        </p:spPr>
        <p:txBody>
          <a:bodyPr wrap="square">
            <a:spAutoFit/>
          </a:bodyPr>
          <a:p>
            <a:pPr lvl="0"/>
            <a:r>
              <a:rPr lang="zh-CN" altLang="en-US" sz="2800">
                <a:solidFill>
                  <a:schemeClr val="tx1"/>
                </a:solidFill>
                <a:effectLst/>
                <a:ea typeface="宋体" panose="02010600030101010101" pitchFamily="2" charset="-122"/>
              </a:rPr>
              <a:t>系统调用</a:t>
            </a:r>
            <a:r>
              <a:rPr lang="zh-CN" altLang="zh-CN" sz="2800">
                <a:solidFill>
                  <a:schemeClr val="tx1"/>
                </a:solidFill>
                <a:effectLst/>
                <a:ea typeface="宋体" panose="02010600030101010101" pitchFamily="2" charset="-122"/>
              </a:rPr>
              <a:t>是操作系统提供的功能，由软件实现；访管指令是硬件指令，通过硬件实现。</a:t>
            </a:r>
            <a:r>
              <a:rPr lang="x-none" altLang="zh-CN" sz="2800">
                <a:solidFill>
                  <a:schemeClr val="tx1"/>
                </a:solidFill>
                <a:effectLst/>
                <a:ea typeface="宋体" panose="02010600030101010101" pitchFamily="2" charset="-122"/>
              </a:rPr>
              <a:t>（一般是一条中断指令）</a:t>
            </a:r>
            <a:endParaRPr lang="zh-CN" altLang="en-US" sz="2800">
              <a:solidFill>
                <a:schemeClr val="tx1"/>
              </a:solidFill>
              <a:effectLst/>
              <a:ea typeface="宋体" panose="02010600030101010101" pitchFamily="2" charset="-122"/>
            </a:endParaRPr>
          </a:p>
          <a:p>
            <a:pPr lvl="0"/>
            <a:r>
              <a:rPr lang="zh-CN" altLang="zh-CN" sz="2800">
                <a:solidFill>
                  <a:schemeClr val="tx1"/>
                </a:solidFill>
                <a:effectLst/>
                <a:ea typeface="宋体" panose="02010600030101010101" pitchFamily="2" charset="-122"/>
              </a:rPr>
              <a:t>系统调用在核心态运行，必须通过访管指令才能进入核心态，访管指令可以带有一个不同的功能号来区分不同的</a:t>
            </a:r>
            <a:r>
              <a:rPr lang="zh-CN" altLang="en-US" sz="2800">
                <a:solidFill>
                  <a:schemeClr val="tx1"/>
                </a:solidFill>
                <a:effectLst/>
                <a:ea typeface="宋体" panose="02010600030101010101" pitchFamily="2" charset="-122"/>
              </a:rPr>
              <a:t>系统调用</a:t>
            </a:r>
            <a:r>
              <a:rPr lang="zh-CN" altLang="zh-CN" sz="2800">
                <a:solidFill>
                  <a:schemeClr val="tx1"/>
                </a:solidFill>
                <a:effectLst/>
                <a:ea typeface="宋体" panose="02010600030101010101" pitchFamily="2" charset="-122"/>
              </a:rPr>
              <a:t>。</a:t>
            </a:r>
            <a:endParaRPr lang="zh-CN" altLang="zh-CN" sz="2800">
              <a:solidFill>
                <a:schemeClr val="tx1"/>
              </a:solidFill>
              <a:effectLst/>
              <a:ea typeface="宋体" panose="02010600030101010101" pitchFamily="2" charset="-122"/>
            </a:endParaRPr>
          </a:p>
        </p:txBody>
      </p:sp>
      <p:sp>
        <p:nvSpPr>
          <p:cNvPr id="49155" name="文本框 5325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40</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3251" grpId="0" animBg="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53249"/>
          <p:cNvSpPr>
            <a:spLocks noGrp="1"/>
          </p:cNvSpPr>
          <p:nvPr>
            <p:ph type="title"/>
          </p:nvPr>
        </p:nvSpPr>
        <p:spPr>
          <a:xfrm>
            <a:off x="381000" y="1555750"/>
            <a:ext cx="6673215" cy="534035"/>
          </a:xfrm>
        </p:spPr>
        <p:txBody>
          <a:bodyPr wrap="square">
            <a:spAutoFit/>
          </a:bodyPr>
          <a:p>
            <a:pPr lvl="0"/>
            <a:r>
              <a:rPr lang="zh-CN" altLang="en-US" sz="3200">
                <a:solidFill>
                  <a:srgbClr val="990000"/>
                </a:solidFill>
                <a:latin typeface="Times New Roman" panose="02020603050405020304" charset="0"/>
                <a:ea typeface="宋体" panose="02010600030101010101" pitchFamily="2" charset="-122"/>
              </a:rPr>
              <a:t>系统调用函数与一般库函数的区别</a:t>
            </a:r>
            <a:endParaRPr lang="zh-CN" altLang="en-US" sz="3200">
              <a:solidFill>
                <a:srgbClr val="990000"/>
              </a:solidFill>
              <a:latin typeface="Times New Roman" panose="02020603050405020304" charset="0"/>
              <a:ea typeface="宋体" panose="02010600030101010101" pitchFamily="2" charset="-122"/>
            </a:endParaRPr>
          </a:p>
        </p:txBody>
      </p:sp>
      <p:sp>
        <p:nvSpPr>
          <p:cNvPr id="53251" name="文本占位符 53250"/>
          <p:cNvSpPr>
            <a:spLocks noGrp="1"/>
          </p:cNvSpPr>
          <p:nvPr>
            <p:ph idx="1"/>
          </p:nvPr>
        </p:nvSpPr>
        <p:spPr>
          <a:xfrm>
            <a:off x="381000" y="2241550"/>
            <a:ext cx="7802563" cy="3487420"/>
          </a:xfrm>
        </p:spPr>
        <p:txBody>
          <a:bodyPr>
            <a:spAutoFit/>
          </a:bodyPr>
          <a:p>
            <a:pPr lvl="0"/>
            <a:r>
              <a:rPr lang="zh-CN" altLang="en-US">
                <a:solidFill>
                  <a:schemeClr val="tx1"/>
                </a:solidFill>
                <a:effectLst/>
                <a:ea typeface="宋体" panose="02010600030101010101" pitchFamily="2" charset="-122"/>
              </a:rPr>
              <a:t>系统调用代码属于</a:t>
            </a:r>
            <a:r>
              <a:rPr lang="en-US" altLang="zh-CN">
                <a:solidFill>
                  <a:schemeClr val="tx1"/>
                </a:solidFill>
                <a:effectLst/>
                <a:ea typeface="宋体" panose="02010600030101010101" pitchFamily="2" charset="-122"/>
              </a:rPr>
              <a:t>OS(</a:t>
            </a:r>
            <a:r>
              <a:rPr lang="zh-CN" altLang="en-US">
                <a:solidFill>
                  <a:schemeClr val="tx1"/>
                </a:solidFill>
                <a:effectLst/>
                <a:ea typeface="宋体" panose="02010600030101010101" pitchFamily="2" charset="-122"/>
              </a:rPr>
              <a:t>驻留在内存），库函数由</a:t>
            </a:r>
            <a:r>
              <a:rPr lang="zh-CN" altLang="zh-CN">
                <a:solidFill>
                  <a:schemeClr val="tx1"/>
                </a:solidFill>
                <a:effectLst/>
                <a:ea typeface="宋体" panose="02010600030101010101" pitchFamily="2" charset="-122"/>
              </a:rPr>
              <a:t>其他</a:t>
            </a:r>
            <a:r>
              <a:rPr lang="zh-CN" altLang="en-US">
                <a:solidFill>
                  <a:schemeClr val="tx1"/>
                </a:solidFill>
                <a:effectLst/>
                <a:ea typeface="宋体" panose="02010600030101010101" pitchFamily="2" charset="-122"/>
              </a:rPr>
              <a:t>软件提供，由编译工具链入用户程序</a:t>
            </a:r>
            <a:endParaRPr lang="zh-CN" altLang="en-US">
              <a:solidFill>
                <a:schemeClr val="tx1"/>
              </a:solidFill>
              <a:effectLst/>
              <a:ea typeface="宋体" panose="02010600030101010101" pitchFamily="2" charset="-122"/>
            </a:endParaRPr>
          </a:p>
          <a:p>
            <a:pPr lvl="0"/>
            <a:r>
              <a:rPr lang="zh-CN" altLang="en-US">
                <a:solidFill>
                  <a:schemeClr val="tx1"/>
                </a:solidFill>
                <a:effectLst/>
                <a:ea typeface="宋体" panose="02010600030101010101" pitchFamily="2" charset="-122"/>
              </a:rPr>
              <a:t>系统调用代码的执行引起</a:t>
            </a:r>
            <a:r>
              <a:rPr lang="en-US" altLang="zh-CN">
                <a:solidFill>
                  <a:schemeClr val="tx1"/>
                </a:solidFill>
                <a:effectLst/>
                <a:ea typeface="宋体" panose="02010600030101010101" pitchFamily="2" charset="-122"/>
              </a:rPr>
              <a:t>CPU</a:t>
            </a:r>
            <a:r>
              <a:rPr lang="zh-CN" altLang="en-US">
                <a:solidFill>
                  <a:schemeClr val="tx1"/>
                </a:solidFill>
                <a:effectLst/>
                <a:ea typeface="宋体" panose="02010600030101010101" pitchFamily="2" charset="-122"/>
              </a:rPr>
              <a:t>状态的变化：用户态</a:t>
            </a:r>
            <a:r>
              <a:rPr lang="en-US" altLang="zh-CN">
                <a:solidFill>
                  <a:schemeClr val="tx1"/>
                </a:solidFill>
                <a:effectLst/>
                <a:ea typeface="宋体" panose="02010600030101010101" pitchFamily="2" charset="-122"/>
              </a:rPr>
              <a:t>--&gt;</a:t>
            </a:r>
            <a:r>
              <a:rPr lang="zh-CN" altLang="en-US">
                <a:solidFill>
                  <a:schemeClr val="tx1"/>
                </a:solidFill>
                <a:effectLst/>
                <a:ea typeface="宋体" panose="02010600030101010101" pitchFamily="2" charset="-122"/>
                <a:sym typeface="Wingdings" panose="05000000000000000000" pitchFamily="2" charset="2"/>
              </a:rPr>
              <a:t>核心态，</a:t>
            </a:r>
            <a:endParaRPr lang="zh-CN" altLang="en-US">
              <a:solidFill>
                <a:schemeClr val="tx1"/>
              </a:solidFill>
              <a:effectLst/>
              <a:ea typeface="宋体" panose="02010600030101010101" pitchFamily="2" charset="-122"/>
              <a:sym typeface="Wingdings" panose="05000000000000000000" pitchFamily="2" charset="2"/>
            </a:endParaRPr>
          </a:p>
          <a:p>
            <a:pPr lvl="0"/>
            <a:r>
              <a:rPr lang="zh-CN" altLang="en-US">
                <a:solidFill>
                  <a:schemeClr val="tx1"/>
                </a:solidFill>
                <a:effectLst/>
                <a:ea typeface="宋体" panose="02010600030101010101" pitchFamily="2" charset="-122"/>
                <a:sym typeface="Wingdings" panose="05000000000000000000" pitchFamily="2" charset="2"/>
              </a:rPr>
              <a:t>库函数的执行不会引起</a:t>
            </a:r>
            <a:r>
              <a:rPr lang="en-US" altLang="zh-CN">
                <a:solidFill>
                  <a:schemeClr val="tx1"/>
                </a:solidFill>
                <a:effectLst/>
                <a:ea typeface="宋体" panose="02010600030101010101" pitchFamily="2" charset="-122"/>
                <a:sym typeface="Wingdings" panose="05000000000000000000" pitchFamily="2" charset="2"/>
              </a:rPr>
              <a:t>CPU</a:t>
            </a:r>
            <a:r>
              <a:rPr lang="zh-CN" altLang="en-US">
                <a:solidFill>
                  <a:schemeClr val="tx1"/>
                </a:solidFill>
                <a:effectLst/>
                <a:ea typeface="宋体" panose="02010600030101010101" pitchFamily="2" charset="-122"/>
                <a:sym typeface="Wingdings" panose="05000000000000000000" pitchFamily="2" charset="2"/>
              </a:rPr>
              <a:t>状态的变化：用户态</a:t>
            </a:r>
            <a:endParaRPr lang="zh-CN" altLang="en-US">
              <a:solidFill>
                <a:schemeClr val="tx1"/>
              </a:solidFill>
              <a:effectLst/>
              <a:ea typeface="宋体" panose="02010600030101010101" pitchFamily="2" charset="-122"/>
            </a:endParaRPr>
          </a:p>
        </p:txBody>
      </p:sp>
      <p:sp>
        <p:nvSpPr>
          <p:cNvPr id="50179" name="文本框 5325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40</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2" name="文本框 1"/>
          <p:cNvSpPr txBox="1"/>
          <p:nvPr/>
        </p:nvSpPr>
        <p:spPr>
          <a:xfrm>
            <a:off x="381000" y="747395"/>
            <a:ext cx="8429625" cy="521970"/>
          </a:xfrm>
          <a:prstGeom prst="rect">
            <a:avLst/>
          </a:prstGeom>
          <a:noFill/>
        </p:spPr>
        <p:txBody>
          <a:bodyPr wrap="square" rtlCol="0" anchor="t">
            <a:spAutoFit/>
          </a:bodyPr>
          <a:p>
            <a:r>
              <a:rPr lang="zh-CN" altLang="en-US" sz="2800" b="0">
                <a:solidFill>
                  <a:schemeClr val="tx1"/>
                </a:solidFill>
                <a:effectLst/>
                <a:sym typeface="+mn-ea"/>
              </a:rPr>
              <a:t>系统调用一般都封装成高级语言函数的形式</a:t>
            </a:r>
            <a:endParaRPr lang="zh-CN" altLang="en-US" sz="2800" b="0">
              <a:solidFill>
                <a:schemeClr val="tx1"/>
              </a:solidFill>
              <a:effectLst/>
              <a:sym typeface="+mn-ea"/>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53251" grpId="0" animBg="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1201" name="组合 54273"/>
          <p:cNvGrpSpPr/>
          <p:nvPr/>
        </p:nvGrpSpPr>
        <p:grpSpPr>
          <a:xfrm>
            <a:off x="1652588" y="1179513"/>
            <a:ext cx="6169025" cy="4360862"/>
            <a:chOff x="0" y="0"/>
            <a:chExt cx="3886" cy="2747"/>
          </a:xfrm>
        </p:grpSpPr>
        <p:sp>
          <p:nvSpPr>
            <p:cNvPr id="51202" name="文本框 54274"/>
            <p:cNvSpPr txBox="1"/>
            <p:nvPr/>
          </p:nvSpPr>
          <p:spPr>
            <a:xfrm>
              <a:off x="526" y="1680"/>
              <a:ext cx="2331" cy="528"/>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000" b="0" dirty="0">
                  <a:solidFill>
                    <a:srgbClr val="006600"/>
                  </a:solidFill>
                  <a:latin typeface="Arial" panose="02080604020202020204" pitchFamily="34" charset="0"/>
                  <a:ea typeface="宋体" panose="02010600030101010101" pitchFamily="2" charset="-122"/>
                </a:rPr>
                <a:t>                                 </a:t>
              </a:r>
              <a:r>
                <a:rPr lang="zh-CN" altLang="en-US" sz="1600" b="0" dirty="0">
                  <a:solidFill>
                    <a:srgbClr val="006600"/>
                  </a:solidFill>
                  <a:latin typeface="Arial" panose="02080604020202020204" pitchFamily="34" charset="0"/>
                  <a:ea typeface="宋体" panose="02010600030101010101" pitchFamily="2" charset="-122"/>
                </a:rPr>
                <a:t>操作系统</a:t>
              </a:r>
              <a:endParaRPr lang="zh-CN" altLang="en-US" sz="1600" b="0" dirty="0">
                <a:solidFill>
                  <a:srgbClr val="006600"/>
                </a:solidFill>
                <a:latin typeface="Arial" panose="02080604020202020204" pitchFamily="34" charset="0"/>
                <a:ea typeface="宋体" panose="02010600030101010101" pitchFamily="2" charset="-122"/>
              </a:endParaRPr>
            </a:p>
            <a:p>
              <a:pPr lvl="0" algn="just" eaLnBrk="0" hangingPunct="0"/>
              <a:r>
                <a:rPr lang="en-US" altLang="x-none" sz="1600" b="0">
                  <a:solidFill>
                    <a:srgbClr val="006600"/>
                  </a:solidFill>
                  <a:latin typeface="Arial" panose="02080604020202020204" pitchFamily="34" charset="0"/>
                  <a:ea typeface="宋体" panose="02010600030101010101" pitchFamily="2" charset="-122"/>
                </a:rPr>
                <a:t>(</a:t>
              </a:r>
              <a:r>
                <a:rPr lang="zh-CN" altLang="en-US" sz="1600" b="0" dirty="0">
                  <a:solidFill>
                    <a:srgbClr val="006600"/>
                  </a:solidFill>
                  <a:latin typeface="Arial" panose="02080604020202020204" pitchFamily="34" charset="0"/>
                  <a:ea typeface="宋体" panose="02010600030101010101" pitchFamily="2" charset="-122"/>
                </a:rPr>
                <a:t>进程管理、存储管理、文件管理、设备管理等、进程间通信</a:t>
              </a:r>
              <a:r>
                <a:rPr lang="en-US" altLang="x-none" sz="1600" b="0">
                  <a:solidFill>
                    <a:srgbClr val="006600"/>
                  </a:solidFill>
                  <a:latin typeface="Arial" panose="02080604020202020204" pitchFamily="34" charset="0"/>
                  <a:ea typeface="宋体" panose="02010600030101010101" pitchFamily="2" charset="-122"/>
                </a:rPr>
                <a:t>)</a:t>
              </a:r>
              <a:endParaRPr lang="en-US" altLang="x-none" sz="1600" b="0">
                <a:solidFill>
                  <a:srgbClr val="006600"/>
                </a:solidFill>
                <a:latin typeface="Arial" panose="02080604020202020204" pitchFamily="34" charset="0"/>
                <a:ea typeface="宋体" panose="02010600030101010101" pitchFamily="2" charset="-122"/>
              </a:endParaRPr>
            </a:p>
          </p:txBody>
        </p:sp>
        <p:sp>
          <p:nvSpPr>
            <p:cNvPr id="51203" name="文本框 54275"/>
            <p:cNvSpPr txBox="1"/>
            <p:nvPr/>
          </p:nvSpPr>
          <p:spPr>
            <a:xfrm>
              <a:off x="695" y="1084"/>
              <a:ext cx="1943" cy="548"/>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000" b="0" dirty="0">
                  <a:solidFill>
                    <a:srgbClr val="006600"/>
                  </a:solidFill>
                  <a:latin typeface="Arial" panose="02080604020202020204" pitchFamily="34" charset="0"/>
                  <a:ea typeface="宋体" panose="02010600030101010101" pitchFamily="2" charset="-122"/>
                </a:rPr>
                <a:t>                      </a:t>
              </a:r>
              <a:r>
                <a:rPr lang="zh-CN" altLang="en-US" sz="1600" b="0" dirty="0">
                  <a:solidFill>
                    <a:srgbClr val="006600"/>
                  </a:solidFill>
                  <a:latin typeface="Arial" panose="02080604020202020204" pitchFamily="34" charset="0"/>
                  <a:ea typeface="宋体" panose="02010600030101010101" pitchFamily="2" charset="-122"/>
                </a:rPr>
                <a:t>标准库函数</a:t>
              </a:r>
              <a:endParaRPr lang="zh-CN" altLang="en-US" sz="1600" b="0" dirty="0">
                <a:solidFill>
                  <a:srgbClr val="006600"/>
                </a:solidFill>
                <a:latin typeface="Arial" panose="02080604020202020204" pitchFamily="34" charset="0"/>
                <a:ea typeface="宋体" panose="02010600030101010101" pitchFamily="2" charset="-122"/>
              </a:endParaRPr>
            </a:p>
            <a:p>
              <a:pPr lvl="0" algn="just" eaLnBrk="0" hangingPunct="0"/>
              <a:r>
                <a:rPr lang="en-US" altLang="x-none" sz="1600" b="0">
                  <a:solidFill>
                    <a:srgbClr val="006600"/>
                  </a:solidFill>
                  <a:latin typeface="Arial" panose="02080604020202020204" pitchFamily="34" charset="0"/>
                  <a:ea typeface="宋体" panose="02010600030101010101" pitchFamily="2" charset="-122"/>
                </a:rPr>
                <a:t>(</a:t>
              </a:r>
              <a:r>
                <a:rPr lang="zh-CN" altLang="en-US" sz="1600" b="0" dirty="0">
                  <a:solidFill>
                    <a:srgbClr val="006600"/>
                  </a:solidFill>
                  <a:latin typeface="Arial" panose="02080604020202020204" pitchFamily="34" charset="0"/>
                  <a:ea typeface="宋体" panose="02010600030101010101" pitchFamily="2" charset="-122"/>
                </a:rPr>
                <a:t>打开、关闭、读、写、创建、撤销等</a:t>
              </a:r>
              <a:r>
                <a:rPr lang="en-US" altLang="x-none" sz="1600" b="0">
                  <a:solidFill>
                    <a:srgbClr val="006600"/>
                  </a:solidFill>
                  <a:latin typeface="Arial" panose="02080604020202020204" pitchFamily="34" charset="0"/>
                  <a:ea typeface="宋体" panose="02010600030101010101" pitchFamily="2" charset="-122"/>
                </a:rPr>
                <a:t>)</a:t>
              </a:r>
              <a:endParaRPr lang="en-US" altLang="x-none" sz="1600" b="0">
                <a:solidFill>
                  <a:srgbClr val="006600"/>
                </a:solidFill>
                <a:latin typeface="Arial" panose="02080604020202020204" pitchFamily="34" charset="0"/>
                <a:ea typeface="宋体" panose="02010600030101010101" pitchFamily="2" charset="-122"/>
              </a:endParaRPr>
            </a:p>
          </p:txBody>
        </p:sp>
        <p:sp>
          <p:nvSpPr>
            <p:cNvPr id="51204" name="文本框 54276"/>
            <p:cNvSpPr txBox="1"/>
            <p:nvPr/>
          </p:nvSpPr>
          <p:spPr>
            <a:xfrm>
              <a:off x="893" y="576"/>
              <a:ext cx="1457" cy="45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000" b="0" dirty="0">
                  <a:solidFill>
                    <a:srgbClr val="006600"/>
                  </a:solidFill>
                  <a:latin typeface="Arial" panose="02080604020202020204" pitchFamily="34" charset="0"/>
                  <a:ea typeface="宋体" panose="02010600030101010101" pitchFamily="2" charset="-122"/>
                </a:rPr>
                <a:t>  </a:t>
              </a:r>
              <a:r>
                <a:rPr lang="zh-CN" altLang="en-US" sz="1400" b="0" dirty="0">
                  <a:solidFill>
                    <a:srgbClr val="006600"/>
                  </a:solidFill>
                  <a:latin typeface="Arial" panose="02080604020202020204" pitchFamily="34" charset="0"/>
                  <a:ea typeface="宋体" panose="02010600030101010101" pitchFamily="2" charset="-122"/>
                </a:rPr>
                <a:t>标准系统程序</a:t>
              </a:r>
              <a:r>
                <a:rPr lang="en-US" altLang="x-none" sz="1400" b="0">
                  <a:solidFill>
                    <a:srgbClr val="006600"/>
                  </a:solidFill>
                  <a:latin typeface="Arial" panose="02080604020202020204" pitchFamily="34" charset="0"/>
                  <a:ea typeface="宋体" panose="02010600030101010101" pitchFamily="2" charset="-122"/>
                </a:rPr>
                <a:t>(</a:t>
              </a:r>
              <a:r>
                <a:rPr lang="zh-CN" altLang="en-US" sz="1400" b="0" dirty="0">
                  <a:solidFill>
                    <a:srgbClr val="006600"/>
                  </a:solidFill>
                  <a:latin typeface="Arial" panose="02080604020202020204" pitchFamily="34" charset="0"/>
                  <a:ea typeface="宋体" panose="02010600030101010101" pitchFamily="2" charset="-122"/>
                </a:rPr>
                <a:t>实用程序</a:t>
              </a:r>
              <a:r>
                <a:rPr lang="en-US" altLang="x-none" sz="1400" b="0">
                  <a:solidFill>
                    <a:srgbClr val="006600"/>
                  </a:solidFill>
                  <a:latin typeface="Arial" panose="02080604020202020204" pitchFamily="34" charset="0"/>
                  <a:ea typeface="宋体" panose="02010600030101010101" pitchFamily="2" charset="-122"/>
                </a:rPr>
                <a:t>)</a:t>
              </a:r>
              <a:endParaRPr lang="en-US" altLang="x-none" sz="1400" b="0">
                <a:solidFill>
                  <a:srgbClr val="006600"/>
                </a:solidFill>
                <a:latin typeface="Arial" panose="02080604020202020204" pitchFamily="34" charset="0"/>
                <a:ea typeface="宋体" panose="02010600030101010101" pitchFamily="2" charset="-122"/>
              </a:endParaRPr>
            </a:p>
            <a:p>
              <a:pPr lvl="0" algn="just" eaLnBrk="0" hangingPunct="0"/>
              <a:r>
                <a:rPr lang="en-US" altLang="x-none" sz="1400" b="0">
                  <a:solidFill>
                    <a:srgbClr val="006600"/>
                  </a:solidFill>
                  <a:latin typeface="Arial" panose="02080604020202020204" pitchFamily="34" charset="0"/>
                  <a:ea typeface="宋体" panose="02010600030101010101" pitchFamily="2" charset="-122"/>
                </a:rPr>
                <a:t>(</a:t>
              </a:r>
              <a:r>
                <a:rPr lang="zh-CN" altLang="en-US" sz="1400" b="0" dirty="0">
                  <a:solidFill>
                    <a:srgbClr val="006600"/>
                  </a:solidFill>
                  <a:latin typeface="Arial" panose="02080604020202020204" pitchFamily="34" charset="0"/>
                  <a:ea typeface="宋体" panose="02010600030101010101" pitchFamily="2" charset="-122"/>
                </a:rPr>
                <a:t>汇编、编译、编辑、</a:t>
              </a:r>
              <a:r>
                <a:rPr lang="en-US" altLang="x-none" sz="1400" b="0">
                  <a:solidFill>
                    <a:srgbClr val="006600"/>
                  </a:solidFill>
                  <a:latin typeface="Arial" panose="02080604020202020204" pitchFamily="34" charset="0"/>
                  <a:ea typeface="宋体" panose="02010600030101010101" pitchFamily="2" charset="-122"/>
                </a:rPr>
                <a:t>Shell</a:t>
              </a:r>
              <a:r>
                <a:rPr lang="zh-CN" altLang="en-US" sz="1400" b="0" dirty="0">
                  <a:solidFill>
                    <a:srgbClr val="006600"/>
                  </a:solidFill>
                  <a:latin typeface="Arial" panose="02080604020202020204" pitchFamily="34" charset="0"/>
                  <a:ea typeface="宋体" panose="02010600030101010101" pitchFamily="2" charset="-122"/>
                </a:rPr>
                <a:t>等</a:t>
              </a:r>
              <a:r>
                <a:rPr lang="en-US" altLang="x-none" sz="1400" b="0">
                  <a:solidFill>
                    <a:srgbClr val="006600"/>
                  </a:solidFill>
                  <a:latin typeface="Arial" panose="02080604020202020204" pitchFamily="34" charset="0"/>
                  <a:ea typeface="宋体" panose="02010600030101010101" pitchFamily="2" charset="-122"/>
                </a:rPr>
                <a:t>)</a:t>
              </a:r>
              <a:endParaRPr lang="en-US" altLang="x-none" sz="1400" b="0">
                <a:solidFill>
                  <a:srgbClr val="006600"/>
                </a:solidFill>
                <a:latin typeface="Arial" panose="02080604020202020204" pitchFamily="34" charset="0"/>
                <a:ea typeface="宋体" panose="02010600030101010101" pitchFamily="2" charset="-122"/>
              </a:endParaRPr>
            </a:p>
          </p:txBody>
        </p:sp>
        <p:sp>
          <p:nvSpPr>
            <p:cNvPr id="51205" name="文本框 54277"/>
            <p:cNvSpPr txBox="1"/>
            <p:nvPr/>
          </p:nvSpPr>
          <p:spPr>
            <a:xfrm>
              <a:off x="1238" y="254"/>
              <a:ext cx="680" cy="2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000" b="0" dirty="0">
                  <a:solidFill>
                    <a:srgbClr val="006600"/>
                  </a:solidFill>
                  <a:latin typeface="Arial" panose="02080604020202020204" pitchFamily="34" charset="0"/>
                  <a:ea typeface="宋体" panose="02010600030101010101" pitchFamily="2" charset="-122"/>
                </a:rPr>
                <a:t>       </a:t>
              </a:r>
              <a:r>
                <a:rPr lang="zh-CN" altLang="en-US" sz="1600" b="0" dirty="0">
                  <a:solidFill>
                    <a:srgbClr val="006600"/>
                  </a:solidFill>
                  <a:latin typeface="Arial" panose="02080604020202020204" pitchFamily="34" charset="0"/>
                  <a:ea typeface="宋体" panose="02010600030101010101" pitchFamily="2" charset="-122"/>
                </a:rPr>
                <a:t>用户</a:t>
              </a:r>
              <a:endParaRPr lang="zh-CN" altLang="en-US" sz="1600" b="0" dirty="0">
                <a:solidFill>
                  <a:srgbClr val="006600"/>
                </a:solidFill>
                <a:latin typeface="Arial" panose="02080604020202020204" pitchFamily="34" charset="0"/>
                <a:ea typeface="宋体" panose="02010600030101010101" pitchFamily="2" charset="-122"/>
              </a:endParaRPr>
            </a:p>
          </p:txBody>
        </p:sp>
        <p:sp>
          <p:nvSpPr>
            <p:cNvPr id="51206" name="文本框 54278"/>
            <p:cNvSpPr txBox="1"/>
            <p:nvPr/>
          </p:nvSpPr>
          <p:spPr>
            <a:xfrm>
              <a:off x="2040" y="0"/>
              <a:ext cx="583" cy="27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400" b="0" dirty="0">
                  <a:solidFill>
                    <a:srgbClr val="006600"/>
                  </a:solidFill>
                  <a:latin typeface="Arial" panose="02080604020202020204" pitchFamily="34" charset="0"/>
                  <a:ea typeface="宋体" panose="02010600030101010101" pitchFamily="2" charset="-122"/>
                </a:rPr>
                <a:t>用户接口</a:t>
              </a:r>
              <a:endParaRPr lang="zh-CN" altLang="en-US" sz="1400" b="0" dirty="0">
                <a:solidFill>
                  <a:srgbClr val="006600"/>
                </a:solidFill>
                <a:latin typeface="Arial" panose="02080604020202020204" pitchFamily="34" charset="0"/>
                <a:ea typeface="宋体" panose="02010600030101010101" pitchFamily="2" charset="-122"/>
              </a:endParaRPr>
            </a:p>
          </p:txBody>
        </p:sp>
        <p:sp>
          <p:nvSpPr>
            <p:cNvPr id="51207" name="文本框 54279"/>
            <p:cNvSpPr txBox="1"/>
            <p:nvPr/>
          </p:nvSpPr>
          <p:spPr>
            <a:xfrm>
              <a:off x="2720" y="365"/>
              <a:ext cx="686" cy="307"/>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400" b="0" dirty="0">
                  <a:solidFill>
                    <a:srgbClr val="006600"/>
                  </a:solidFill>
                  <a:latin typeface="Arial" panose="02080604020202020204" pitchFamily="34" charset="0"/>
                  <a:ea typeface="宋体" panose="02010600030101010101" pitchFamily="2" charset="-122"/>
                </a:rPr>
                <a:t>库函数</a:t>
              </a:r>
              <a:endParaRPr lang="zh-CN" altLang="en-US" sz="1400" b="0" dirty="0">
                <a:solidFill>
                  <a:srgbClr val="006600"/>
                </a:solidFill>
                <a:latin typeface="Arial" panose="02080604020202020204" pitchFamily="34" charset="0"/>
                <a:ea typeface="宋体" panose="02010600030101010101" pitchFamily="2" charset="-122"/>
              </a:endParaRPr>
            </a:p>
            <a:p>
              <a:pPr lvl="0" algn="just" eaLnBrk="0" hangingPunct="0"/>
              <a:r>
                <a:rPr lang="zh-CN" altLang="en-US" sz="1400" b="0" dirty="0">
                  <a:solidFill>
                    <a:srgbClr val="006600"/>
                  </a:solidFill>
                  <a:latin typeface="Arial" panose="02080604020202020204" pitchFamily="34" charset="0"/>
                  <a:ea typeface="宋体" panose="02010600030101010101" pitchFamily="2" charset="-122"/>
                </a:rPr>
                <a:t>接口</a:t>
              </a:r>
              <a:endParaRPr lang="zh-CN" altLang="en-US" sz="1400" b="0" dirty="0">
                <a:solidFill>
                  <a:srgbClr val="006600"/>
                </a:solidFill>
                <a:latin typeface="Arial" panose="02080604020202020204" pitchFamily="34" charset="0"/>
                <a:ea typeface="宋体" panose="02010600030101010101" pitchFamily="2" charset="-122"/>
              </a:endParaRPr>
            </a:p>
          </p:txBody>
        </p:sp>
        <p:sp>
          <p:nvSpPr>
            <p:cNvPr id="51208" name="文本框 54280"/>
            <p:cNvSpPr txBox="1"/>
            <p:nvPr/>
          </p:nvSpPr>
          <p:spPr>
            <a:xfrm>
              <a:off x="3109" y="914"/>
              <a:ext cx="777" cy="334"/>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400" b="0" dirty="0">
                  <a:solidFill>
                    <a:srgbClr val="006600"/>
                  </a:solidFill>
                  <a:latin typeface="Arial" panose="02080604020202020204" pitchFamily="34" charset="0"/>
                  <a:ea typeface="宋体" panose="02010600030101010101" pitchFamily="2" charset="-122"/>
                </a:rPr>
                <a:t>系统调用</a:t>
              </a:r>
              <a:endParaRPr lang="zh-CN" altLang="en-US" sz="1400" b="0" dirty="0">
                <a:solidFill>
                  <a:srgbClr val="006600"/>
                </a:solidFill>
                <a:latin typeface="Arial" panose="02080604020202020204" pitchFamily="34" charset="0"/>
                <a:ea typeface="宋体" panose="02010600030101010101" pitchFamily="2" charset="-122"/>
              </a:endParaRPr>
            </a:p>
            <a:p>
              <a:pPr lvl="0" algn="just" eaLnBrk="0" hangingPunct="0"/>
              <a:r>
                <a:rPr lang="zh-CN" altLang="en-US" sz="1400" b="0" dirty="0">
                  <a:solidFill>
                    <a:srgbClr val="006600"/>
                  </a:solidFill>
                  <a:latin typeface="Arial" panose="02080604020202020204" pitchFamily="34" charset="0"/>
                  <a:ea typeface="宋体" panose="02010600030101010101" pitchFamily="2" charset="-122"/>
                </a:rPr>
                <a:t>接口</a:t>
              </a:r>
              <a:endParaRPr lang="zh-CN" altLang="en-US" sz="1400" b="0" dirty="0">
                <a:solidFill>
                  <a:srgbClr val="006600"/>
                </a:solidFill>
                <a:latin typeface="Arial" panose="02080604020202020204" pitchFamily="34" charset="0"/>
                <a:ea typeface="宋体" panose="02010600030101010101" pitchFamily="2" charset="-122"/>
              </a:endParaRPr>
            </a:p>
          </p:txBody>
        </p:sp>
        <p:sp>
          <p:nvSpPr>
            <p:cNvPr id="51209" name="直接连接符 54281"/>
            <p:cNvSpPr/>
            <p:nvPr/>
          </p:nvSpPr>
          <p:spPr>
            <a:xfrm flipH="1">
              <a:off x="1918" y="274"/>
              <a:ext cx="219" cy="350"/>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51210" name="直接连接符 54282"/>
            <p:cNvSpPr/>
            <p:nvPr/>
          </p:nvSpPr>
          <p:spPr>
            <a:xfrm flipH="1">
              <a:off x="2398" y="639"/>
              <a:ext cx="322" cy="465"/>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51211" name="直接连接符 54283"/>
            <p:cNvSpPr/>
            <p:nvPr/>
          </p:nvSpPr>
          <p:spPr>
            <a:xfrm flipH="1">
              <a:off x="2686" y="1188"/>
              <a:ext cx="423" cy="492"/>
            </a:xfrm>
            <a:prstGeom prst="line">
              <a:avLst/>
            </a:prstGeom>
            <a:ln w="9525" cap="flat" cmpd="sng">
              <a:solidFill>
                <a:srgbClr val="000000"/>
              </a:solidFill>
              <a:prstDash val="solid"/>
              <a:round/>
              <a:headEnd type="none" w="med" len="med"/>
              <a:tailEnd type="triangl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51212" name="文本框 54284"/>
            <p:cNvSpPr txBox="1"/>
            <p:nvPr/>
          </p:nvSpPr>
          <p:spPr>
            <a:xfrm>
              <a:off x="389" y="2256"/>
              <a:ext cx="2585" cy="491"/>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algn="just" eaLnBrk="0" hangingPunct="0"/>
              <a:r>
                <a:rPr lang="zh-CN" altLang="en-US" sz="1000" b="0" dirty="0">
                  <a:solidFill>
                    <a:srgbClr val="006600"/>
                  </a:solidFill>
                  <a:latin typeface="Arial" panose="02080604020202020204" pitchFamily="34" charset="0"/>
                  <a:ea typeface="宋体" panose="02010600030101010101" pitchFamily="2" charset="-122"/>
                </a:rPr>
                <a:t>                                         </a:t>
              </a:r>
              <a:r>
                <a:rPr lang="zh-CN" altLang="en-US" sz="1600" b="0" dirty="0">
                  <a:solidFill>
                    <a:srgbClr val="006600"/>
                  </a:solidFill>
                  <a:latin typeface="Arial" panose="02080604020202020204" pitchFamily="34" charset="0"/>
                  <a:ea typeface="宋体" panose="02010600030101010101" pitchFamily="2" charset="-122"/>
                </a:rPr>
                <a:t>硬件</a:t>
              </a:r>
              <a:endParaRPr lang="zh-CN" altLang="en-US" sz="1600" b="0" dirty="0">
                <a:solidFill>
                  <a:srgbClr val="006600"/>
                </a:solidFill>
                <a:latin typeface="Arial" panose="02080604020202020204" pitchFamily="34" charset="0"/>
                <a:ea typeface="宋体" panose="02010600030101010101" pitchFamily="2" charset="-122"/>
              </a:endParaRPr>
            </a:p>
            <a:p>
              <a:pPr lvl="0" algn="just" eaLnBrk="0" hangingPunct="0"/>
              <a:r>
                <a:rPr lang="zh-CN" altLang="en-US" sz="1600" b="0" dirty="0">
                  <a:solidFill>
                    <a:srgbClr val="006600"/>
                  </a:solidFill>
                  <a:latin typeface="Arial" panose="02080604020202020204" pitchFamily="34" charset="0"/>
                  <a:ea typeface="宋体" panose="02010600030101010101" pitchFamily="2" charset="-122"/>
                </a:rPr>
                <a:t> </a:t>
              </a:r>
              <a:r>
                <a:rPr lang="en-US" altLang="x-none" sz="1600" b="0">
                  <a:solidFill>
                    <a:srgbClr val="006600"/>
                  </a:solidFill>
                  <a:latin typeface="Arial" panose="02080604020202020204" pitchFamily="34" charset="0"/>
                  <a:ea typeface="宋体" panose="02010600030101010101" pitchFamily="2" charset="-122"/>
                </a:rPr>
                <a:t>(</a:t>
              </a:r>
              <a:r>
                <a:rPr lang="zh-CN" altLang="en-US" sz="1600" b="0" dirty="0">
                  <a:solidFill>
                    <a:srgbClr val="006600"/>
                  </a:solidFill>
                  <a:latin typeface="Arial" panose="02080604020202020204" pitchFamily="34" charset="0"/>
                  <a:ea typeface="宋体" panose="02010600030101010101" pitchFamily="2" charset="-122"/>
                </a:rPr>
                <a:t>处理器、存储器、磁盘、打印机、终端等</a:t>
              </a:r>
              <a:r>
                <a:rPr lang="en-US" altLang="x-none" sz="1600" b="0">
                  <a:solidFill>
                    <a:srgbClr val="006600"/>
                  </a:solidFill>
                  <a:latin typeface="Arial" panose="02080604020202020204" pitchFamily="34" charset="0"/>
                  <a:ea typeface="宋体" panose="02010600030101010101" pitchFamily="2" charset="-122"/>
                </a:rPr>
                <a:t>)</a:t>
              </a:r>
              <a:endParaRPr lang="en-US" altLang="x-none" sz="1600" b="0">
                <a:solidFill>
                  <a:srgbClr val="006600"/>
                </a:solidFill>
                <a:latin typeface="Arial" panose="02080604020202020204" pitchFamily="34" charset="0"/>
                <a:ea typeface="宋体" panose="02010600030101010101" pitchFamily="2" charset="-122"/>
              </a:endParaRPr>
            </a:p>
          </p:txBody>
        </p:sp>
        <p:sp>
          <p:nvSpPr>
            <p:cNvPr id="51213" name="文本框 54285"/>
            <p:cNvSpPr txBox="1"/>
            <p:nvPr/>
          </p:nvSpPr>
          <p:spPr>
            <a:xfrm>
              <a:off x="0" y="864"/>
              <a:ext cx="292" cy="548"/>
            </a:xfrm>
            <a:prstGeom prst="rect">
              <a:avLst/>
            </a:prstGeom>
            <a:solidFill>
              <a:srgbClr val="FFFFFF"/>
            </a:solidFill>
            <a:ln w="9525" cap="flat" cmpd="sng">
              <a:solidFill>
                <a:srgbClr val="FFFFFF"/>
              </a:solidFill>
              <a:prstDash val="solid"/>
              <a:miter/>
              <a:headEnd type="none" w="med" len="med"/>
              <a:tailEnd type="none" w="med" len="med"/>
            </a:ln>
          </p:spPr>
          <p:txBody>
            <a:bodyPr anchor="t"/>
            <a:p>
              <a:pPr lvl="0" eaLnBrk="0" hangingPunct="0"/>
              <a:r>
                <a:rPr lang="zh-CN" altLang="en-US" sz="1600" b="0" dirty="0">
                  <a:solidFill>
                    <a:srgbClr val="006600"/>
                  </a:solidFill>
                  <a:latin typeface="Arial" panose="02080604020202020204" pitchFamily="34" charset="0"/>
                  <a:ea typeface="宋体" panose="02010600030101010101" pitchFamily="2" charset="-122"/>
                </a:rPr>
                <a:t>用</a:t>
              </a:r>
              <a:endParaRPr lang="zh-CN" altLang="en-US" sz="1600" b="0" dirty="0">
                <a:solidFill>
                  <a:srgbClr val="006600"/>
                </a:solidFill>
                <a:latin typeface="Arial" panose="02080604020202020204" pitchFamily="34" charset="0"/>
                <a:ea typeface="宋体" panose="02010600030101010101" pitchFamily="2" charset="-122"/>
              </a:endParaRPr>
            </a:p>
            <a:p>
              <a:pPr lvl="0" eaLnBrk="0" hangingPunct="0"/>
              <a:r>
                <a:rPr lang="zh-CN" altLang="en-US" sz="1600" b="0" dirty="0">
                  <a:solidFill>
                    <a:srgbClr val="006600"/>
                  </a:solidFill>
                  <a:latin typeface="Arial" panose="02080604020202020204" pitchFamily="34" charset="0"/>
                  <a:ea typeface="宋体" panose="02010600030101010101" pitchFamily="2" charset="-122"/>
                </a:rPr>
                <a:t>户</a:t>
              </a:r>
              <a:endParaRPr lang="zh-CN" altLang="en-US" sz="1600" b="0" dirty="0">
                <a:solidFill>
                  <a:srgbClr val="006600"/>
                </a:solidFill>
                <a:latin typeface="Arial" panose="02080604020202020204" pitchFamily="34" charset="0"/>
                <a:ea typeface="宋体" panose="02010600030101010101" pitchFamily="2" charset="-122"/>
              </a:endParaRPr>
            </a:p>
            <a:p>
              <a:pPr lvl="0" eaLnBrk="0" hangingPunct="0"/>
              <a:r>
                <a:rPr lang="zh-CN" altLang="en-US" sz="1600" b="0" dirty="0">
                  <a:solidFill>
                    <a:srgbClr val="006600"/>
                  </a:solidFill>
                  <a:latin typeface="Arial" panose="02080604020202020204" pitchFamily="34" charset="0"/>
                  <a:ea typeface="宋体" panose="02010600030101010101" pitchFamily="2" charset="-122"/>
                </a:rPr>
                <a:t>态</a:t>
              </a:r>
              <a:endParaRPr lang="zh-CN" altLang="en-US" sz="1600" b="0" dirty="0">
                <a:solidFill>
                  <a:srgbClr val="006600"/>
                </a:solidFill>
                <a:latin typeface="Arial" panose="02080604020202020204" pitchFamily="34" charset="0"/>
                <a:ea typeface="宋体" panose="02010600030101010101" pitchFamily="2" charset="-122"/>
              </a:endParaRPr>
            </a:p>
          </p:txBody>
        </p:sp>
        <p:sp>
          <p:nvSpPr>
            <p:cNvPr id="51214" name="文本框 54286"/>
            <p:cNvSpPr txBox="1"/>
            <p:nvPr/>
          </p:nvSpPr>
          <p:spPr>
            <a:xfrm>
              <a:off x="0" y="1692"/>
              <a:ext cx="238" cy="468"/>
            </a:xfrm>
            <a:prstGeom prst="rect">
              <a:avLst/>
            </a:prstGeom>
            <a:solidFill>
              <a:srgbClr val="FFFFFF"/>
            </a:solidFill>
            <a:ln w="9525" cap="flat" cmpd="sng">
              <a:solidFill>
                <a:srgbClr val="FFFFFF"/>
              </a:solidFill>
              <a:prstDash val="solid"/>
              <a:miter/>
              <a:headEnd type="none" w="med" len="med"/>
              <a:tailEnd type="none" w="med" len="med"/>
            </a:ln>
          </p:spPr>
          <p:txBody>
            <a:bodyPr anchor="t"/>
            <a:p>
              <a:pPr lvl="0" eaLnBrk="0" hangingPunct="0"/>
              <a:r>
                <a:rPr lang="zh-CN" altLang="en-US" sz="1600" b="0" dirty="0">
                  <a:solidFill>
                    <a:srgbClr val="006600"/>
                  </a:solidFill>
                  <a:latin typeface="Arial" panose="02080604020202020204" pitchFamily="34" charset="0"/>
                  <a:ea typeface="宋体" panose="02010600030101010101" pitchFamily="2" charset="-122"/>
                </a:rPr>
                <a:t>核</a:t>
              </a:r>
              <a:endParaRPr lang="zh-CN" altLang="en-US" sz="1600" b="0" dirty="0">
                <a:solidFill>
                  <a:srgbClr val="006600"/>
                </a:solidFill>
                <a:latin typeface="Arial" panose="02080604020202020204" pitchFamily="34" charset="0"/>
                <a:ea typeface="宋体" panose="02010600030101010101" pitchFamily="2" charset="-122"/>
              </a:endParaRPr>
            </a:p>
            <a:p>
              <a:pPr lvl="0" eaLnBrk="0" hangingPunct="0"/>
              <a:r>
                <a:rPr lang="zh-CN" altLang="en-US" sz="1600" b="0" dirty="0">
                  <a:solidFill>
                    <a:srgbClr val="006600"/>
                  </a:solidFill>
                  <a:latin typeface="Arial" panose="02080604020202020204" pitchFamily="34" charset="0"/>
                  <a:ea typeface="宋体" panose="02010600030101010101" pitchFamily="2" charset="-122"/>
                </a:rPr>
                <a:t>心</a:t>
              </a:r>
              <a:endParaRPr lang="zh-CN" altLang="en-US" sz="1600" b="0" dirty="0">
                <a:solidFill>
                  <a:srgbClr val="006600"/>
                </a:solidFill>
                <a:latin typeface="Arial" panose="02080604020202020204" pitchFamily="34" charset="0"/>
                <a:ea typeface="宋体" panose="02010600030101010101" pitchFamily="2" charset="-122"/>
              </a:endParaRPr>
            </a:p>
            <a:p>
              <a:pPr lvl="0" eaLnBrk="0" hangingPunct="0"/>
              <a:r>
                <a:rPr lang="zh-CN" altLang="en-US" sz="1600" b="0" dirty="0">
                  <a:solidFill>
                    <a:srgbClr val="006600"/>
                  </a:solidFill>
                  <a:latin typeface="Arial" panose="02080604020202020204" pitchFamily="34" charset="0"/>
                  <a:ea typeface="宋体" panose="02010600030101010101" pitchFamily="2" charset="-122"/>
                </a:rPr>
                <a:t>态</a:t>
              </a:r>
              <a:endParaRPr lang="zh-CN" altLang="en-US" sz="1600" b="0" dirty="0">
                <a:solidFill>
                  <a:srgbClr val="006600"/>
                </a:solidFill>
                <a:latin typeface="Arial" panose="02080604020202020204" pitchFamily="34" charset="0"/>
                <a:ea typeface="宋体" panose="02010600030101010101" pitchFamily="2" charset="-122"/>
              </a:endParaRPr>
            </a:p>
          </p:txBody>
        </p:sp>
        <p:sp>
          <p:nvSpPr>
            <p:cNvPr id="51215" name="直接连接符 54287"/>
            <p:cNvSpPr/>
            <p:nvPr/>
          </p:nvSpPr>
          <p:spPr>
            <a:xfrm>
              <a:off x="0" y="639"/>
              <a:ext cx="389" cy="0"/>
            </a:xfrm>
            <a:prstGeom prst="line">
              <a:avLst/>
            </a:prstGeom>
            <a:ln w="9525" cap="flat" cmpd="sng">
              <a:solidFill>
                <a:srgbClr val="000000"/>
              </a:solidFill>
              <a:prstDash val="dash"/>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51217" name="直接连接符 54289"/>
            <p:cNvSpPr/>
            <p:nvPr/>
          </p:nvSpPr>
          <p:spPr>
            <a:xfrm>
              <a:off x="0" y="2208"/>
              <a:ext cx="389" cy="0"/>
            </a:xfrm>
            <a:prstGeom prst="line">
              <a:avLst/>
            </a:prstGeom>
            <a:ln w="9525" cap="flat" cmpd="sng">
              <a:solidFill>
                <a:srgbClr val="000000"/>
              </a:solidFill>
              <a:prstDash val="dash"/>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51218" name="文本框 54290"/>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cxnSp>
        <p:nvCxnSpPr>
          <p:cNvPr id="2" name="直接连接符 1"/>
          <p:cNvCxnSpPr/>
          <p:nvPr/>
        </p:nvCxnSpPr>
        <p:spPr>
          <a:xfrm flipV="1">
            <a:off x="1620520" y="3806190"/>
            <a:ext cx="5284470" cy="635"/>
          </a:xfrm>
          <a:prstGeom prst="line">
            <a:avLst/>
          </a:prstGeom>
          <a:ln w="38100" cmpd="sng">
            <a:solidFill>
              <a:srgbClr val="CC3300"/>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文本框 75794"/>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75796" name="矩形 75795"/>
          <p:cNvSpPr>
            <a:spLocks noGrp="1"/>
          </p:cNvSpPr>
          <p:nvPr/>
        </p:nvSpPr>
        <p:spPr>
          <a:xfrm>
            <a:off x="603250" y="660400"/>
            <a:ext cx="7772400" cy="690563"/>
          </a:xfrm>
          <a:prstGeom prst="rect">
            <a:avLst/>
          </a:prstGeom>
          <a:noFill/>
          <a:ln w="9525">
            <a:noFill/>
            <a:miter/>
          </a:ln>
        </p:spPr>
        <p:txBody>
          <a:bodyPr lIns="92075" tIns="46038" rIns="92075" bIns="46038" anchor="ct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fontAlgn="base"/>
            <a:r>
              <a:rPr lang="zh-CN" altLang="en-US" sz="3200" strike="noStrike" noProof="1" dirty="0">
                <a:solidFill>
                  <a:srgbClr val="990000"/>
                </a:solidFill>
                <a:latin typeface="Times New Roman" panose="02020603050405020304" charset="0"/>
                <a:ea typeface="宋体" panose="02010600030101010101" pitchFamily="2" charset="-122"/>
                <a:cs typeface="+mn-ea"/>
              </a:rPr>
              <a:t>系统调用函数的国际标准</a:t>
            </a:r>
            <a:endParaRPr lang="zh-CN" altLang="en-US" sz="3200" strike="noStrike" noProof="1" dirty="0">
              <a:solidFill>
                <a:srgbClr val="990000"/>
              </a:solidFill>
              <a:latin typeface="Times New Roman" panose="02020603050405020304" charset="0"/>
              <a:ea typeface="宋体" panose="02010600030101010101" pitchFamily="2" charset="-122"/>
            </a:endParaRPr>
          </a:p>
        </p:txBody>
      </p:sp>
      <p:sp>
        <p:nvSpPr>
          <p:cNvPr id="52227" name="文本框 75796"/>
          <p:cNvSpPr txBox="1"/>
          <p:nvPr/>
        </p:nvSpPr>
        <p:spPr>
          <a:xfrm>
            <a:off x="622300" y="1628775"/>
            <a:ext cx="7866063" cy="2286000"/>
          </a:xfrm>
          <a:prstGeom prst="rect">
            <a:avLst/>
          </a:prstGeom>
          <a:noFill/>
          <a:ln w="9525">
            <a:noFill/>
            <a:miter/>
          </a:ln>
        </p:spPr>
        <p:txBody>
          <a:bodyPr anchor="t">
            <a:spAutoFit/>
          </a:bodyPr>
          <a:p>
            <a:pPr lvl="0" eaLnBrk="0" hangingPunct="0"/>
            <a:r>
              <a:rPr lang="en-US" altLang="zh-CN" sz="2800" b="0">
                <a:solidFill>
                  <a:schemeClr val="tx1"/>
                </a:solidFill>
                <a:latin typeface="Times New Roman" panose="02020603050405020304" charset="0"/>
                <a:ea typeface="宋体" panose="02010600030101010101" pitchFamily="2" charset="-122"/>
              </a:rPr>
              <a:t>POSIX</a:t>
            </a:r>
            <a:r>
              <a:rPr lang="zh-CN" altLang="en-US" sz="2800" b="0">
                <a:solidFill>
                  <a:schemeClr val="tx1"/>
                </a:solidFill>
                <a:latin typeface="Times New Roman" panose="02020603050405020304" charset="0"/>
                <a:ea typeface="宋体" panose="02010600030101010101" pitchFamily="2" charset="-122"/>
              </a:rPr>
              <a:t>是</a:t>
            </a:r>
            <a:r>
              <a:rPr lang="en-US" altLang="zh-CN" sz="2800" b="0">
                <a:solidFill>
                  <a:schemeClr val="tx1"/>
                </a:solidFill>
                <a:latin typeface="Times New Roman" panose="02020603050405020304" charset="0"/>
                <a:ea typeface="宋体" panose="02010600030101010101" pitchFamily="2" charset="-122"/>
              </a:rPr>
              <a:t>IEEE</a:t>
            </a:r>
            <a:r>
              <a:rPr lang="zh-CN" altLang="en-US" sz="2800" b="0">
                <a:solidFill>
                  <a:schemeClr val="tx1"/>
                </a:solidFill>
                <a:latin typeface="Times New Roman" panose="02020603050405020304" charset="0"/>
                <a:ea typeface="宋体" panose="02010600030101010101" pitchFamily="2" charset="-122"/>
              </a:rPr>
              <a:t>为要在各种</a:t>
            </a:r>
            <a:r>
              <a:rPr lang="en-US" altLang="zh-CN" sz="2800" b="0">
                <a:solidFill>
                  <a:schemeClr val="tx1"/>
                </a:solidFill>
                <a:latin typeface="Times New Roman" panose="02020603050405020304" charset="0"/>
                <a:ea typeface="宋体" panose="02010600030101010101" pitchFamily="2" charset="-122"/>
              </a:rPr>
              <a:t>UNIX</a:t>
            </a:r>
            <a:r>
              <a:rPr lang="zh-CN" altLang="en-US" sz="2800" b="0">
                <a:solidFill>
                  <a:schemeClr val="tx1"/>
                </a:solidFill>
                <a:latin typeface="Times New Roman" panose="02020603050405020304" charset="0"/>
                <a:ea typeface="宋体" panose="02010600030101010101" pitchFamily="2" charset="-122"/>
              </a:rPr>
              <a:t>操作系统上运行的软件，而定义</a:t>
            </a:r>
            <a:r>
              <a:rPr lang="en-US" altLang="zh-CN" sz="2800" b="0">
                <a:solidFill>
                  <a:schemeClr val="tx1"/>
                </a:solidFill>
                <a:latin typeface="Times New Roman" panose="02020603050405020304" charset="0"/>
                <a:ea typeface="宋体" panose="02010600030101010101" pitchFamily="2" charset="-122"/>
              </a:rPr>
              <a:t>API</a:t>
            </a:r>
            <a:r>
              <a:rPr lang="zh-CN" altLang="en-US" sz="2800" b="0">
                <a:solidFill>
                  <a:schemeClr val="tx1"/>
                </a:solidFill>
                <a:latin typeface="Times New Roman" panose="02020603050405020304" charset="0"/>
                <a:ea typeface="宋体" panose="02010600030101010101" pitchFamily="2" charset="-122"/>
              </a:rPr>
              <a:t>的一系列互相关联的标准的总称，其正式称呼为</a:t>
            </a:r>
            <a:r>
              <a:rPr lang="en-US" altLang="zh-CN" sz="2800" b="0">
                <a:solidFill>
                  <a:schemeClr val="tx1"/>
                </a:solidFill>
                <a:latin typeface="Times New Roman" panose="02020603050405020304" charset="0"/>
                <a:ea typeface="宋体" panose="02010600030101010101" pitchFamily="2" charset="-122"/>
              </a:rPr>
              <a:t>IEEE 1003</a:t>
            </a:r>
            <a:r>
              <a:rPr lang="zh-CN" altLang="en-US" sz="2800" b="0">
                <a:solidFill>
                  <a:schemeClr val="tx1"/>
                </a:solidFill>
                <a:latin typeface="Times New Roman" panose="02020603050405020304" charset="0"/>
                <a:ea typeface="宋体" panose="02010600030101010101" pitchFamily="2" charset="-122"/>
              </a:rPr>
              <a:t>，而国际标准名称为</a:t>
            </a:r>
            <a:r>
              <a:rPr lang="en-US" altLang="zh-CN" sz="2800" b="0">
                <a:solidFill>
                  <a:schemeClr val="tx1"/>
                </a:solidFill>
                <a:latin typeface="Times New Roman" panose="02020603050405020304" charset="0"/>
                <a:ea typeface="宋体" panose="02010600030101010101" pitchFamily="2" charset="-122"/>
              </a:rPr>
              <a:t>ISO/IEC 9945</a:t>
            </a:r>
            <a:r>
              <a:rPr lang="zh-CN" altLang="en-US" sz="2800" b="0">
                <a:solidFill>
                  <a:schemeClr val="tx1"/>
                </a:solidFill>
                <a:latin typeface="Times New Roman" panose="02020603050405020304" charset="0"/>
                <a:ea typeface="宋体" panose="02010600030101010101" pitchFamily="2" charset="-122"/>
              </a:rPr>
              <a:t>。</a:t>
            </a:r>
            <a:endParaRPr lang="zh-CN" altLang="en-US" sz="2800" b="0">
              <a:solidFill>
                <a:schemeClr val="tx1"/>
              </a:solidFill>
              <a:latin typeface="Times New Roman" panose="02020603050405020304" charset="0"/>
              <a:ea typeface="宋体" panose="02010600030101010101" pitchFamily="2" charset="-122"/>
            </a:endParaRPr>
          </a:p>
          <a:p>
            <a:pPr lvl="0" eaLnBrk="0" hangingPunct="0"/>
            <a:endParaRPr lang="zh-CN" altLang="en-US" sz="28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文本框 76818"/>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53250" name="文本框 76819"/>
          <p:cNvSpPr txBox="1"/>
          <p:nvPr/>
        </p:nvSpPr>
        <p:spPr>
          <a:xfrm>
            <a:off x="277813" y="630238"/>
            <a:ext cx="8551862" cy="5032375"/>
          </a:xfrm>
          <a:prstGeom prst="rect">
            <a:avLst/>
          </a:prstGeom>
          <a:noFill/>
          <a:ln w="9525">
            <a:noFill/>
            <a:miter/>
          </a:ln>
        </p:spPr>
        <p:txBody>
          <a:bodyPr wrap="square" anchor="t">
            <a:spAutoFit/>
          </a:bodyPr>
          <a:p>
            <a:pPr lvl="0" eaLnBrk="0" hangingPunct="0">
              <a:buChar char="•"/>
            </a:pPr>
            <a:r>
              <a:rPr lang="zh-CN" altLang="en-US" sz="2800" b="0" dirty="0">
                <a:solidFill>
                  <a:schemeClr val="tx1"/>
                </a:solidFill>
                <a:latin typeface="Times New Roman" panose="02020603050405020304" charset="0"/>
                <a:ea typeface="宋体" panose="02010600030101010101" pitchFamily="2" charset="-122"/>
              </a:rPr>
              <a:t>1003.1：</a:t>
            </a:r>
            <a:br>
              <a:rPr lang="zh-CN" altLang="en-US" sz="2800" b="0" dirty="0">
                <a:solidFill>
                  <a:schemeClr val="tx1"/>
                </a:solidFill>
                <a:latin typeface="Times New Roman" panose="02020603050405020304" charset="0"/>
                <a:ea typeface="宋体" panose="02010600030101010101" pitchFamily="2" charset="-122"/>
              </a:rPr>
            </a:br>
            <a:r>
              <a:rPr lang="zh-CN" altLang="en-US" sz="2400" b="0" dirty="0">
                <a:solidFill>
                  <a:schemeClr val="tx1"/>
                </a:solidFill>
                <a:latin typeface="Times New Roman" panose="02020603050405020304" charset="0"/>
                <a:ea typeface="宋体" panose="02010600030101010101" pitchFamily="2" charset="-122"/>
              </a:rPr>
              <a:t>被广泛接受、用于源代码级别的可移植性标准。提供一个操作系统的C语言应用编程接口（API）。IEEE和ISO已经在1990年通过了这个标准，IEEE在1995年重新修订了该标准。</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buChar char="•"/>
            </a:pP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buChar char="•"/>
            </a:pPr>
            <a:r>
              <a:rPr lang="zh-CN" altLang="en-US" sz="2800" b="0" dirty="0">
                <a:solidFill>
                  <a:schemeClr val="tx1"/>
                </a:solidFill>
                <a:latin typeface="Times New Roman" panose="02020603050405020304" charset="0"/>
                <a:ea typeface="宋体" panose="02010600030101010101" pitchFamily="2" charset="-122"/>
              </a:rPr>
              <a:t>1003.1b：</a:t>
            </a:r>
            <a:br>
              <a:rPr lang="zh-CN" altLang="en-US" sz="2800" b="0" dirty="0">
                <a:solidFill>
                  <a:schemeClr val="tx1"/>
                </a:solidFill>
                <a:latin typeface="Times New Roman" panose="02020603050405020304" charset="0"/>
                <a:ea typeface="宋体" panose="02010600030101010101" pitchFamily="2" charset="-122"/>
              </a:rPr>
            </a:br>
            <a:r>
              <a:rPr lang="zh-CN" altLang="en-US" sz="2400" b="0" dirty="0">
                <a:solidFill>
                  <a:schemeClr val="tx1"/>
                </a:solidFill>
                <a:latin typeface="Times New Roman" panose="02020603050405020304" charset="0"/>
                <a:ea typeface="宋体" panose="02010600030101010101" pitchFamily="2" charset="-122"/>
              </a:rPr>
              <a:t>一个用于实时编程的标准（以前的P1003.4或POSIX.4）。这个标准在1993年被IEEE通过，被合并进ISO/IEC 9945-1。</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buChar char="•"/>
            </a:pP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buChar char="•"/>
            </a:pPr>
            <a:r>
              <a:rPr lang="zh-CN" altLang="en-US" sz="2800" b="0" dirty="0">
                <a:solidFill>
                  <a:schemeClr val="tx1"/>
                </a:solidFill>
                <a:latin typeface="Times New Roman" panose="02020603050405020304" charset="0"/>
                <a:ea typeface="宋体" panose="02010600030101010101" pitchFamily="2" charset="-122"/>
              </a:rPr>
              <a:t>1003.1c：</a:t>
            </a:r>
            <a:br>
              <a:rPr lang="zh-CN" altLang="en-US" sz="2800" b="0" dirty="0">
                <a:solidFill>
                  <a:schemeClr val="tx1"/>
                </a:solidFill>
                <a:latin typeface="Times New Roman" panose="02020603050405020304" charset="0"/>
                <a:ea typeface="宋体" panose="02010600030101010101" pitchFamily="2" charset="-122"/>
              </a:rPr>
            </a:br>
            <a:r>
              <a:rPr lang="zh-CN" altLang="en-US" sz="2400" b="0" dirty="0">
                <a:solidFill>
                  <a:schemeClr val="tx1"/>
                </a:solidFill>
                <a:latin typeface="Times New Roman" panose="02020603050405020304" charset="0"/>
                <a:ea typeface="宋体" panose="02010600030101010101" pitchFamily="2" charset="-122"/>
              </a:rPr>
              <a:t>一个用于线程（在一个程序中当前被执行的代码段）的标准。以前是P1993.4或POSIX.4的一部分，这个标准已经在1995年被IEEE通过，归入ISO/IEC 9945-1:1996。</a:t>
            </a:r>
            <a:endParaRPr lang="zh-CN" altLang="en-US" sz="2400" b="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文本框 77842"/>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77844" name="矩形 77843"/>
          <p:cNvSpPr/>
          <p:nvPr/>
        </p:nvSpPr>
        <p:spPr>
          <a:xfrm>
            <a:off x="685800" y="563563"/>
            <a:ext cx="7772400" cy="692150"/>
          </a:xfrm>
          <a:prstGeom prst="rect">
            <a:avLst/>
          </a:prstGeom>
          <a:noFill/>
          <a:ln w="9525">
            <a:noFill/>
            <a:miter/>
          </a:ln>
        </p:spPr>
        <p:txBody>
          <a:bodyPr lIns="92075" tIns="46038" rIns="92075" bIns="46038" anchor="ct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fontAlgn="base"/>
            <a:r>
              <a:rPr lang="zh-CN" altLang="en-US" sz="3200" strike="noStrike" noProof="1">
                <a:solidFill>
                  <a:srgbClr val="990000"/>
                </a:solidFill>
                <a:latin typeface="Times New Roman" panose="02020603050405020304" charset="0"/>
                <a:ea typeface="宋体" panose="02010600030101010101" pitchFamily="2" charset="-122"/>
                <a:cs typeface="+mn-ea"/>
              </a:rPr>
              <a:t>有关进程管理的系统调用</a:t>
            </a:r>
            <a:endParaRPr lang="zh-CN" altLang="en-US" sz="3200" strike="noStrike" noProof="1">
              <a:solidFill>
                <a:srgbClr val="990000"/>
              </a:solidFill>
              <a:latin typeface="Times New Roman" panose="02020603050405020304" charset="0"/>
              <a:ea typeface="宋体" panose="02010600030101010101" pitchFamily="2" charset="-122"/>
            </a:endParaRPr>
          </a:p>
        </p:txBody>
      </p:sp>
      <p:sp>
        <p:nvSpPr>
          <p:cNvPr id="77845" name="矩形 77844"/>
          <p:cNvSpPr/>
          <p:nvPr/>
        </p:nvSpPr>
        <p:spPr>
          <a:xfrm>
            <a:off x="293688" y="1466850"/>
            <a:ext cx="4017962" cy="4419600"/>
          </a:xfrm>
          <a:prstGeom prst="rect">
            <a:avLst/>
          </a:prstGeom>
          <a:noFill/>
          <a:ln w="9525">
            <a:noFill/>
            <a:miter/>
          </a:ln>
        </p:spPr>
        <p:txBody>
          <a:bodyPr anchor="t"/>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fork() </a:t>
            </a:r>
            <a:r>
              <a:rPr lang="zh-CN" altLang="en-US" sz="2800" b="0" dirty="0">
                <a:solidFill>
                  <a:schemeClr val="tx1"/>
                </a:solidFill>
                <a:latin typeface="Arial" panose="02080604020202020204" pitchFamily="34" charset="0"/>
                <a:ea typeface="宋体" panose="02010600030101010101" pitchFamily="2" charset="-122"/>
              </a:rPr>
              <a:t>建</a:t>
            </a:r>
            <a:r>
              <a:rPr lang="zh-CN" altLang="en-US" sz="2800" b="0">
                <a:solidFill>
                  <a:schemeClr val="tx1"/>
                </a:solidFill>
                <a:latin typeface="Arial" panose="02080604020202020204" pitchFamily="34" charset="0"/>
                <a:ea typeface="宋体" panose="02010600030101010101" pitchFamily="2" charset="-122"/>
              </a:rPr>
              <a:t>立一个进程</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exec()</a:t>
            </a:r>
            <a:r>
              <a:rPr lang="zh-CN" altLang="en-US" sz="2800" b="0" dirty="0">
                <a:solidFill>
                  <a:schemeClr val="tx1"/>
                </a:solidFill>
                <a:latin typeface="Arial" panose="02080604020202020204" pitchFamily="34" charset="0"/>
                <a:ea typeface="宋体" panose="02010600030101010101" pitchFamily="2" charset="-122"/>
              </a:rPr>
              <a:t>执</a:t>
            </a:r>
            <a:r>
              <a:rPr lang="zh-CN" altLang="en-US" sz="2800" b="0">
                <a:solidFill>
                  <a:schemeClr val="tx1"/>
                </a:solidFill>
                <a:latin typeface="Arial" panose="02080604020202020204" pitchFamily="34" charset="0"/>
                <a:ea typeface="宋体" panose="02010600030101010101" pitchFamily="2" charset="-122"/>
              </a:rPr>
              <a:t>行一个文件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wait() </a:t>
            </a:r>
            <a:r>
              <a:rPr lang="zh-CN" altLang="en-US" sz="2800" b="0" dirty="0">
                <a:solidFill>
                  <a:schemeClr val="tx1"/>
                </a:solidFill>
                <a:latin typeface="Arial" panose="02080604020202020204" pitchFamily="34" charset="0"/>
                <a:ea typeface="宋体" panose="02010600030101010101" pitchFamily="2" charset="-122"/>
              </a:rPr>
              <a:t>等</a:t>
            </a:r>
            <a:r>
              <a:rPr lang="zh-CN" altLang="en-US" sz="2800" b="0">
                <a:solidFill>
                  <a:schemeClr val="tx1"/>
                </a:solidFill>
                <a:latin typeface="Arial" panose="02080604020202020204" pitchFamily="34" charset="0"/>
                <a:ea typeface="宋体" panose="02010600030101010101" pitchFamily="2" charset="-122"/>
              </a:rPr>
              <a:t>待子进程</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exit()  </a:t>
            </a:r>
            <a:r>
              <a:rPr lang="zh-CN" altLang="en-US" sz="2800" b="0" dirty="0">
                <a:solidFill>
                  <a:schemeClr val="tx1"/>
                </a:solidFill>
                <a:latin typeface="Arial" panose="02080604020202020204" pitchFamily="34" charset="0"/>
                <a:ea typeface="宋体" panose="02010600030101010101" pitchFamily="2" charset="-122"/>
              </a:rPr>
              <a:t>进</a:t>
            </a:r>
            <a:r>
              <a:rPr lang="zh-CN" altLang="en-US" sz="2800" b="0">
                <a:solidFill>
                  <a:schemeClr val="tx1"/>
                </a:solidFill>
                <a:latin typeface="Arial" panose="02080604020202020204" pitchFamily="34" charset="0"/>
                <a:ea typeface="宋体" panose="02010600030101010101" pitchFamily="2" charset="-122"/>
              </a:rPr>
              <a:t>程中止</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err="1">
                <a:solidFill>
                  <a:schemeClr val="tx1"/>
                </a:solidFill>
                <a:latin typeface="Arial" panose="02080604020202020204" pitchFamily="34" charset="0"/>
                <a:ea typeface="宋体" panose="02010600030101010101" pitchFamily="2" charset="-122"/>
              </a:rPr>
              <a:t>brk</a:t>
            </a:r>
            <a:r>
              <a:rPr lang="en-US" altLang="zh-CN" sz="2800" b="0">
                <a:solidFill>
                  <a:schemeClr val="tx1"/>
                </a:solidFill>
                <a:latin typeface="Arial" panose="02080604020202020204" pitchFamily="34" charset="0"/>
                <a:ea typeface="宋体" panose="02010600030101010101" pitchFamily="2" charset="-122"/>
              </a:rPr>
              <a:t>() </a:t>
            </a:r>
            <a:r>
              <a:rPr lang="zh-CN" altLang="en-US" sz="2800" b="0" dirty="0">
                <a:solidFill>
                  <a:schemeClr val="tx1"/>
                </a:solidFill>
                <a:latin typeface="Arial" panose="02080604020202020204" pitchFamily="34" charset="0"/>
                <a:ea typeface="宋体" panose="02010600030101010101" pitchFamily="2" charset="-122"/>
              </a:rPr>
              <a:t>改</a:t>
            </a:r>
            <a:r>
              <a:rPr lang="zh-CN" altLang="en-US" sz="2800" b="0">
                <a:solidFill>
                  <a:schemeClr val="tx1"/>
                </a:solidFill>
                <a:latin typeface="Arial" panose="02080604020202020204" pitchFamily="34" charset="0"/>
                <a:ea typeface="宋体" panose="02010600030101010101" pitchFamily="2" charset="-122"/>
              </a:rPr>
              <a:t>变用户数据区	</a:t>
            </a:r>
            <a:r>
              <a:rPr lang="zh-CN" altLang="en-US" sz="2800" b="0" dirty="0">
                <a:solidFill>
                  <a:schemeClr val="tx1"/>
                </a:solidFill>
                <a:latin typeface="Arial" panose="02080604020202020204" pitchFamily="34" charset="0"/>
                <a:ea typeface="宋体" panose="02010600030101010101" pitchFamily="2" charset="-122"/>
              </a:rPr>
              <a:t> 大</a:t>
            </a:r>
            <a:r>
              <a:rPr lang="zh-CN" altLang="en-US" sz="2800" b="0">
                <a:solidFill>
                  <a:schemeClr val="tx1"/>
                </a:solidFill>
                <a:latin typeface="Arial" panose="02080604020202020204" pitchFamily="34" charset="0"/>
                <a:ea typeface="宋体" panose="02010600030101010101" pitchFamily="2" charset="-122"/>
              </a:rPr>
              <a:t>小</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sleep() </a:t>
            </a:r>
            <a:r>
              <a:rPr lang="zh-CN" altLang="en-US" sz="2800" b="0" dirty="0">
                <a:solidFill>
                  <a:schemeClr val="tx1"/>
                </a:solidFill>
                <a:latin typeface="Arial" panose="02080604020202020204" pitchFamily="34" charset="0"/>
                <a:ea typeface="宋体" panose="02010600030101010101" pitchFamily="2" charset="-122"/>
              </a:rPr>
              <a:t>等</a:t>
            </a:r>
            <a:r>
              <a:rPr lang="zh-CN" altLang="en-US" sz="2800" b="0">
                <a:solidFill>
                  <a:schemeClr val="tx1"/>
                </a:solidFill>
                <a:latin typeface="Arial" panose="02080604020202020204" pitchFamily="34" charset="0"/>
                <a:ea typeface="宋体" panose="02010600030101010101" pitchFamily="2" charset="-122"/>
              </a:rPr>
              <a:t>待一段时间</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kill()    </a:t>
            </a:r>
            <a:r>
              <a:rPr lang="zh-CN" altLang="en-US" sz="2800" b="0">
                <a:solidFill>
                  <a:schemeClr val="tx1"/>
                </a:solidFill>
                <a:latin typeface="Arial" panose="02080604020202020204" pitchFamily="34" charset="0"/>
                <a:ea typeface="宋体" panose="02010600030101010101" pitchFamily="2" charset="-122"/>
              </a:rPr>
              <a:t>发送软中断</a:t>
            </a:r>
            <a:endParaRPr lang="zh-CN" altLang="en-US" sz="2800" b="0">
              <a:solidFill>
                <a:schemeClr val="tx1"/>
              </a:solidFill>
              <a:latin typeface="Arial" panose="02080604020202020204" pitchFamily="34" charset="0"/>
              <a:ea typeface="方正书宋_GBK" panose="02000000000000000000" charset="-122"/>
            </a:endParaRPr>
          </a:p>
        </p:txBody>
      </p:sp>
      <p:sp>
        <p:nvSpPr>
          <p:cNvPr id="77846" name="矩形 77845"/>
          <p:cNvSpPr/>
          <p:nvPr/>
        </p:nvSpPr>
        <p:spPr>
          <a:xfrm>
            <a:off x="4359275" y="1441450"/>
            <a:ext cx="4498975" cy="4419600"/>
          </a:xfrm>
          <a:prstGeom prst="rect">
            <a:avLst/>
          </a:prstGeom>
          <a:noFill/>
          <a:ln w="9525">
            <a:noFill/>
            <a:miter/>
          </a:ln>
        </p:spPr>
        <p:txBody>
          <a:bodyPr anchor="t"/>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signal() </a:t>
            </a:r>
            <a:r>
              <a:rPr lang="zh-CN" altLang="en-US" sz="2800" b="0" dirty="0">
                <a:solidFill>
                  <a:schemeClr val="tx1"/>
                </a:solidFill>
                <a:latin typeface="Arial" panose="02080604020202020204" pitchFamily="34" charset="0"/>
                <a:ea typeface="宋体" panose="02010600030101010101" pitchFamily="2" charset="-122"/>
              </a:rPr>
              <a:t>设</a:t>
            </a:r>
            <a:r>
              <a:rPr lang="zh-CN" altLang="en-US" sz="2800" b="0">
                <a:solidFill>
                  <a:schemeClr val="tx1"/>
                </a:solidFill>
                <a:latin typeface="Arial" panose="02080604020202020204" pitchFamily="34" charset="0"/>
                <a:ea typeface="宋体" panose="02010600030101010101" pitchFamily="2" charset="-122"/>
              </a:rPr>
              <a:t>置信号处理	  </a:t>
            </a:r>
            <a:r>
              <a:rPr lang="zh-CN" altLang="en-US" sz="2800" b="0" dirty="0">
                <a:solidFill>
                  <a:schemeClr val="tx1"/>
                </a:solidFill>
                <a:latin typeface="Arial" panose="02080604020202020204" pitchFamily="34" charset="0"/>
                <a:ea typeface="宋体" panose="02010600030101010101" pitchFamily="2" charset="-122"/>
              </a:rPr>
              <a:t>   程</a:t>
            </a:r>
            <a:r>
              <a:rPr lang="zh-CN" altLang="en-US" sz="2800" b="0">
                <a:solidFill>
                  <a:schemeClr val="tx1"/>
                </a:solidFill>
                <a:latin typeface="Arial" panose="02080604020202020204" pitchFamily="34" charset="0"/>
                <a:ea typeface="宋体" panose="02010600030101010101" pitchFamily="2" charset="-122"/>
              </a:rPr>
              <a:t>序</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alarm()   </a:t>
            </a:r>
            <a:r>
              <a:rPr lang="zh-CN" altLang="en-US" sz="2800" b="0" dirty="0">
                <a:solidFill>
                  <a:schemeClr val="tx1"/>
                </a:solidFill>
                <a:latin typeface="Arial" panose="02080604020202020204" pitchFamily="34" charset="0"/>
                <a:ea typeface="宋体" panose="02010600030101010101" pitchFamily="2" charset="-122"/>
              </a:rPr>
              <a:t>在</a:t>
            </a:r>
            <a:r>
              <a:rPr lang="zh-CN" altLang="en-US" sz="2800" b="0">
                <a:solidFill>
                  <a:schemeClr val="tx1"/>
                </a:solidFill>
                <a:latin typeface="Arial" panose="02080604020202020204" pitchFamily="34" charset="0"/>
                <a:ea typeface="宋体" panose="02010600030101010101" pitchFamily="2" charset="-122"/>
              </a:rPr>
              <a:t>指定时间</a:t>
            </a:r>
            <a:r>
              <a:rPr lang="zh-CN" altLang="en-US" sz="2800" b="0" dirty="0">
                <a:solidFill>
                  <a:schemeClr val="tx1"/>
                </a:solidFill>
                <a:latin typeface="Arial" panose="02080604020202020204" pitchFamily="34" charset="0"/>
                <a:ea typeface="宋体" panose="02010600030101010101" pitchFamily="2" charset="-122"/>
              </a:rPr>
              <a:t>后发送</a:t>
            </a:r>
            <a:r>
              <a:rPr lang="zh-CN" altLang="en-US" sz="2800" b="0">
                <a:solidFill>
                  <a:schemeClr val="tx1"/>
                </a:solidFill>
                <a:latin typeface="Arial" panose="02080604020202020204" pitchFamily="34" charset="0"/>
                <a:ea typeface="宋体" panose="02010600030101010101" pitchFamily="2" charset="-122"/>
              </a:rPr>
              <a:t>定时信号</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pause()   </a:t>
            </a:r>
            <a:r>
              <a:rPr lang="zh-CN" altLang="en-US" sz="2800" b="0" dirty="0">
                <a:solidFill>
                  <a:schemeClr val="tx1"/>
                </a:solidFill>
                <a:latin typeface="Arial" panose="02080604020202020204" pitchFamily="34" charset="0"/>
                <a:ea typeface="宋体" panose="02010600030101010101" pitchFamily="2" charset="-122"/>
              </a:rPr>
              <a:t>等</a:t>
            </a:r>
            <a:r>
              <a:rPr lang="zh-CN" altLang="en-US" sz="2800" b="0">
                <a:solidFill>
                  <a:schemeClr val="tx1"/>
                </a:solidFill>
                <a:latin typeface="Arial" panose="02080604020202020204" pitchFamily="34" charset="0"/>
                <a:ea typeface="宋体" panose="02010600030101010101" pitchFamily="2" charset="-122"/>
              </a:rPr>
              <a:t>待信号</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nice()  </a:t>
            </a:r>
            <a:r>
              <a:rPr lang="zh-CN" altLang="en-US" sz="2800" b="0" dirty="0">
                <a:solidFill>
                  <a:schemeClr val="tx1"/>
                </a:solidFill>
                <a:latin typeface="Arial" panose="02080604020202020204" pitchFamily="34" charset="0"/>
                <a:ea typeface="宋体" panose="02010600030101010101" pitchFamily="2" charset="-122"/>
              </a:rPr>
              <a:t>改</a:t>
            </a:r>
            <a:r>
              <a:rPr lang="zh-CN" altLang="en-US" sz="2800" b="0">
                <a:solidFill>
                  <a:schemeClr val="tx1"/>
                </a:solidFill>
                <a:latin typeface="Arial" panose="02080604020202020204" pitchFamily="34" charset="0"/>
                <a:ea typeface="宋体" panose="02010600030101010101" pitchFamily="2" charset="-122"/>
              </a:rPr>
              <a:t>变进</a:t>
            </a:r>
            <a:r>
              <a:rPr lang="zh-CN" altLang="en-US" sz="2800" b="0" dirty="0">
                <a:solidFill>
                  <a:schemeClr val="tx1"/>
                </a:solidFill>
                <a:latin typeface="Arial" panose="02080604020202020204" pitchFamily="34" charset="0"/>
                <a:ea typeface="宋体" panose="02010600030101010101" pitchFamily="2" charset="-122"/>
              </a:rPr>
              <a:t>程优先级</a:t>
            </a:r>
            <a:endParaRPr lang="zh-CN" altLang="en-US" sz="2800" b="0" dirty="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err="1">
                <a:solidFill>
                  <a:schemeClr val="tx1"/>
                </a:solidFill>
                <a:latin typeface="Arial" panose="02080604020202020204" pitchFamily="34" charset="0"/>
                <a:ea typeface="宋体" panose="02010600030101010101" pitchFamily="2" charset="-122"/>
              </a:rPr>
              <a:t>ptrace</a:t>
            </a:r>
            <a:r>
              <a:rPr lang="en-US" altLang="zh-CN" sz="2800" b="0">
                <a:solidFill>
                  <a:schemeClr val="tx1"/>
                </a:solidFill>
                <a:latin typeface="Arial" panose="02080604020202020204" pitchFamily="34" charset="0"/>
                <a:ea typeface="宋体" panose="02010600030101010101" pitchFamily="2" charset="-122"/>
              </a:rPr>
              <a:t>()   </a:t>
            </a:r>
            <a:r>
              <a:rPr lang="zh-CN" altLang="en-US" sz="2800" b="0" dirty="0">
                <a:solidFill>
                  <a:schemeClr val="tx1"/>
                </a:solidFill>
                <a:latin typeface="Arial" panose="02080604020202020204" pitchFamily="34" charset="0"/>
                <a:ea typeface="宋体" panose="02010600030101010101" pitchFamily="2" charset="-122"/>
              </a:rPr>
              <a:t>跟</a:t>
            </a:r>
            <a:r>
              <a:rPr lang="zh-CN" altLang="en-US" sz="2800" b="0">
                <a:solidFill>
                  <a:schemeClr val="tx1"/>
                </a:solidFill>
                <a:latin typeface="Arial" panose="02080604020202020204" pitchFamily="34" charset="0"/>
                <a:ea typeface="宋体" panose="02010600030101010101" pitchFamily="2" charset="-122"/>
              </a:rPr>
              <a:t>踪子进程</a:t>
            </a:r>
            <a:endParaRPr lang="zh-CN" altLang="en-US" sz="2800" b="0">
              <a:solidFill>
                <a:schemeClr val="tx1"/>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7845" grpId="0" animBg="1"/>
      <p:bldP spid="7784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文本框 78849"/>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78851" name="矩形 78850"/>
          <p:cNvSpPr/>
          <p:nvPr/>
        </p:nvSpPr>
        <p:spPr>
          <a:xfrm>
            <a:off x="685800" y="539750"/>
            <a:ext cx="7772400" cy="706438"/>
          </a:xfrm>
          <a:prstGeom prst="rect">
            <a:avLst/>
          </a:prstGeom>
          <a:noFill/>
          <a:ln w="9525">
            <a:noFill/>
            <a:miter/>
          </a:ln>
        </p:spPr>
        <p:txBody>
          <a:bodyPr lIns="92075" tIns="46038" rIns="92075" bIns="46038" anchor="ct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fontAlgn="base"/>
            <a:r>
              <a:rPr lang="zh-CN" altLang="en-US" sz="3200" strike="noStrike" noProof="1">
                <a:solidFill>
                  <a:srgbClr val="990000"/>
                </a:solidFill>
                <a:latin typeface="Times New Roman" panose="02020603050405020304" charset="0"/>
                <a:ea typeface="宋体" panose="02010600030101010101" pitchFamily="2" charset="-122"/>
                <a:cs typeface="+mn-ea"/>
              </a:rPr>
              <a:t>与文件管理有关的系统调用</a:t>
            </a:r>
            <a:endParaRPr lang="zh-CN" altLang="en-US" sz="3200" strike="noStrike" noProof="1">
              <a:solidFill>
                <a:srgbClr val="990000"/>
              </a:solidFill>
              <a:latin typeface="Times New Roman" panose="02020603050405020304" charset="0"/>
              <a:ea typeface="宋体" panose="02010600030101010101" pitchFamily="2" charset="-122"/>
            </a:endParaRPr>
          </a:p>
        </p:txBody>
      </p:sp>
      <p:sp>
        <p:nvSpPr>
          <p:cNvPr id="78852" name="矩形 78851"/>
          <p:cNvSpPr/>
          <p:nvPr/>
        </p:nvSpPr>
        <p:spPr>
          <a:xfrm>
            <a:off x="260350" y="1331913"/>
            <a:ext cx="4243388" cy="5099050"/>
          </a:xfrm>
          <a:prstGeom prst="rect">
            <a:avLst/>
          </a:prstGeom>
          <a:noFill/>
          <a:ln w="9525">
            <a:noFill/>
            <a:miter/>
          </a:ln>
        </p:spPr>
        <p:txBody>
          <a:bodyPr anchor="t"/>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open  </a:t>
            </a:r>
            <a:r>
              <a:rPr lang="zh-CN" altLang="en-US" sz="2800" b="0">
                <a:solidFill>
                  <a:schemeClr val="tx1"/>
                </a:solidFill>
                <a:latin typeface="Arial" panose="02080604020202020204" pitchFamily="34" charset="0"/>
                <a:ea typeface="宋体" panose="02010600030101010101" pitchFamily="2" charset="-122"/>
              </a:rPr>
              <a:t>打开文件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close  </a:t>
            </a:r>
            <a:r>
              <a:rPr lang="zh-CN" altLang="en-US" sz="2800" b="0">
                <a:solidFill>
                  <a:schemeClr val="tx1"/>
                </a:solidFill>
                <a:latin typeface="Arial" panose="02080604020202020204" pitchFamily="34" charset="0"/>
                <a:ea typeface="宋体" panose="02010600030101010101" pitchFamily="2" charset="-122"/>
              </a:rPr>
              <a:t>关闭文件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read	  </a:t>
            </a:r>
            <a:r>
              <a:rPr lang="zh-CN" altLang="en-US" sz="2800" b="0">
                <a:solidFill>
                  <a:schemeClr val="tx1"/>
                </a:solidFill>
                <a:latin typeface="Arial" panose="02080604020202020204" pitchFamily="34" charset="0"/>
                <a:ea typeface="宋体" panose="02010600030101010101" pitchFamily="2" charset="-122"/>
              </a:rPr>
              <a:t>读文件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write  </a:t>
            </a:r>
            <a:r>
              <a:rPr lang="zh-CN" altLang="en-US" sz="2800" b="0">
                <a:solidFill>
                  <a:schemeClr val="tx1"/>
                </a:solidFill>
                <a:latin typeface="Arial" panose="02080604020202020204" pitchFamily="34" charset="0"/>
                <a:ea typeface="宋体" panose="02010600030101010101" pitchFamily="2" charset="-122"/>
              </a:rPr>
              <a:t>写文件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lseek </a:t>
            </a:r>
            <a:r>
              <a:rPr lang="zh-CN" altLang="en-US" sz="2800" b="0">
                <a:solidFill>
                  <a:schemeClr val="tx1"/>
                </a:solidFill>
                <a:latin typeface="Arial" panose="02080604020202020204" pitchFamily="34" charset="0"/>
                <a:ea typeface="宋体" panose="02010600030101010101" pitchFamily="2" charset="-122"/>
              </a:rPr>
              <a:t>修改读写</a:t>
            </a:r>
            <a:r>
              <a:rPr lang="zh-CN" altLang="zh-CN" sz="2800" b="0">
                <a:solidFill>
                  <a:schemeClr val="tx1"/>
                </a:solidFill>
                <a:latin typeface="Arial" panose="02080604020202020204" pitchFamily="34" charset="0"/>
                <a:ea typeface="宋体" panose="02010600030101010101" pitchFamily="2" charset="-122"/>
              </a:rPr>
              <a:t>位置</a:t>
            </a:r>
            <a:endParaRPr lang="zh-CN" altLang="zh-CN"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creat  </a:t>
            </a:r>
            <a:r>
              <a:rPr lang="zh-CN" altLang="en-US" sz="2800" b="0">
                <a:solidFill>
                  <a:schemeClr val="tx1"/>
                </a:solidFill>
                <a:latin typeface="Arial" panose="02080604020202020204" pitchFamily="34" charset="0"/>
                <a:ea typeface="宋体" panose="02010600030101010101" pitchFamily="2" charset="-122"/>
              </a:rPr>
              <a:t>建立并打开文件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mknod  </a:t>
            </a:r>
            <a:r>
              <a:rPr lang="zh-CN" altLang="en-US" sz="2800" b="0">
                <a:solidFill>
                  <a:schemeClr val="tx1"/>
                </a:solidFill>
                <a:latin typeface="Arial" panose="02080604020202020204" pitchFamily="34" charset="0"/>
                <a:ea typeface="宋体" panose="02010600030101010101" pitchFamily="2" charset="-122"/>
              </a:rPr>
              <a:t>建立</a:t>
            </a:r>
            <a:r>
              <a:rPr lang="zh-CN" altLang="zh-CN" sz="2800" b="0">
                <a:solidFill>
                  <a:schemeClr val="tx1"/>
                </a:solidFill>
                <a:latin typeface="Arial" panose="02080604020202020204" pitchFamily="34" charset="0"/>
                <a:ea typeface="宋体" panose="02010600030101010101" pitchFamily="2" charset="-122"/>
              </a:rPr>
              <a:t>设备</a:t>
            </a:r>
            <a:r>
              <a:rPr lang="zh-CN" altLang="en-US" sz="2800" b="0">
                <a:solidFill>
                  <a:schemeClr val="tx1"/>
                </a:solidFill>
                <a:latin typeface="Arial" panose="02080604020202020204" pitchFamily="34" charset="0"/>
                <a:ea typeface="宋体" panose="02010600030101010101" pitchFamily="2" charset="-122"/>
              </a:rPr>
              <a:t>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link	  </a:t>
            </a:r>
            <a:r>
              <a:rPr lang="zh-CN" altLang="en-US" sz="2800" b="0">
                <a:solidFill>
                  <a:schemeClr val="tx1"/>
                </a:solidFill>
                <a:latin typeface="Arial" panose="02080604020202020204" pitchFamily="34" charset="0"/>
                <a:ea typeface="宋体" panose="02010600030101010101" pitchFamily="2" charset="-122"/>
              </a:rPr>
              <a:t>创建硬链接文件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bg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symlink </a:t>
            </a:r>
            <a:r>
              <a:rPr lang="zh-CN" altLang="en-US" sz="2800" b="0">
                <a:solidFill>
                  <a:schemeClr val="tx1"/>
                </a:solidFill>
                <a:latin typeface="Arial" panose="02080604020202020204" pitchFamily="34" charset="0"/>
                <a:ea typeface="宋体" panose="02010600030101010101" pitchFamily="2" charset="-122"/>
              </a:rPr>
              <a:t>创建软链接文件</a:t>
            </a:r>
            <a:endParaRPr lang="zh-CN" altLang="en-US" sz="2800" b="0">
              <a:solidFill>
                <a:schemeClr val="tx1"/>
              </a:solidFill>
              <a:latin typeface="Arial" panose="02080604020202020204" pitchFamily="34" charset="0"/>
              <a:ea typeface="方正书宋_GBK" panose="02000000000000000000" charset="-122"/>
            </a:endParaRPr>
          </a:p>
        </p:txBody>
      </p:sp>
      <p:sp>
        <p:nvSpPr>
          <p:cNvPr id="78853" name="矩形 78852"/>
          <p:cNvSpPr/>
          <p:nvPr/>
        </p:nvSpPr>
        <p:spPr>
          <a:xfrm>
            <a:off x="4572000" y="1401763"/>
            <a:ext cx="4495800" cy="5038725"/>
          </a:xfrm>
          <a:prstGeom prst="rect">
            <a:avLst/>
          </a:prstGeom>
          <a:noFill/>
          <a:ln w="9525">
            <a:noFill/>
            <a:miter/>
          </a:ln>
        </p:spPr>
        <p:txBody>
          <a:bodyPr anchor="t"/>
          <a:p>
            <a:pPr marL="571500" lvl="0" indent="-571500">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unlink  </a:t>
            </a:r>
            <a:r>
              <a:rPr lang="zh-CN" altLang="en-US" sz="2800" b="0">
                <a:solidFill>
                  <a:schemeClr val="tx1"/>
                </a:solidFill>
                <a:latin typeface="Arial" panose="02080604020202020204" pitchFamily="34" charset="0"/>
                <a:ea typeface="宋体" panose="02010600030101010101" pitchFamily="2" charset="-122"/>
              </a:rPr>
              <a:t>删除文件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nSpc>
                <a:spcPct val="90000"/>
              </a:lnSpc>
              <a:spcBef>
                <a:spcPct val="30000"/>
              </a:spcBef>
              <a:buClr>
                <a:schemeClr val="tx2"/>
              </a:buClr>
              <a:buSzPct val="95000"/>
              <a:buFont typeface="Wingdings" panose="05000000000000000000" pitchFamily="2" charset="2"/>
              <a:buNone/>
            </a:pPr>
            <a:r>
              <a:rPr lang="en-US" altLang="zh-CN" sz="2800" b="0">
                <a:solidFill>
                  <a:schemeClr val="tx1"/>
                </a:solidFill>
                <a:latin typeface="Arial" panose="02080604020202020204" pitchFamily="34" charset="0"/>
                <a:ea typeface="宋体" panose="02010600030101010101" pitchFamily="2" charset="-122"/>
              </a:rPr>
              <a:t>chdir    </a:t>
            </a:r>
            <a:r>
              <a:rPr lang="zh-CN" altLang="en-US" sz="2800" b="0">
                <a:solidFill>
                  <a:schemeClr val="tx1"/>
                </a:solidFill>
                <a:latin typeface="Arial" panose="02080604020202020204" pitchFamily="34" charset="0"/>
                <a:ea typeface="宋体" panose="02010600030101010101" pitchFamily="2" charset="-122"/>
              </a:rPr>
              <a:t>改变当前目录</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chmod  </a:t>
            </a:r>
            <a:r>
              <a:rPr lang="zh-CN" altLang="en-US" sz="2800" b="0">
                <a:solidFill>
                  <a:schemeClr val="tx1"/>
                </a:solidFill>
                <a:latin typeface="Arial" panose="02080604020202020204" pitchFamily="34" charset="0"/>
                <a:ea typeface="宋体" panose="02010600030101010101" pitchFamily="2" charset="-122"/>
              </a:rPr>
              <a:t>改变文件属性</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pipe </a:t>
            </a:r>
            <a:r>
              <a:rPr lang="zh-CN" altLang="en-US" sz="2800" b="0">
                <a:solidFill>
                  <a:schemeClr val="tx1"/>
                </a:solidFill>
                <a:latin typeface="Arial" panose="02080604020202020204" pitchFamily="34" charset="0"/>
                <a:ea typeface="宋体" panose="02010600030101010101" pitchFamily="2" charset="-122"/>
              </a:rPr>
              <a:t>建立并打开管道文件</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chown </a:t>
            </a:r>
            <a:r>
              <a:rPr lang="zh-CN" altLang="en-US" sz="2800" b="0">
                <a:solidFill>
                  <a:schemeClr val="tx1"/>
                </a:solidFill>
                <a:latin typeface="Arial" panose="02080604020202020204" pitchFamily="34" charset="0"/>
                <a:ea typeface="宋体" panose="02010600030101010101" pitchFamily="2" charset="-122"/>
              </a:rPr>
              <a:t>改变文件主和用户组</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mount </a:t>
            </a:r>
            <a:r>
              <a:rPr lang="zh-CN" altLang="en-US" sz="2800" b="0">
                <a:solidFill>
                  <a:schemeClr val="tx1"/>
                </a:solidFill>
                <a:latin typeface="Arial" panose="02080604020202020204" pitchFamily="34" charset="0"/>
                <a:ea typeface="宋体" panose="02010600030101010101" pitchFamily="2" charset="-122"/>
              </a:rPr>
              <a:t>安装文件系统</a:t>
            </a:r>
            <a:r>
              <a:rPr lang="en-US" altLang="zh-CN" sz="2800" b="0">
                <a:solidFill>
                  <a:schemeClr val="tx1"/>
                </a:solidFill>
                <a:latin typeface="Arial" panose="02080604020202020204" pitchFamily="34" charset="0"/>
                <a:ea typeface="宋体" panose="02010600030101010101" pitchFamily="2" charset="-122"/>
              </a:rPr>
              <a:t>(</a:t>
            </a:r>
            <a:r>
              <a:rPr lang="zh-CN" altLang="en-US" sz="2800" b="0">
                <a:solidFill>
                  <a:schemeClr val="tx1"/>
                </a:solidFill>
                <a:latin typeface="Arial" panose="02080604020202020204" pitchFamily="34" charset="0"/>
                <a:ea typeface="宋体" panose="02010600030101010101" pitchFamily="2" charset="-122"/>
              </a:rPr>
              <a:t>卷</a:t>
            </a:r>
            <a:r>
              <a:rPr lang="en-US" altLang="zh-CN" sz="2800" b="0">
                <a:solidFill>
                  <a:schemeClr val="tx1"/>
                </a:solidFill>
                <a:latin typeface="Arial" panose="02080604020202020204" pitchFamily="34" charset="0"/>
                <a:ea typeface="宋体" panose="02010600030101010101" pitchFamily="2" charset="-122"/>
              </a:rPr>
              <a:t>) </a:t>
            </a:r>
            <a:endParaRPr lang="en-US" altLang="zh-CN" sz="2800" b="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dup	  </a:t>
            </a:r>
            <a:r>
              <a:rPr lang="zh-CN" altLang="en-US" sz="2800" b="0">
                <a:solidFill>
                  <a:schemeClr val="tx1"/>
                </a:solidFill>
                <a:latin typeface="Arial" panose="02080604020202020204" pitchFamily="34" charset="0"/>
                <a:ea typeface="宋体" panose="02010600030101010101" pitchFamily="2" charset="-122"/>
              </a:rPr>
              <a:t>复制文件描述符</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9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umount  </a:t>
            </a:r>
            <a:r>
              <a:rPr lang="zh-CN" altLang="en-US" sz="2800" b="0">
                <a:solidFill>
                  <a:schemeClr val="tx1"/>
                </a:solidFill>
                <a:latin typeface="Arial" panose="02080604020202020204" pitchFamily="34" charset="0"/>
                <a:ea typeface="宋体" panose="02010600030101010101" pitchFamily="2" charset="-122"/>
              </a:rPr>
              <a:t>拆卸文件系统</a:t>
            </a:r>
            <a:endParaRPr lang="en-US" altLang="zh-CN" sz="2800" b="0">
              <a:solidFill>
                <a:schemeClr val="tx1"/>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78852" grpId="0" animBg="1"/>
      <p:bldP spid="78853"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文本框 82945"/>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82947" name="矩形 82946"/>
          <p:cNvSpPr/>
          <p:nvPr/>
        </p:nvSpPr>
        <p:spPr>
          <a:xfrm>
            <a:off x="685800" y="571500"/>
            <a:ext cx="7772400" cy="723900"/>
          </a:xfrm>
          <a:prstGeom prst="rect">
            <a:avLst/>
          </a:prstGeom>
          <a:noFill/>
          <a:ln w="9525">
            <a:noFill/>
            <a:miter/>
          </a:ln>
        </p:spPr>
        <p:txBody>
          <a:bodyPr lIns="92075" tIns="46038" rIns="92075" bIns="46038" anchor="ct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fontAlgn="base"/>
            <a:r>
              <a:rPr lang="zh-CN" altLang="en-US" sz="3200" strike="noStrike" noProof="1">
                <a:solidFill>
                  <a:srgbClr val="990000"/>
                </a:solidFill>
                <a:latin typeface="Times New Roman" panose="02020603050405020304" charset="0"/>
                <a:ea typeface="宋体" panose="02010600030101010101" pitchFamily="2" charset="-122"/>
                <a:cs typeface="+mn-ea"/>
              </a:rPr>
              <a:t>与系统状态有关的系统调用</a:t>
            </a:r>
            <a:endParaRPr lang="zh-CN" altLang="en-US" sz="3200" strike="noStrike" noProof="1">
              <a:solidFill>
                <a:srgbClr val="990000"/>
              </a:solidFill>
              <a:latin typeface="Times New Roman" panose="02020603050405020304" charset="0"/>
              <a:ea typeface="宋体" panose="02010600030101010101" pitchFamily="2" charset="-122"/>
            </a:endParaRPr>
          </a:p>
        </p:txBody>
      </p:sp>
      <p:sp>
        <p:nvSpPr>
          <p:cNvPr id="82948" name="矩形 82947"/>
          <p:cNvSpPr/>
          <p:nvPr/>
        </p:nvSpPr>
        <p:spPr>
          <a:xfrm>
            <a:off x="419100" y="1539875"/>
            <a:ext cx="4114800" cy="4419600"/>
          </a:xfrm>
          <a:prstGeom prst="rect">
            <a:avLst/>
          </a:prstGeom>
          <a:noFill/>
          <a:ln w="9525">
            <a:noFill/>
            <a:miter/>
          </a:ln>
        </p:spPr>
        <p:txBody>
          <a:bodyPr anchor="t"/>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getuid    </a:t>
            </a:r>
            <a:r>
              <a:rPr lang="zh-CN" altLang="en-US" sz="2800" b="0" dirty="0">
                <a:solidFill>
                  <a:schemeClr val="tx1"/>
                </a:solidFill>
                <a:latin typeface="Arial" panose="02080604020202020204" pitchFamily="34" charset="0"/>
                <a:ea typeface="宋体" panose="02010600030101010101" pitchFamily="2" charset="-122"/>
              </a:rPr>
              <a:t>取</a:t>
            </a:r>
            <a:r>
              <a:rPr lang="zh-CN" altLang="en-US" sz="2800" b="0">
                <a:solidFill>
                  <a:schemeClr val="tx1"/>
                </a:solidFill>
                <a:latin typeface="Arial" panose="02080604020202020204" pitchFamily="34" charset="0"/>
                <a:ea typeface="宋体" panose="02010600030101010101" pitchFamily="2" charset="-122"/>
              </a:rPr>
              <a:t>用户号</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setuid    </a:t>
            </a:r>
            <a:r>
              <a:rPr lang="zh-CN" altLang="en-US" sz="2800" b="0" dirty="0">
                <a:solidFill>
                  <a:schemeClr val="tx1"/>
                </a:solidFill>
                <a:latin typeface="Arial" panose="02080604020202020204" pitchFamily="34" charset="0"/>
                <a:ea typeface="宋体" panose="02010600030101010101" pitchFamily="2" charset="-122"/>
              </a:rPr>
              <a:t>设</a:t>
            </a:r>
            <a:r>
              <a:rPr lang="zh-CN" altLang="en-US" sz="2800" b="0">
                <a:solidFill>
                  <a:schemeClr val="tx1"/>
                </a:solidFill>
                <a:latin typeface="Arial" panose="02080604020202020204" pitchFamily="34" charset="0"/>
                <a:ea typeface="宋体" panose="02010600030101010101" pitchFamily="2" charset="-122"/>
              </a:rPr>
              <a:t>置用户号</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getgid    </a:t>
            </a:r>
            <a:r>
              <a:rPr lang="zh-CN" altLang="en-US" sz="2800" b="0" dirty="0">
                <a:solidFill>
                  <a:schemeClr val="tx1"/>
                </a:solidFill>
                <a:latin typeface="Arial" panose="02080604020202020204" pitchFamily="34" charset="0"/>
                <a:ea typeface="宋体" panose="02010600030101010101" pitchFamily="2" charset="-122"/>
              </a:rPr>
              <a:t>取</a:t>
            </a:r>
            <a:r>
              <a:rPr lang="zh-CN" altLang="en-US" sz="2800" b="0">
                <a:solidFill>
                  <a:schemeClr val="tx1"/>
                </a:solidFill>
                <a:latin typeface="Arial" panose="02080604020202020204" pitchFamily="34" charset="0"/>
                <a:ea typeface="宋体" panose="02010600030101010101" pitchFamily="2" charset="-122"/>
              </a:rPr>
              <a:t>用户组号</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setgid    </a:t>
            </a:r>
            <a:r>
              <a:rPr lang="zh-CN" altLang="en-US" sz="2800" b="0" dirty="0">
                <a:solidFill>
                  <a:schemeClr val="tx1"/>
                </a:solidFill>
                <a:latin typeface="Arial" panose="02080604020202020204" pitchFamily="34" charset="0"/>
                <a:ea typeface="宋体" panose="02010600030101010101" pitchFamily="2" charset="-122"/>
              </a:rPr>
              <a:t>设</a:t>
            </a:r>
            <a:r>
              <a:rPr lang="zh-CN" altLang="en-US" sz="2800" b="0">
                <a:solidFill>
                  <a:schemeClr val="tx1"/>
                </a:solidFill>
                <a:latin typeface="Arial" panose="02080604020202020204" pitchFamily="34" charset="0"/>
                <a:ea typeface="宋体" panose="02010600030101010101" pitchFamily="2" charset="-122"/>
              </a:rPr>
              <a:t>置用户组号</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time       </a:t>
            </a:r>
            <a:r>
              <a:rPr lang="zh-CN" altLang="en-US" sz="2800" b="0" dirty="0">
                <a:solidFill>
                  <a:schemeClr val="tx1"/>
                </a:solidFill>
                <a:latin typeface="Arial" panose="02080604020202020204" pitchFamily="34" charset="0"/>
                <a:ea typeface="宋体" panose="02010600030101010101" pitchFamily="2" charset="-122"/>
              </a:rPr>
              <a:t>取</a:t>
            </a:r>
            <a:r>
              <a:rPr lang="zh-CN" altLang="en-US" sz="2800" b="0">
                <a:solidFill>
                  <a:schemeClr val="tx1"/>
                </a:solidFill>
                <a:latin typeface="Arial" panose="02080604020202020204" pitchFamily="34" charset="0"/>
                <a:ea typeface="宋体" panose="02010600030101010101" pitchFamily="2" charset="-122"/>
              </a:rPr>
              <a:t>日历时间</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stime    </a:t>
            </a:r>
            <a:r>
              <a:rPr lang="zh-CN" altLang="en-US" sz="2800" b="0" dirty="0">
                <a:solidFill>
                  <a:schemeClr val="tx1"/>
                </a:solidFill>
                <a:latin typeface="Arial" panose="02080604020202020204" pitchFamily="34" charset="0"/>
                <a:ea typeface="宋体" panose="02010600030101010101" pitchFamily="2" charset="-122"/>
              </a:rPr>
              <a:t>设</a:t>
            </a:r>
            <a:r>
              <a:rPr lang="zh-CN" altLang="en-US" sz="2800" b="0">
                <a:solidFill>
                  <a:schemeClr val="tx1"/>
                </a:solidFill>
                <a:latin typeface="Arial" panose="02080604020202020204" pitchFamily="34" charset="0"/>
                <a:ea typeface="宋体" panose="02010600030101010101" pitchFamily="2" charset="-122"/>
              </a:rPr>
              <a:t>置日历时间</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40000"/>
              </a:lnSpc>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times  </a:t>
            </a:r>
            <a:r>
              <a:rPr lang="zh-CN" altLang="en-US" sz="2800" b="0" dirty="0">
                <a:solidFill>
                  <a:schemeClr val="tx1"/>
                </a:solidFill>
                <a:latin typeface="Arial" panose="02080604020202020204" pitchFamily="34" charset="0"/>
                <a:ea typeface="宋体" panose="02010600030101010101" pitchFamily="2" charset="-122"/>
              </a:rPr>
              <a:t>取</a:t>
            </a:r>
            <a:r>
              <a:rPr lang="zh-CN" altLang="en-US" sz="2800" b="0">
                <a:solidFill>
                  <a:schemeClr val="tx1"/>
                </a:solidFill>
                <a:latin typeface="Arial" panose="02080604020202020204" pitchFamily="34" charset="0"/>
                <a:ea typeface="宋体" panose="02010600030101010101" pitchFamily="2" charset="-122"/>
              </a:rPr>
              <a:t>进程执行时间</a:t>
            </a:r>
            <a:endParaRPr lang="zh-CN" altLang="en-US" sz="2800" b="0">
              <a:solidFill>
                <a:schemeClr val="tx1"/>
              </a:solidFill>
              <a:latin typeface="Arial" panose="02080604020202020204" pitchFamily="34" charset="0"/>
              <a:ea typeface="方正书宋_GBK" panose="02000000000000000000" charset="-122"/>
            </a:endParaRPr>
          </a:p>
        </p:txBody>
      </p:sp>
      <p:sp>
        <p:nvSpPr>
          <p:cNvPr id="82949" name="矩形 82948"/>
          <p:cNvSpPr/>
          <p:nvPr/>
        </p:nvSpPr>
        <p:spPr>
          <a:xfrm>
            <a:off x="4705350" y="1539875"/>
            <a:ext cx="3810000" cy="4419600"/>
          </a:xfrm>
          <a:prstGeom prst="rect">
            <a:avLst/>
          </a:prstGeom>
          <a:noFill/>
          <a:ln w="9525">
            <a:noFill/>
            <a:miter/>
          </a:ln>
        </p:spPr>
        <p:txBody>
          <a:bodyPr anchor="t"/>
          <a:p>
            <a:pPr marL="571500" lvl="0" indent="-571500" algn="just">
              <a:lnSpc>
                <a:spcPct val="11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gtty	</a:t>
            </a:r>
            <a:r>
              <a:rPr lang="zh-CN" altLang="en-US" sz="2800" b="0">
                <a:solidFill>
                  <a:schemeClr val="tx1"/>
                </a:solidFill>
                <a:latin typeface="Arial" panose="02080604020202020204" pitchFamily="34" charset="0"/>
                <a:ea typeface="宋体" panose="02010600030101010101" pitchFamily="2" charset="-122"/>
              </a:rPr>
              <a:t>读当前终端</a:t>
            </a:r>
            <a:r>
              <a:rPr lang="en-US" altLang="zh-CN" sz="2800" b="0">
                <a:solidFill>
                  <a:schemeClr val="tx1"/>
                </a:solidFill>
                <a:latin typeface="Arial" panose="02080604020202020204" pitchFamily="34" charset="0"/>
                <a:ea typeface="宋体" panose="02010600030101010101" pitchFamily="2" charset="-122"/>
              </a:rPr>
              <a:t>tty</a:t>
            </a:r>
            <a:r>
              <a:rPr lang="zh-CN" altLang="en-US" sz="2800" b="0">
                <a:solidFill>
                  <a:schemeClr val="tx1"/>
                </a:solidFill>
                <a:latin typeface="Arial" panose="02080604020202020204" pitchFamily="34" charset="0"/>
                <a:ea typeface="宋体" panose="02010600030101010101" pitchFamily="2" charset="-122"/>
              </a:rPr>
              <a:t>部	分信息</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1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stty	</a:t>
            </a:r>
            <a:r>
              <a:rPr lang="zh-CN" altLang="en-US" sz="2800" b="0">
                <a:solidFill>
                  <a:schemeClr val="tx1"/>
                </a:solidFill>
                <a:latin typeface="Arial" panose="02080604020202020204" pitchFamily="34" charset="0"/>
                <a:ea typeface="宋体" panose="02010600030101010101" pitchFamily="2" charset="-122"/>
              </a:rPr>
              <a:t>设置当前终端</a:t>
            </a:r>
            <a:r>
              <a:rPr lang="en-US" altLang="zh-CN" sz="2800" b="0">
                <a:solidFill>
                  <a:schemeClr val="tx1"/>
                </a:solidFill>
                <a:latin typeface="Arial" panose="02080604020202020204" pitchFamily="34" charset="0"/>
                <a:ea typeface="宋体" panose="02010600030101010101" pitchFamily="2" charset="-122"/>
              </a:rPr>
              <a:t>tty	</a:t>
            </a:r>
            <a:r>
              <a:rPr lang="zh-CN" altLang="en-US" sz="2800" b="0">
                <a:solidFill>
                  <a:schemeClr val="tx1"/>
                </a:solidFill>
                <a:latin typeface="Arial" panose="02080604020202020204" pitchFamily="34" charset="0"/>
                <a:ea typeface="宋体" panose="02010600030101010101" pitchFamily="2" charset="-122"/>
              </a:rPr>
              <a:t>部分信息</a:t>
            </a:r>
            <a:endParaRPr lang="zh-CN" altLang="en-US" sz="2800" b="0">
              <a:solidFill>
                <a:schemeClr val="tx1"/>
              </a:solidFill>
              <a:latin typeface="Arial" panose="02080604020202020204" pitchFamily="34" charset="0"/>
              <a:ea typeface="方正书宋_GBK" panose="02000000000000000000" charset="-122"/>
            </a:endParaRPr>
          </a:p>
          <a:p>
            <a:pPr marL="571500" lvl="0" indent="-571500" algn="just">
              <a:lnSpc>
                <a:spcPct val="11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stat	</a:t>
            </a:r>
            <a:r>
              <a:rPr lang="zh-CN" altLang="en-US" sz="2800" b="0">
                <a:solidFill>
                  <a:schemeClr val="tx1"/>
                </a:solidFill>
                <a:latin typeface="Arial" panose="02080604020202020204" pitchFamily="34" charset="0"/>
                <a:ea typeface="宋体" panose="02010600030101010101" pitchFamily="2" charset="-122"/>
              </a:rPr>
              <a:t>读取文件状态</a:t>
            </a:r>
            <a:r>
              <a:rPr lang="en-US" altLang="zh-CN" sz="2800" b="0">
                <a:solidFill>
                  <a:schemeClr val="tx1"/>
                </a:solidFill>
                <a:latin typeface="Arial" panose="02080604020202020204" pitchFamily="34" charset="0"/>
                <a:ea typeface="宋体" panose="02010600030101010101" pitchFamily="2" charset="-122"/>
              </a:rPr>
              <a:t>(i	</a:t>
            </a:r>
            <a:r>
              <a:rPr lang="zh-CN" altLang="en-US" sz="2800" b="0">
                <a:solidFill>
                  <a:schemeClr val="tx1"/>
                </a:solidFill>
                <a:latin typeface="Arial" panose="02080604020202020204" pitchFamily="34" charset="0"/>
                <a:ea typeface="宋体" panose="02010600030101010101" pitchFamily="2" charset="-122"/>
              </a:rPr>
              <a:t>节点</a:t>
            </a:r>
            <a:r>
              <a:rPr lang="en-US" altLang="zh-CN" sz="2800" b="0">
                <a:solidFill>
                  <a:schemeClr val="tx1"/>
                </a:solidFill>
                <a:latin typeface="Arial" panose="02080604020202020204" pitchFamily="34" charset="0"/>
                <a:ea typeface="宋体" panose="02010600030101010101" pitchFamily="2" charset="-122"/>
              </a:rPr>
              <a:t>)</a:t>
            </a:r>
            <a:endParaRPr lang="en-US" altLang="zh-CN" sz="2800" b="0">
              <a:solidFill>
                <a:schemeClr val="tx1"/>
              </a:solidFill>
              <a:latin typeface="Arial" panose="02080604020202020204" pitchFamily="34" charset="0"/>
              <a:ea typeface="方正书宋_GBK" panose="02000000000000000000" charset="-122"/>
            </a:endParaRPr>
          </a:p>
          <a:p>
            <a:pPr marL="571500" lvl="0" indent="-571500" algn="just">
              <a:lnSpc>
                <a:spcPct val="110000"/>
              </a:lnSpc>
              <a:spcBef>
                <a:spcPct val="30000"/>
              </a:spcBef>
              <a:buClr>
                <a:schemeClr val="tx2"/>
              </a:buClr>
              <a:buSzPct val="95000"/>
              <a:buFont typeface="Monotype Sorts" pitchFamily="2" charset="2"/>
              <a:buNone/>
            </a:pPr>
            <a:r>
              <a:rPr lang="en-US" altLang="zh-CN" sz="2800" b="0">
                <a:solidFill>
                  <a:schemeClr val="tx1"/>
                </a:solidFill>
                <a:latin typeface="Arial" panose="02080604020202020204" pitchFamily="34" charset="0"/>
                <a:ea typeface="宋体" panose="02010600030101010101" pitchFamily="2" charset="-122"/>
              </a:rPr>
              <a:t>sync	</a:t>
            </a:r>
            <a:r>
              <a:rPr lang="zh-CN" altLang="en-US" sz="2800" b="0">
                <a:solidFill>
                  <a:schemeClr val="tx1"/>
                </a:solidFill>
                <a:latin typeface="Arial" panose="02080604020202020204" pitchFamily="34" charset="0"/>
                <a:ea typeface="宋体" panose="02010600030101010101" pitchFamily="2" charset="-122"/>
              </a:rPr>
              <a:t>使主存映像与磁	盘文件信息一致</a:t>
            </a:r>
            <a:endParaRPr lang="zh-CN" altLang="en-US" sz="2800" b="0">
              <a:solidFill>
                <a:schemeClr val="tx1"/>
              </a:solidFill>
              <a:latin typeface="Arial" panose="02080604020202020204" pitchFamily="34" charset="0"/>
              <a:ea typeface="方正书宋_GBK"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82948" grpId="0" animBg="1"/>
      <p:bldP spid="8294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文本框 8192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41</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57346" name="文本框 81922"/>
          <p:cNvSpPr txBox="1"/>
          <p:nvPr/>
        </p:nvSpPr>
        <p:spPr>
          <a:xfrm>
            <a:off x="360680" y="1628775"/>
            <a:ext cx="7277735" cy="1814830"/>
          </a:xfrm>
          <a:prstGeom prst="rect">
            <a:avLst/>
          </a:prstGeom>
          <a:noFill/>
          <a:ln w="9525">
            <a:noFill/>
            <a:miter/>
          </a:ln>
        </p:spPr>
        <p:txBody>
          <a:bodyPr wrap="square" anchor="t">
            <a:spAutoFit/>
          </a:bodyPr>
          <a:p>
            <a:pPr lvl="1" indent="0" algn="l" eaLnBrk="0" fontAlgn="base" latinLnBrk="0" hangingPunct="0">
              <a:lnSpc>
                <a:spcPct val="100000"/>
              </a:lnSpc>
              <a:spcBef>
                <a:spcPct val="0"/>
              </a:spcBef>
              <a:spcAft>
                <a:spcPct val="0"/>
              </a:spcAft>
              <a:buFont typeface="Wingdings" panose="05000000000000000000" pitchFamily="2" charset="2"/>
              <a:buNone/>
            </a:pPr>
            <a:r>
              <a:rPr lang="zh-CN" altLang="en-US" sz="2800" u="none" baseline="0" dirty="0">
                <a:solidFill>
                  <a:schemeClr val="tx1"/>
                </a:solidFill>
                <a:latin typeface="Times New Roman" panose="02020603050405020304" charset="0"/>
                <a:ea typeface="宋体" panose="02010600030101010101" pitchFamily="2" charset="-122"/>
              </a:rPr>
              <a:t>Linux完全</a:t>
            </a:r>
            <a:r>
              <a:rPr lang="zh-CN" altLang="en-US" sz="2800" dirty="0">
                <a:solidFill>
                  <a:schemeClr val="tx1"/>
                </a:solidFill>
                <a:latin typeface="Times New Roman" panose="02020603050405020304" charset="0"/>
                <a:sym typeface="+mn-ea"/>
              </a:rPr>
              <a:t>兼容</a:t>
            </a:r>
            <a:r>
              <a:rPr lang="zh-CN" altLang="en-US" sz="2800" u="none" baseline="0" dirty="0">
                <a:solidFill>
                  <a:schemeClr val="tx1"/>
                </a:solidFill>
                <a:latin typeface="Times New Roman" panose="02020603050405020304" charset="0"/>
                <a:ea typeface="宋体" panose="02010600030101010101" pitchFamily="2" charset="-122"/>
              </a:rPr>
              <a:t>POSIX</a:t>
            </a:r>
            <a:r>
              <a:rPr lang="zh-CN" altLang="en-US" sz="2800" dirty="0">
                <a:solidFill>
                  <a:schemeClr val="tx1"/>
                </a:solidFill>
                <a:latin typeface="Times New Roman" panose="02020603050405020304" charset="0"/>
                <a:sym typeface="+mn-ea"/>
              </a:rPr>
              <a:t>标准</a:t>
            </a:r>
            <a:r>
              <a:rPr lang="zh-CN" altLang="en-US" sz="2800" u="none" baseline="0" dirty="0">
                <a:solidFill>
                  <a:schemeClr val="tx1"/>
                </a:solidFill>
                <a:latin typeface="Times New Roman" panose="02020603050405020304" charset="0"/>
                <a:ea typeface="宋体" panose="02010600030101010101" pitchFamily="2" charset="-122"/>
              </a:rPr>
              <a:t>。</a:t>
            </a:r>
            <a:endParaRPr lang="zh-CN" altLang="en-US" sz="2800" u="none" baseline="0" dirty="0">
              <a:solidFill>
                <a:schemeClr val="tx1"/>
              </a:solidFill>
              <a:latin typeface="Times New Roman" panose="02020603050405020304" charset="0"/>
              <a:ea typeface="宋体" panose="02010600030101010101" pitchFamily="2" charset="-122"/>
            </a:endParaRPr>
          </a:p>
          <a:p>
            <a:pPr lvl="1" indent="0" algn="l" eaLnBrk="0" fontAlgn="base" latinLnBrk="0" hangingPunct="0">
              <a:lnSpc>
                <a:spcPct val="100000"/>
              </a:lnSpc>
              <a:spcBef>
                <a:spcPct val="0"/>
              </a:spcBef>
              <a:spcAft>
                <a:spcPct val="0"/>
              </a:spcAft>
              <a:buFont typeface="Wingdings" panose="05000000000000000000" pitchFamily="2" charset="2"/>
              <a:buNone/>
            </a:pPr>
            <a:endParaRPr lang="zh-CN" altLang="en-US" sz="2800" u="none" baseline="0" dirty="0">
              <a:solidFill>
                <a:schemeClr val="tx1"/>
              </a:solidFill>
              <a:latin typeface="Times New Roman" panose="02020603050405020304" charset="0"/>
              <a:ea typeface="宋体" panose="02010600030101010101" pitchFamily="2" charset="-122"/>
            </a:endParaRPr>
          </a:p>
          <a:p>
            <a:pPr lvl="1" indent="0" algn="l" eaLnBrk="0" fontAlgn="base" latinLnBrk="0" hangingPunct="0">
              <a:lnSpc>
                <a:spcPct val="100000"/>
              </a:lnSpc>
              <a:spcBef>
                <a:spcPct val="0"/>
              </a:spcBef>
              <a:spcAft>
                <a:spcPct val="0"/>
              </a:spcAft>
              <a:buFont typeface="Wingdings" panose="05000000000000000000" pitchFamily="2" charset="2"/>
              <a:buNone/>
            </a:pPr>
            <a:r>
              <a:rPr lang="zh-CN" altLang="en-US" sz="2800" u="none" baseline="0" dirty="0">
                <a:solidFill>
                  <a:schemeClr val="tx1"/>
                </a:solidFill>
                <a:latin typeface="Times New Roman" panose="02020603050405020304" charset="0"/>
                <a:ea typeface="宋体" panose="02010600030101010101" pitchFamily="2" charset="-122"/>
              </a:rPr>
              <a:t>微软的Windows NT声称部分实现了POSIX标准。</a:t>
            </a:r>
            <a:endParaRPr lang="zh-CN" altLang="en-US" sz="2800" u="none" baseline="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8369" name="组合 83969"/>
          <p:cNvGrpSpPr/>
          <p:nvPr/>
        </p:nvGrpSpPr>
        <p:grpSpPr>
          <a:xfrm>
            <a:off x="833438" y="1314450"/>
            <a:ext cx="7615237" cy="5168900"/>
            <a:chOff x="0" y="0"/>
            <a:chExt cx="3840" cy="2736"/>
          </a:xfrm>
        </p:grpSpPr>
        <p:sp>
          <p:nvSpPr>
            <p:cNvPr id="58370" name="文本框 83970"/>
            <p:cNvSpPr txBox="1"/>
            <p:nvPr/>
          </p:nvSpPr>
          <p:spPr>
            <a:xfrm>
              <a:off x="0" y="0"/>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a:solidFill>
                    <a:schemeClr val="tx1"/>
                  </a:solidFill>
                  <a:latin typeface="Arial" panose="02080604020202020204" pitchFamily="34" charset="0"/>
                  <a:ea typeface="宋体" panose="02010600030101010101" pitchFamily="2" charset="-122"/>
                </a:rPr>
                <a:t>UNIX/Linux              Win32                                             </a:t>
              </a:r>
              <a:r>
                <a:rPr lang="zh-CN" altLang="en-US" sz="1600" b="0" dirty="0">
                  <a:solidFill>
                    <a:schemeClr val="tx1"/>
                  </a:solidFill>
                  <a:latin typeface="Arial" panose="02080604020202020204" pitchFamily="34" charset="0"/>
                  <a:ea typeface="宋体" panose="02010600030101010101" pitchFamily="2" charset="-122"/>
                </a:rPr>
                <a:t>说明</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1" name="文本框 83971"/>
            <p:cNvSpPr txBox="1"/>
            <p:nvPr/>
          </p:nvSpPr>
          <p:spPr>
            <a:xfrm>
              <a:off x="0" y="342"/>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a:solidFill>
                    <a:schemeClr val="tx1"/>
                  </a:solidFill>
                  <a:latin typeface="Arial" panose="02080604020202020204" pitchFamily="34" charset="0"/>
                  <a:ea typeface="宋体" panose="02010600030101010101" pitchFamily="2" charset="-122"/>
                </a:rPr>
                <a:t>fork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CreatProcess</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创建进程</a:t>
              </a:r>
              <a:r>
                <a:rPr lang="zh-CN" altLang="en-US" sz="900" b="0" dirty="0">
                  <a:solidFill>
                    <a:schemeClr val="tx1"/>
                  </a:solidFill>
                  <a:latin typeface="Arial" panose="02080604020202020204" pitchFamily="34" charset="0"/>
                  <a:ea typeface="宋体" panose="02010600030101010101" pitchFamily="2" charset="-122"/>
                </a:rPr>
                <a:t> </a:t>
              </a:r>
              <a:endParaRPr lang="zh-CN" altLang="en-US" sz="900" b="0" dirty="0">
                <a:solidFill>
                  <a:schemeClr val="tx1"/>
                </a:solidFill>
                <a:latin typeface="Arial" panose="02080604020202020204" pitchFamily="34" charset="0"/>
                <a:ea typeface="宋体" panose="02010600030101010101" pitchFamily="2" charset="-122"/>
              </a:endParaRPr>
            </a:p>
          </p:txBody>
        </p:sp>
        <p:sp>
          <p:nvSpPr>
            <p:cNvPr id="58372" name="文本框 83972"/>
            <p:cNvSpPr txBox="1"/>
            <p:nvPr/>
          </p:nvSpPr>
          <p:spPr>
            <a:xfrm>
              <a:off x="0" y="684"/>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err="1">
                  <a:solidFill>
                    <a:schemeClr val="tx1"/>
                  </a:solidFill>
                  <a:latin typeface="Arial" panose="02080604020202020204" pitchFamily="34" charset="0"/>
                  <a:ea typeface="宋体" panose="02010600030101010101" pitchFamily="2" charset="-122"/>
                </a:rPr>
                <a:t>waitpid</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WaitForSingleObject</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等待进程终止</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3" name="文本框 83973"/>
            <p:cNvSpPr txBox="1"/>
            <p:nvPr/>
          </p:nvSpPr>
          <p:spPr>
            <a:xfrm>
              <a:off x="0" y="1026"/>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a:solidFill>
                    <a:schemeClr val="tx1"/>
                  </a:solidFill>
                  <a:latin typeface="Arial" panose="02080604020202020204" pitchFamily="34" charset="0"/>
                  <a:ea typeface="宋体" panose="02010600030101010101" pitchFamily="2" charset="-122"/>
                </a:rPr>
                <a:t>open/close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CreatFile/CloseHandle</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创建或打开</a:t>
              </a:r>
              <a:r>
                <a:rPr lang="en-US" altLang="x-none" sz="1600" b="0">
                  <a:solidFill>
                    <a:schemeClr val="tx1"/>
                  </a:solidFill>
                  <a:latin typeface="Arial" panose="02080604020202020204" pitchFamily="34" charset="0"/>
                  <a:ea typeface="宋体" panose="02010600030101010101" pitchFamily="2" charset="-122"/>
                </a:rPr>
                <a:t>/</a:t>
              </a:r>
              <a:r>
                <a:rPr lang="zh-CN" altLang="en-US" sz="1600" b="0" dirty="0">
                  <a:solidFill>
                    <a:schemeClr val="tx1"/>
                  </a:solidFill>
                  <a:latin typeface="Arial" panose="02080604020202020204" pitchFamily="34" charset="0"/>
                  <a:ea typeface="宋体" panose="02010600030101010101" pitchFamily="2" charset="-122"/>
                </a:rPr>
                <a:t>关闭文件</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4" name="文本框 83974"/>
            <p:cNvSpPr txBox="1"/>
            <p:nvPr/>
          </p:nvSpPr>
          <p:spPr>
            <a:xfrm>
              <a:off x="0" y="1368"/>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a:solidFill>
                    <a:schemeClr val="tx1"/>
                  </a:solidFill>
                  <a:latin typeface="Arial" panose="02080604020202020204" pitchFamily="34" charset="0"/>
                  <a:ea typeface="宋体" panose="02010600030101010101" pitchFamily="2" charset="-122"/>
                </a:rPr>
                <a:t>read/write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ReadFile/WriteFile</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读</a:t>
              </a:r>
              <a:r>
                <a:rPr lang="en-US" altLang="x-none" sz="1600" b="0">
                  <a:solidFill>
                    <a:schemeClr val="tx1"/>
                  </a:solidFill>
                  <a:latin typeface="Arial" panose="02080604020202020204" pitchFamily="34" charset="0"/>
                  <a:ea typeface="宋体" panose="02010600030101010101" pitchFamily="2" charset="-122"/>
                </a:rPr>
                <a:t>/</a:t>
              </a:r>
              <a:r>
                <a:rPr lang="zh-CN" altLang="en-US" sz="1600" b="0" dirty="0">
                  <a:solidFill>
                    <a:schemeClr val="tx1"/>
                  </a:solidFill>
                  <a:latin typeface="Arial" panose="02080604020202020204" pitchFamily="34" charset="0"/>
                  <a:ea typeface="宋体" panose="02010600030101010101" pitchFamily="2" charset="-122"/>
                </a:rPr>
                <a:t>写文件</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5" name="文本框 83975"/>
            <p:cNvSpPr txBox="1"/>
            <p:nvPr/>
          </p:nvSpPr>
          <p:spPr>
            <a:xfrm>
              <a:off x="0" y="1710"/>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err="1">
                  <a:solidFill>
                    <a:schemeClr val="tx1"/>
                  </a:solidFill>
                  <a:latin typeface="Arial" panose="02080604020202020204" pitchFamily="34" charset="0"/>
                  <a:ea typeface="宋体" panose="02010600030101010101" pitchFamily="2" charset="-122"/>
                </a:rPr>
                <a:t>lseek</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SetFilePointer</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移动文件指针</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6" name="文本框 83976"/>
            <p:cNvSpPr txBox="1"/>
            <p:nvPr/>
          </p:nvSpPr>
          <p:spPr>
            <a:xfrm>
              <a:off x="0" y="2052"/>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err="1">
                  <a:solidFill>
                    <a:schemeClr val="tx1"/>
                  </a:solidFill>
                  <a:latin typeface="Arial" panose="02080604020202020204" pitchFamily="34" charset="0"/>
                  <a:ea typeface="宋体" panose="02010600030101010101" pitchFamily="2" charset="-122"/>
                </a:rPr>
                <a:t>mkdir/rmdir</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reat</a:t>
              </a:r>
              <a:r>
                <a:rPr lang="en-US" altLang="x-none" sz="1600" b="0">
                  <a:solidFill>
                    <a:schemeClr val="tx1"/>
                  </a:solidFill>
                  <a:latin typeface="Arial" panose="02080604020202020204" pitchFamily="34" charset="0"/>
                  <a:ea typeface="宋体" panose="02010600030101010101" pitchFamily="2" charset="-122"/>
                </a:rPr>
                <a:t>/Remove Directory                        </a:t>
              </a:r>
              <a:r>
                <a:rPr lang="zh-CN" altLang="en-US" sz="1600" b="0" dirty="0">
                  <a:solidFill>
                    <a:schemeClr val="tx1"/>
                  </a:solidFill>
                  <a:latin typeface="Arial" panose="02080604020202020204" pitchFamily="34" charset="0"/>
                  <a:ea typeface="宋体" panose="02010600030101010101" pitchFamily="2" charset="-122"/>
                </a:rPr>
                <a:t>建立</a:t>
              </a:r>
              <a:r>
                <a:rPr lang="en-US" altLang="x-none" sz="1600" b="0">
                  <a:solidFill>
                    <a:schemeClr val="tx1"/>
                  </a:solidFill>
                  <a:latin typeface="Arial" panose="02080604020202020204" pitchFamily="34" charset="0"/>
                  <a:ea typeface="宋体" panose="02010600030101010101" pitchFamily="2" charset="-122"/>
                </a:rPr>
                <a:t>/</a:t>
              </a:r>
              <a:r>
                <a:rPr lang="zh-CN" altLang="en-US" sz="1600" b="0" dirty="0">
                  <a:solidFill>
                    <a:schemeClr val="tx1"/>
                  </a:solidFill>
                  <a:latin typeface="Arial" panose="02080604020202020204" pitchFamily="34" charset="0"/>
                  <a:ea typeface="宋体" panose="02010600030101010101" pitchFamily="2" charset="-122"/>
                </a:rPr>
                <a:t>删除目录</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7" name="文本框 83977"/>
            <p:cNvSpPr txBox="1"/>
            <p:nvPr/>
          </p:nvSpPr>
          <p:spPr>
            <a:xfrm>
              <a:off x="0" y="2394"/>
              <a:ext cx="3840" cy="342"/>
            </a:xfrm>
            <a:prstGeom prst="rect">
              <a:avLst/>
            </a:prstGeom>
            <a:solidFill>
              <a:srgbClr val="FFFFFF"/>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p>
              <a:pPr lvl="0" eaLnBrk="0" hangingPunct="0"/>
              <a:r>
                <a:rPr lang="en-US" altLang="x-none" sz="1600" b="0">
                  <a:solidFill>
                    <a:schemeClr val="tx1"/>
                  </a:solidFill>
                  <a:latin typeface="Arial" panose="02080604020202020204" pitchFamily="34" charset="0"/>
                  <a:ea typeface="宋体" panose="02010600030101010101" pitchFamily="2" charset="-122"/>
                </a:rPr>
                <a:t>stat                      </a:t>
              </a:r>
              <a:r>
                <a:rPr lang="zh-CN" altLang="en-US" sz="1600" b="0" dirty="0">
                  <a:solidFill>
                    <a:schemeClr val="tx1"/>
                  </a:solidFill>
                  <a:latin typeface="Arial" panose="02080604020202020204" pitchFamily="34" charset="0"/>
                  <a:ea typeface="宋体" panose="02010600030101010101" pitchFamily="2" charset="-122"/>
                </a:rPr>
                <a:t>       </a:t>
              </a:r>
              <a:r>
                <a:rPr lang="en-US" altLang="x-none" sz="1600" b="0">
                  <a:solidFill>
                    <a:schemeClr val="tx1"/>
                  </a:solidFill>
                  <a:latin typeface="Arial" panose="02080604020202020204" pitchFamily="34" charset="0"/>
                  <a:ea typeface="宋体" panose="02010600030101010101" pitchFamily="2" charset="-122"/>
                </a:rPr>
                <a:t> </a:t>
              </a:r>
              <a:r>
                <a:rPr lang="en-US" altLang="x-none" sz="1600" b="0" err="1">
                  <a:solidFill>
                    <a:schemeClr val="tx1"/>
                  </a:solidFill>
                  <a:latin typeface="Arial" panose="02080604020202020204" pitchFamily="34" charset="0"/>
                  <a:ea typeface="宋体" panose="02010600030101010101" pitchFamily="2" charset="-122"/>
                </a:rPr>
                <a:t>GetFileAttributesEx</a:t>
              </a:r>
              <a:r>
                <a:rPr lang="en-US" altLang="x-none" sz="1600" b="0">
                  <a:solidFill>
                    <a:schemeClr val="tx1"/>
                  </a:solidFill>
                  <a:latin typeface="Arial" panose="02080604020202020204" pitchFamily="34" charset="0"/>
                  <a:ea typeface="宋体" panose="02010600030101010101" pitchFamily="2" charset="-122"/>
                </a:rPr>
                <a:t>                        </a:t>
              </a:r>
              <a:r>
                <a:rPr lang="zh-CN" altLang="en-US" sz="1600" b="0" dirty="0">
                  <a:solidFill>
                    <a:schemeClr val="tx1"/>
                  </a:solidFill>
                  <a:latin typeface="Arial" panose="02080604020202020204" pitchFamily="34" charset="0"/>
                  <a:ea typeface="宋体" panose="02010600030101010101" pitchFamily="2" charset="-122"/>
                </a:rPr>
                <a:t>获得文件属性</a:t>
              </a:r>
              <a:endParaRPr lang="zh-CN" altLang="en-US" sz="1600" b="0" dirty="0">
                <a:solidFill>
                  <a:schemeClr val="tx1"/>
                </a:solidFill>
                <a:latin typeface="Arial" panose="02080604020202020204" pitchFamily="34" charset="0"/>
                <a:ea typeface="宋体" panose="02010600030101010101" pitchFamily="2" charset="-122"/>
              </a:endParaRPr>
            </a:p>
          </p:txBody>
        </p:sp>
        <p:sp>
          <p:nvSpPr>
            <p:cNvPr id="58378" name="直接连接符 83978"/>
            <p:cNvSpPr/>
            <p:nvPr/>
          </p:nvSpPr>
          <p:spPr>
            <a:xfrm>
              <a:off x="882" y="0"/>
              <a:ext cx="0" cy="2736"/>
            </a:xfrm>
            <a:prstGeom prst="line">
              <a:avLst/>
            </a:prstGeom>
            <a:ln w="9525" cap="flat" cmpd="sng">
              <a:solidFill>
                <a:srgbClr val="000000"/>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sp>
          <p:nvSpPr>
            <p:cNvPr id="58379" name="直接连接符 83979"/>
            <p:cNvSpPr/>
            <p:nvPr/>
          </p:nvSpPr>
          <p:spPr>
            <a:xfrm>
              <a:off x="2283" y="0"/>
              <a:ext cx="0" cy="2736"/>
            </a:xfrm>
            <a:prstGeom prst="line">
              <a:avLst/>
            </a:prstGeom>
            <a:ln w="9525" cap="flat" cmpd="sng">
              <a:solidFill>
                <a:srgbClr val="000000"/>
              </a:solidFill>
              <a:prstDash val="solid"/>
              <a:round/>
              <a:headEnd type="none" w="med" len="med"/>
              <a:tailEnd type="none" w="med" len="med"/>
            </a:ln>
          </p:spPr>
          <p:txBody>
            <a:bodyPr anchor="t"/>
            <a:p>
              <a:pPr lvl="0"/>
              <a:endParaRPr lang="zh-CN" altLang="en-US" sz="1800" b="0">
                <a:solidFill>
                  <a:schemeClr val="tx1"/>
                </a:solidFill>
                <a:latin typeface="Arial" panose="02080604020202020204" pitchFamily="34" charset="0"/>
                <a:ea typeface="方正书宋_GBK" panose="02000000000000000000" charset="-122"/>
              </a:endParaRPr>
            </a:p>
          </p:txBody>
        </p:sp>
      </p:grpSp>
      <p:sp>
        <p:nvSpPr>
          <p:cNvPr id="83981" name="矩形 83980"/>
          <p:cNvSpPr/>
          <p:nvPr/>
        </p:nvSpPr>
        <p:spPr>
          <a:xfrm>
            <a:off x="527050" y="611188"/>
            <a:ext cx="7081838" cy="579438"/>
          </a:xfrm>
          <a:prstGeom prst="rect">
            <a:avLst/>
          </a:prstGeom>
          <a:noFill/>
          <a:ln w="9525">
            <a:noFill/>
            <a:miter/>
          </a:ln>
        </p:spPr>
        <p:txBody>
          <a:bodyPr wrap="none" anchor="t">
            <a:spAutoFit/>
          </a:bodyPr>
          <a:p>
            <a:pPr lvl="0" algn="l" eaLnBrk="0" fontAlgn="base" hangingPunct="0">
              <a:spcBef>
                <a:spcPct val="10000"/>
              </a:spcBef>
            </a:pPr>
            <a:r>
              <a:rPr lang="en-US" altLang="x-none"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Win32API</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和</a:t>
            </a:r>
            <a:r>
              <a:rPr lang="en-US" altLang="x-none"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UNIX/Linux</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系统调用对应</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
        <p:nvSpPr>
          <p:cNvPr id="58381" name="文本框 83981"/>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53</a:t>
            </a:r>
            <a:endParaRPr lang="zh-CN" altLang="en-US" sz="1400" b="0" dirty="0">
              <a:solidFill>
                <a:schemeClr val="tx2"/>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矩形 57345"/>
          <p:cNvSpPr/>
          <p:nvPr/>
        </p:nvSpPr>
        <p:spPr>
          <a:xfrm>
            <a:off x="762000" y="581025"/>
            <a:ext cx="7772400" cy="784225"/>
          </a:xfrm>
          <a:prstGeom prst="rect">
            <a:avLst/>
          </a:prstGeom>
          <a:noFill/>
          <a:ln w="9525">
            <a:noFill/>
            <a:miter/>
          </a:ln>
        </p:spPr>
        <p:txBody>
          <a:bodyPr anchor="ctr"/>
          <a:p>
            <a:pPr lvl="0" algn="l" fontAlgn="base"/>
            <a:r>
              <a:rPr lang="en-US" altLang="zh-CN"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Linux</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系统调用的实现</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
        <p:nvSpPr>
          <p:cNvPr id="59395" name="矩形 57350"/>
          <p:cNvSpPr/>
          <p:nvPr/>
        </p:nvSpPr>
        <p:spPr>
          <a:xfrm>
            <a:off x="522605" y="1628775"/>
            <a:ext cx="8132445" cy="3911600"/>
          </a:xfrm>
          <a:prstGeom prst="rect">
            <a:avLst/>
          </a:prstGeom>
          <a:noFill/>
          <a:ln w="9525">
            <a:noFill/>
            <a:miter/>
          </a:ln>
        </p:spPr>
        <p:txBody>
          <a:bodyPr anchor="t"/>
          <a:p>
            <a:pPr marL="342900" lvl="0" indent="-342900">
              <a:spcBef>
                <a:spcPct val="20000"/>
              </a:spcBef>
              <a:buClr>
                <a:schemeClr val="folHlink"/>
              </a:buClr>
              <a:buSzPct val="80000"/>
              <a:buFont typeface="Wingdings" panose="05000000000000000000" pitchFamily="2" charset="2"/>
              <a:buNone/>
            </a:pPr>
            <a:r>
              <a:rPr lang="zh-CN" altLang="en-US" sz="4000" b="0" dirty="0">
                <a:solidFill>
                  <a:schemeClr val="tx1"/>
                </a:solidFill>
                <a:latin typeface="Times New Roman" panose="02020603050405020304" charset="0"/>
                <a:ea typeface="宋体" panose="02010600030101010101" pitchFamily="2" charset="-122"/>
              </a:rPr>
              <a:t>Linux系统调用由下面部分组成：</a:t>
            </a:r>
            <a:endParaRPr lang="zh-CN" altLang="en-US" sz="4000" b="0" dirty="0">
              <a:solidFill>
                <a:schemeClr val="tx1"/>
              </a:solidFill>
              <a:latin typeface="Times New Roman" panose="02020603050405020304" charset="0"/>
              <a:ea typeface="宋体" panose="02010600030101010101" pitchFamily="2" charset="-122"/>
            </a:endParaRPr>
          </a:p>
          <a:p>
            <a:pPr marL="971550" lvl="1" indent="-514350" algn="l" eaLnBrk="1" fontAlgn="base" latinLnBrk="0" hangingPunct="1">
              <a:lnSpc>
                <a:spcPct val="100000"/>
              </a:lnSpc>
              <a:spcBef>
                <a:spcPct val="20000"/>
              </a:spcBef>
              <a:spcAft>
                <a:spcPct val="0"/>
              </a:spcAft>
              <a:buClr>
                <a:schemeClr val="folHlink"/>
              </a:buClr>
              <a:buFont typeface="+mj-lt"/>
              <a:buAutoNum type="arabicPeriod"/>
            </a:pPr>
            <a:r>
              <a:rPr lang="zh-CN" altLang="en-US" sz="3200" b="0" u="none" baseline="0" dirty="0">
                <a:solidFill>
                  <a:schemeClr val="tx1"/>
                </a:solidFill>
                <a:latin typeface="Times New Roman" panose="02020603050405020304" charset="0"/>
                <a:ea typeface="宋体" panose="02010600030101010101" pitchFamily="2" charset="-122"/>
              </a:rPr>
              <a:t>以C语言函数形式提供给应用程序调</a:t>
            </a:r>
            <a:r>
              <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rPr>
              <a:t>用的封装库（libc，用户态）；</a:t>
            </a:r>
            <a:endPar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endParaRPr>
          </a:p>
          <a:p>
            <a:pPr marL="971550" lvl="1" indent="-514350" algn="l" eaLnBrk="1" fontAlgn="base" latinLnBrk="0" hangingPunct="1">
              <a:lnSpc>
                <a:spcPct val="100000"/>
              </a:lnSpc>
              <a:spcBef>
                <a:spcPct val="20000"/>
              </a:spcBef>
              <a:spcAft>
                <a:spcPct val="0"/>
              </a:spcAft>
              <a:buClr>
                <a:schemeClr val="folHlink"/>
              </a:buClr>
              <a:buFont typeface="+mj-lt"/>
              <a:buAutoNum type="arabicPeriod"/>
            </a:pPr>
            <a:r>
              <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rPr>
              <a:t>由用户态进入核心态(访管指令)；</a:t>
            </a:r>
            <a:endPar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endParaRPr>
          </a:p>
          <a:p>
            <a:pPr marL="971550" lvl="1" indent="-514350" algn="l" eaLnBrk="1" fontAlgn="base" latinLnBrk="0" hangingPunct="1">
              <a:lnSpc>
                <a:spcPct val="100000"/>
              </a:lnSpc>
              <a:spcBef>
                <a:spcPct val="20000"/>
              </a:spcBef>
              <a:spcAft>
                <a:spcPct val="0"/>
              </a:spcAft>
              <a:buClr>
                <a:schemeClr val="folHlink"/>
              </a:buClr>
              <a:buFont typeface="+mj-lt"/>
              <a:buAutoNum type="arabicPeriod"/>
            </a:pPr>
            <a:r>
              <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rPr>
              <a:t>核心的具体实现代码函数（核心态）；</a:t>
            </a:r>
            <a:endPar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2" algn="l" eaLnBrk="1" fontAlgn="base" latinLnBrk="0" hangingPunct="1">
              <a:lnSpc>
                <a:spcPct val="100000"/>
              </a:lnSpc>
              <a:spcBef>
                <a:spcPct val="20000"/>
              </a:spcBef>
              <a:spcAft>
                <a:spcPct val="0"/>
              </a:spcAft>
              <a:buClr>
                <a:schemeClr val="folHlink"/>
              </a:buClr>
              <a:buFont typeface="+mj-lt"/>
            </a:pPr>
            <a:r>
              <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rPr>
              <a:t>（系统调用号，输入参数，返回值）</a:t>
            </a:r>
            <a:endParaRPr lang="zh-CN" altLang="en-US" sz="3200" b="0" u="none" baseline="0" dirty="0">
              <a:solidFill>
                <a:schemeClr val="tx1"/>
              </a:solidFill>
              <a:latin typeface="Times New Roman" panose="02020603050405020304" charset="0"/>
              <a:ea typeface="宋体" panose="02010600030101010101" pitchFamily="2"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矩形 84993"/>
          <p:cNvSpPr/>
          <p:nvPr/>
        </p:nvSpPr>
        <p:spPr>
          <a:xfrm>
            <a:off x="762000" y="581025"/>
            <a:ext cx="7772400" cy="784225"/>
          </a:xfrm>
          <a:prstGeom prst="rect">
            <a:avLst/>
          </a:prstGeom>
          <a:noFill/>
          <a:ln w="9525">
            <a:noFill/>
            <a:miter/>
          </a:ln>
        </p:spPr>
        <p:txBody>
          <a:bodyPr anchor="ctr"/>
          <a:p>
            <a:pPr lvl="0" algn="l" fontAlgn="base"/>
            <a:r>
              <a:rPr lang="en-US" altLang="zh-CN"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Linux</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系统调用的实现</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
        <p:nvSpPr>
          <p:cNvPr id="60418" name="文本框 84994"/>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44</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60419" name="文本框 84996"/>
          <p:cNvSpPr txBox="1"/>
          <p:nvPr/>
        </p:nvSpPr>
        <p:spPr>
          <a:xfrm>
            <a:off x="1012825" y="1514475"/>
            <a:ext cx="6904038" cy="4362450"/>
          </a:xfrm>
          <a:prstGeom prst="rect">
            <a:avLst/>
          </a:prstGeom>
          <a:noFill/>
          <a:ln w="9525">
            <a:noFill/>
            <a:miter/>
          </a:ln>
        </p:spPr>
        <p:txBody>
          <a:bodyPr wrap="square" anchor="t">
            <a:spAutoFit/>
          </a:bodyPr>
          <a:p>
            <a:pPr lvl="0" eaLnBrk="0" hangingPunct="0"/>
            <a:r>
              <a:rPr lang="zh-CN" altLang="en-US" sz="3600" b="0" dirty="0">
                <a:solidFill>
                  <a:schemeClr val="tx1"/>
                </a:solidFill>
                <a:latin typeface="Times New Roman" panose="02020603050405020304" charset="0"/>
                <a:ea typeface="宋体" panose="02010600030101010101" pitchFamily="2" charset="-122"/>
              </a:rPr>
              <a:t>用户态代码：</a:t>
            </a:r>
            <a:endParaRPr lang="zh-CN" altLang="en-US" sz="36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int getppid(void)</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    //内嵌汇编语言实现：</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    mov EAX, __NR_getppid</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    int 80h</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    //返回EAX的值</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800" b="0" dirty="0">
                <a:solidFill>
                  <a:schemeClr val="tx1"/>
                </a:solidFill>
                <a:latin typeface="Times New Roman" panose="02020603050405020304" charset="0"/>
                <a:ea typeface="宋体" panose="02010600030101010101" pitchFamily="2" charset="-122"/>
              </a:rPr>
              <a:t>}</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	</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endParaRPr lang="zh-CN" altLang="en-US" sz="2400" b="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矩形 86017"/>
          <p:cNvSpPr/>
          <p:nvPr/>
        </p:nvSpPr>
        <p:spPr>
          <a:xfrm>
            <a:off x="762000" y="581025"/>
            <a:ext cx="7772400" cy="784225"/>
          </a:xfrm>
          <a:prstGeom prst="rect">
            <a:avLst/>
          </a:prstGeom>
          <a:noFill/>
          <a:ln w="9525">
            <a:noFill/>
            <a:miter/>
          </a:ln>
        </p:spPr>
        <p:txBody>
          <a:bodyPr anchor="ctr"/>
          <a:p>
            <a:pPr lvl="0" algn="l" fontAlgn="base"/>
            <a:r>
              <a:rPr lang="en-US" altLang="zh-CN"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Linux</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系统调用的实现</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
        <p:nvSpPr>
          <p:cNvPr id="61442" name="文本框 86018"/>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44</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61443" name="文本框 86020"/>
          <p:cNvSpPr txBox="1"/>
          <p:nvPr/>
        </p:nvSpPr>
        <p:spPr>
          <a:xfrm>
            <a:off x="414338" y="1533525"/>
            <a:ext cx="8201025" cy="4338320"/>
          </a:xfrm>
          <a:prstGeom prst="rect">
            <a:avLst/>
          </a:prstGeom>
          <a:noFill/>
          <a:ln w="9525">
            <a:noFill/>
            <a:miter/>
          </a:ln>
        </p:spPr>
        <p:txBody>
          <a:bodyPr wrap="square" anchor="t">
            <a:spAutoFit/>
          </a:bodyPr>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用户态 －&gt; 核心态 的方式，汇编指令：</a:t>
            </a:r>
            <a:endPar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	int 80h</a:t>
            </a:r>
            <a:endPar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	sysenter, sysexit       </a:t>
            </a:r>
            <a:r>
              <a:rPr lang="x-none" altLang="zh-CN" sz="2400" b="0" dirty="0">
                <a:solidFill>
                  <a:schemeClr val="tx1"/>
                </a:solidFill>
                <a:latin typeface="Times New Roman" panose="02020603050405020304" charset="0"/>
                <a:ea typeface="宋体" panose="02010600030101010101" pitchFamily="2" charset="-122"/>
                <a:sym typeface="Arial" panose="02080604020202020204" pitchFamily="34" charset="0"/>
              </a:rPr>
              <a:t>( Intel )</a:t>
            </a:r>
            <a:endParaRPr lang="x-none" altLang="zh-CN"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	syscall, sysret           </a:t>
            </a:r>
            <a:r>
              <a:rPr lang="x-none" altLang="zh-CN" sz="2400" b="0" dirty="0">
                <a:solidFill>
                  <a:schemeClr val="tx1"/>
                </a:solidFill>
                <a:latin typeface="Times New Roman" panose="02020603050405020304" charset="0"/>
                <a:ea typeface="宋体" panose="02010600030101010101" pitchFamily="2" charset="-122"/>
                <a:sym typeface="Arial" panose="02080604020202020204" pitchFamily="34" charset="0"/>
              </a:rPr>
              <a:t>( AMD )</a:t>
            </a:r>
            <a:endParaRPr lang="x-none" altLang="zh-CN"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endPar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endPar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rPr>
              <a:t>其他体系结构的</a:t>
            </a:r>
            <a:endPar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endPar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endPar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linux-gate.so.1</a:t>
            </a:r>
            <a:endParaRPr lang="zh-CN" altLang="zh-CN"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	linux-3.</a:t>
            </a:r>
            <a:r>
              <a:rPr lang="zh-CN" altLang="zh-CN" sz="2400" b="0" dirty="0">
                <a:solidFill>
                  <a:schemeClr val="tx1"/>
                </a:solidFill>
                <a:latin typeface="Times New Roman" panose="02020603050405020304" charset="0"/>
                <a:ea typeface="宋体" panose="02010600030101010101" pitchFamily="2" charset="-122"/>
                <a:sym typeface="Arial" panose="02080604020202020204" pitchFamily="34" charset="0"/>
              </a:rPr>
              <a:t>12</a:t>
            </a:r>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a:t>
            </a:r>
            <a:r>
              <a:rPr lang="zh-CN" altLang="zh-CN" sz="2400" b="0" dirty="0">
                <a:solidFill>
                  <a:schemeClr val="tx1"/>
                </a:solidFill>
                <a:latin typeface="Times New Roman" panose="02020603050405020304" charset="0"/>
                <a:ea typeface="宋体" panose="02010600030101010101" pitchFamily="2" charset="-122"/>
                <a:sym typeface="Arial" panose="02080604020202020204" pitchFamily="34" charset="0"/>
              </a:rPr>
              <a:t>N</a:t>
            </a:r>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/arch/x86/vdso/</a:t>
            </a:r>
            <a:r>
              <a:rPr lang="zh-CN" altLang="zh-CN" sz="2400" b="0" dirty="0">
                <a:solidFill>
                  <a:schemeClr val="tx1"/>
                </a:solidFill>
                <a:latin typeface="Times New Roman" panose="02020603050405020304" charset="0"/>
                <a:ea typeface="宋体" panose="02010600030101010101" pitchFamily="2" charset="-122"/>
                <a:sym typeface="Arial" panose="02080604020202020204" pitchFamily="34" charset="0"/>
              </a:rPr>
              <a:t>vdso32/</a:t>
            </a:r>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a:t>
            </a:r>
            <a:endPar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rPr>
              <a:t>		__kernel_vsyscall()</a:t>
            </a:r>
            <a:endParaRPr lang="zh-CN" altLang="en-US" sz="2400" b="0" dirty="0">
              <a:solidFill>
                <a:schemeClr val="tx1"/>
              </a:solidFill>
              <a:latin typeface="Times New Roman" panose="02020603050405020304" charset="0"/>
              <a:ea typeface="宋体" panose="02010600030101010101" pitchFamily="2" charset="-122"/>
              <a:sym typeface="Arial" panose="02080604020202020204" pitchFamily="34" charset="0"/>
            </a:endParaRPr>
          </a:p>
          <a:p>
            <a:pPr lvl="0" eaLnBrk="0" hangingPunct="0"/>
            <a:r>
              <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rPr>
              <a:t>		</a:t>
            </a:r>
            <a:endParaRPr lang="zh-CN" altLang="en-US" sz="1800" b="0" dirty="0">
              <a:solidFill>
                <a:schemeClr val="tx1"/>
              </a:solidFill>
              <a:latin typeface="Times New Roman" panose="02020603050405020304" charset="0"/>
              <a:ea typeface="宋体" panose="02010600030101010101" pitchFamily="2" charset="-122"/>
              <a:sym typeface="Arial" panose="0208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矩形 90113"/>
          <p:cNvSpPr/>
          <p:nvPr/>
        </p:nvSpPr>
        <p:spPr>
          <a:xfrm>
            <a:off x="762000" y="581025"/>
            <a:ext cx="7772400" cy="784225"/>
          </a:xfrm>
          <a:prstGeom prst="rect">
            <a:avLst/>
          </a:prstGeom>
          <a:noFill/>
          <a:ln w="9525">
            <a:noFill/>
            <a:miter/>
          </a:ln>
        </p:spPr>
        <p:txBody>
          <a:bodyPr anchor="ctr"/>
          <a:p>
            <a:pPr lvl="0" algn="l" fontAlgn="base"/>
            <a:r>
              <a:rPr lang="en-US" altLang="zh-CN"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Linux</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系统调用的实现</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
        <p:nvSpPr>
          <p:cNvPr id="62466" name="文本框 90114"/>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44</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62467" name="文本框 90115"/>
          <p:cNvSpPr txBox="1"/>
          <p:nvPr/>
        </p:nvSpPr>
        <p:spPr>
          <a:xfrm>
            <a:off x="469900" y="1600200"/>
            <a:ext cx="7931150" cy="2227263"/>
          </a:xfrm>
          <a:prstGeom prst="rect">
            <a:avLst/>
          </a:prstGeom>
          <a:noFill/>
          <a:ln w="9525">
            <a:noFill/>
            <a:miter/>
          </a:ln>
        </p:spPr>
        <p:txBody>
          <a:bodyPr wrap="square" anchor="t">
            <a:spAutoFit/>
          </a:bodyPr>
          <a:p>
            <a:pPr lvl="0" eaLnBrk="0" hangingPunct="0"/>
            <a:r>
              <a:rPr lang="zh-CN" altLang="en-US" sz="2800" b="0">
                <a:solidFill>
                  <a:schemeClr val="tx1"/>
                </a:solidFill>
                <a:latin typeface="Times New Roman" panose="02020603050405020304" charset="0"/>
                <a:ea typeface="宋体" panose="02010600030101010101" pitchFamily="2" charset="-122"/>
              </a:rPr>
              <a:t>用户态代码：</a:t>
            </a:r>
            <a:endParaRPr lang="zh-CN" altLang="en-US" sz="2800" b="0">
              <a:solidFill>
                <a:schemeClr val="tx1"/>
              </a:solidFill>
              <a:latin typeface="Times New Roman" panose="02020603050405020304" charset="0"/>
              <a:ea typeface="宋体" panose="02010600030101010101" pitchFamily="2" charset="-122"/>
            </a:endParaRPr>
          </a:p>
          <a:p>
            <a:pPr lvl="0" eaLnBrk="0" hangingPunct="0"/>
            <a:r>
              <a:rPr lang="en-US" altLang="zh-CN" sz="2800" b="0">
                <a:solidFill>
                  <a:schemeClr val="tx1"/>
                </a:solidFill>
                <a:latin typeface="Times New Roman" panose="02020603050405020304" charset="0"/>
                <a:ea typeface="宋体" panose="02010600030101010101" pitchFamily="2" charset="-122"/>
              </a:rPr>
              <a:t>int getppid(void)</a:t>
            </a:r>
            <a:endParaRPr lang="en-US" altLang="zh-CN" sz="2800" b="0">
              <a:solidFill>
                <a:schemeClr val="tx1"/>
              </a:solidFill>
              <a:latin typeface="Times New Roman" panose="02020603050405020304" charset="0"/>
              <a:ea typeface="宋体" panose="02010600030101010101" pitchFamily="2" charset="-122"/>
            </a:endParaRPr>
          </a:p>
          <a:p>
            <a:pPr lvl="0" eaLnBrk="0" hangingPunct="0"/>
            <a:r>
              <a:rPr lang="en-US" altLang="zh-CN" sz="2800" b="0">
                <a:solidFill>
                  <a:schemeClr val="tx1"/>
                </a:solidFill>
                <a:latin typeface="Times New Roman" panose="02020603050405020304" charset="0"/>
                <a:ea typeface="宋体" panose="02010600030101010101" pitchFamily="2" charset="-122"/>
              </a:rPr>
              <a:t>{</a:t>
            </a:r>
            <a:endParaRPr lang="en-US" altLang="zh-CN" sz="2800" b="0">
              <a:solidFill>
                <a:schemeClr val="tx1"/>
              </a:solidFill>
              <a:latin typeface="Times New Roman" panose="02020603050405020304" charset="0"/>
              <a:ea typeface="宋体" panose="02010600030101010101" pitchFamily="2" charset="-122"/>
            </a:endParaRPr>
          </a:p>
          <a:p>
            <a:pPr lvl="0" eaLnBrk="0" hangingPunct="0"/>
            <a:r>
              <a:rPr lang="en-US" altLang="zh-CN" sz="2800" b="0">
                <a:solidFill>
                  <a:schemeClr val="tx1"/>
                </a:solidFill>
                <a:latin typeface="Times New Roman" panose="02020603050405020304" charset="0"/>
                <a:ea typeface="宋体" panose="02010600030101010101" pitchFamily="2" charset="-122"/>
              </a:rPr>
              <a:t>   </a:t>
            </a:r>
            <a:r>
              <a:rPr lang="en-US" altLang="zh-CN" sz="2400" b="0">
                <a:solidFill>
                  <a:schemeClr val="tx1"/>
                </a:solidFill>
                <a:latin typeface="Times New Roman" panose="02020603050405020304" charset="0"/>
                <a:ea typeface="宋体" panose="02010600030101010101" pitchFamily="2" charset="-122"/>
              </a:rPr>
              <a:t>return  __kernel_vsyscall(__NR_getppid);</a:t>
            </a:r>
            <a:endParaRPr lang="en-US" altLang="zh-CN" sz="2400" b="0">
              <a:solidFill>
                <a:schemeClr val="tx1"/>
              </a:solidFill>
              <a:latin typeface="Times New Roman" panose="02020603050405020304" charset="0"/>
              <a:ea typeface="宋体" panose="02010600030101010101" pitchFamily="2" charset="-122"/>
            </a:endParaRPr>
          </a:p>
          <a:p>
            <a:pPr lvl="0" eaLnBrk="0" hangingPunct="0"/>
            <a:r>
              <a:rPr lang="en-US" altLang="zh-CN" sz="2800" b="0">
                <a:solidFill>
                  <a:schemeClr val="tx1"/>
                </a:solidFill>
                <a:latin typeface="Times New Roman" panose="02020603050405020304" charset="0"/>
                <a:ea typeface="宋体" panose="02010600030101010101" pitchFamily="2" charset="-122"/>
              </a:rPr>
              <a:t>}</a:t>
            </a:r>
            <a:endParaRPr lang="en-US" altLang="zh-CN" sz="2800" b="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矩形 87041"/>
          <p:cNvSpPr/>
          <p:nvPr/>
        </p:nvSpPr>
        <p:spPr>
          <a:xfrm>
            <a:off x="293688" y="539750"/>
            <a:ext cx="7772400" cy="784225"/>
          </a:xfrm>
          <a:prstGeom prst="rect">
            <a:avLst/>
          </a:prstGeom>
          <a:noFill/>
          <a:ln w="9525">
            <a:noFill/>
            <a:miter/>
          </a:ln>
        </p:spPr>
        <p:txBody>
          <a:bodyPr anchor="ctr"/>
          <a:p>
            <a:pPr lvl="0" algn="l" fontAlgn="base"/>
            <a:r>
              <a:rPr lang="en-US" altLang="zh-CN" sz="3200" b="1" strike="noStrike" noProof="1">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Linux</a:t>
            </a: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系统调用的实现</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
        <p:nvSpPr>
          <p:cNvPr id="63491" name="文本框 87044"/>
          <p:cNvSpPr txBox="1"/>
          <p:nvPr/>
        </p:nvSpPr>
        <p:spPr>
          <a:xfrm>
            <a:off x="257175" y="1330325"/>
            <a:ext cx="8637588" cy="4892675"/>
          </a:xfrm>
          <a:prstGeom prst="rect">
            <a:avLst/>
          </a:prstGeom>
          <a:noFill/>
          <a:ln w="9525">
            <a:noFill/>
            <a:miter/>
          </a:ln>
        </p:spPr>
        <p:txBody>
          <a:bodyPr wrap="square" anchor="t">
            <a:spAutoFit/>
          </a:bodyPr>
          <a:p>
            <a:pPr lvl="0" eaLnBrk="0" hangingPunct="0"/>
            <a:r>
              <a:rPr lang="zh-CN" altLang="en-US" sz="2800" b="0" dirty="0">
                <a:solidFill>
                  <a:schemeClr val="tx1"/>
                </a:solidFill>
                <a:latin typeface="Times New Roman" panose="02020603050405020304" charset="0"/>
                <a:ea typeface="宋体" panose="02010600030101010101" pitchFamily="2" charset="-122"/>
              </a:rPr>
              <a:t>linux-3.1</a:t>
            </a:r>
            <a:r>
              <a:rPr lang="zh-CN" altLang="zh-CN" sz="2800" b="0" dirty="0">
                <a:solidFill>
                  <a:schemeClr val="tx1"/>
                </a:solidFill>
                <a:latin typeface="Times New Roman" panose="02020603050405020304" charset="0"/>
                <a:ea typeface="宋体" panose="02010600030101010101" pitchFamily="2" charset="-122"/>
              </a:rPr>
              <a:t>2</a:t>
            </a:r>
            <a:r>
              <a:rPr lang="zh-CN" altLang="en-US" sz="2800" b="0" dirty="0">
                <a:solidFill>
                  <a:schemeClr val="tx1"/>
                </a:solidFill>
                <a:latin typeface="Times New Roman" panose="02020603050405020304" charset="0"/>
                <a:ea typeface="宋体" panose="02010600030101010101" pitchFamily="2" charset="-122"/>
              </a:rPr>
              <a:t>.</a:t>
            </a:r>
            <a:r>
              <a:rPr lang="zh-CN" altLang="zh-CN" sz="2800" b="0" dirty="0">
                <a:solidFill>
                  <a:schemeClr val="tx1"/>
                </a:solidFill>
                <a:latin typeface="Times New Roman" panose="02020603050405020304" charset="0"/>
                <a:ea typeface="宋体" panose="02010600030101010101" pitchFamily="2" charset="-122"/>
              </a:rPr>
              <a:t>N</a:t>
            </a:r>
            <a:r>
              <a:rPr lang="zh-CN" altLang="en-US" sz="2800" b="0" dirty="0">
                <a:solidFill>
                  <a:schemeClr val="tx1"/>
                </a:solidFill>
                <a:latin typeface="Times New Roman" panose="02020603050405020304" charset="0"/>
                <a:ea typeface="宋体" panose="02010600030101010101" pitchFamily="2" charset="-122"/>
              </a:rPr>
              <a:t>/</a:t>
            </a:r>
            <a:endParaRPr lang="zh-CN" altLang="en-US" sz="28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arch/x86/syscalls/syscall_32.tbl</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--&gt;arch/x86/include/generated/asm/syscalls_32.h</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arch/x86/kernel/syscall_32.c</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--&gt;sys_call_table[__NR_syscall_max+1]</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其中sys_call_table[__NR_getppid]=sys_getppid</a:t>
            </a:r>
            <a:r>
              <a:rPr lang="en-US" altLang="zh-CN" sz="2000" b="0" dirty="0">
                <a:solidFill>
                  <a:schemeClr val="tx1"/>
                </a:solidFill>
                <a:latin typeface="Times New Roman" panose="02020603050405020304" charset="0"/>
                <a:ea typeface="宋体" panose="02010600030101010101" pitchFamily="2" charset="-122"/>
              </a:rPr>
              <a:t>;</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kernel/sys.c中定义执行函数sys_getppid()：</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SYSCALL_DEFINE0(getppid)</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__kernel_vsyscall --&gt;</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--&gt; sys_call_table[__NR_getppid] --&gt; sys_getppid()</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endParaRPr lang="zh-CN" altLang="en-US" sz="2400" b="0" dirty="0">
              <a:solidFill>
                <a:schemeClr val="tx1"/>
              </a:solidFill>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文本框 91138"/>
          <p:cNvSpPr txBox="1"/>
          <p:nvPr/>
        </p:nvSpPr>
        <p:spPr>
          <a:xfrm>
            <a:off x="8493125" y="6510338"/>
            <a:ext cx="376238" cy="347662"/>
          </a:xfrm>
          <a:prstGeom prst="rect">
            <a:avLst/>
          </a:prstGeom>
          <a:noFill/>
          <a:ln w="9525">
            <a:noFill/>
            <a:miter/>
          </a:ln>
        </p:spPr>
        <p:txBody>
          <a:bodyPr anchor="t">
            <a:spAutoFit/>
          </a:bodyPr>
          <a:p>
            <a:pPr marL="341630" lvl="0" indent="-341630" algn="ctr">
              <a:lnSpc>
                <a:spcPct val="120000"/>
              </a:lnSpc>
              <a:spcBef>
                <a:spcPct val="50000"/>
              </a:spcBef>
              <a:buClr>
                <a:schemeClr val="tx2"/>
              </a:buClr>
              <a:buSzPct val="95000"/>
              <a:buFont typeface="Wingdings" panose="05000000000000000000" pitchFamily="2" charset="2"/>
              <a:buNone/>
            </a:pPr>
            <a:r>
              <a:rPr lang="zh-CN" altLang="en-US" sz="1400" b="0" dirty="0">
                <a:solidFill>
                  <a:schemeClr val="tx2"/>
                </a:solidFill>
                <a:latin typeface="Times New Roman" panose="02020603050405020304" charset="0"/>
                <a:ea typeface="宋体" panose="02010600030101010101" pitchFamily="2" charset="-122"/>
              </a:rPr>
              <a:t>44</a:t>
            </a:r>
            <a:endParaRPr lang="zh-CN" altLang="en-US" sz="1400" b="0" dirty="0">
              <a:solidFill>
                <a:schemeClr val="tx2"/>
              </a:solidFill>
              <a:latin typeface="Times New Roman" panose="02020603050405020304" charset="0"/>
              <a:ea typeface="宋体" panose="02010600030101010101" pitchFamily="2" charset="-122"/>
            </a:endParaRPr>
          </a:p>
        </p:txBody>
      </p:sp>
      <p:sp>
        <p:nvSpPr>
          <p:cNvPr id="64514" name="文本框 91140"/>
          <p:cNvSpPr txBox="1"/>
          <p:nvPr/>
        </p:nvSpPr>
        <p:spPr>
          <a:xfrm>
            <a:off x="642938" y="582613"/>
            <a:ext cx="7742237" cy="5702300"/>
          </a:xfrm>
          <a:prstGeom prst="rect">
            <a:avLst/>
          </a:prstGeom>
          <a:noFill/>
          <a:ln w="9525">
            <a:noFill/>
            <a:miter/>
          </a:ln>
        </p:spPr>
        <p:txBody>
          <a:bodyPr anchor="t">
            <a:spAutoFit/>
          </a:bodyPr>
          <a:p>
            <a:pPr lvl="0" eaLnBrk="0" hangingPunct="0"/>
            <a:r>
              <a:rPr lang="zh-CN" altLang="en-US" sz="2400" b="0" dirty="0">
                <a:solidFill>
                  <a:schemeClr val="tx1"/>
                </a:solidFill>
                <a:latin typeface="Times New Roman" panose="02020603050405020304" charset="0"/>
                <a:ea typeface="宋体" panose="02010600030101010101" pitchFamily="2" charset="-122"/>
              </a:rPr>
              <a:t>核心中添加：</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arch/x86/syscalls/syscall_32.tbl</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SYSCALL_DEFINEx(mycall, ...)</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	printk("this my call\n");</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	return 0;</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400" b="0" dirty="0">
                <a:solidFill>
                  <a:schemeClr val="tx1"/>
                </a:solidFill>
                <a:latin typeface="Times New Roman" panose="02020603050405020304" charset="0"/>
                <a:ea typeface="宋体" panose="02010600030101010101" pitchFamily="2" charset="-122"/>
              </a:rPr>
              <a:t>}</a:t>
            </a:r>
            <a:endParaRPr lang="zh-CN" altLang="en-US" sz="24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应用层调用：</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#define _GNU_SOURCE</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#include &lt;unistd.h&gt;</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#include &lt;stdio.h&gt;</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int main()</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syscall(__NR_mycall, ...);</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	return 0;</a:t>
            </a:r>
            <a:endParaRPr lang="zh-CN" altLang="en-US" sz="2000" b="0" dirty="0">
              <a:solidFill>
                <a:schemeClr val="tx1"/>
              </a:solidFill>
              <a:latin typeface="Times New Roman" panose="02020603050405020304" charset="0"/>
              <a:ea typeface="宋体" panose="02010600030101010101" pitchFamily="2" charset="-122"/>
            </a:endParaRPr>
          </a:p>
          <a:p>
            <a:pPr lvl="0" eaLnBrk="0" hangingPunct="0"/>
            <a:r>
              <a:rPr lang="zh-CN" altLang="en-US" sz="2000" b="0" dirty="0">
                <a:solidFill>
                  <a:schemeClr val="tx1"/>
                </a:solidFill>
                <a:latin typeface="Times New Roman" panose="02020603050405020304" charset="0"/>
                <a:ea typeface="宋体" panose="02010600030101010101" pitchFamily="2" charset="-122"/>
              </a:rPr>
              <a:t>}</a:t>
            </a:r>
            <a:endParaRPr lang="zh-CN" altLang="en-US" sz="2000" b="0" dirty="0">
              <a:solidFill>
                <a:schemeClr val="tx1"/>
              </a:solidFill>
              <a:latin typeface="Times New Roman" panose="02020603050405020304" charset="0"/>
              <a:ea typeface="宋体" panose="02010600030101010101" pitchFamily="2" charset="-122"/>
            </a:endParaRPr>
          </a:p>
        </p:txBody>
      </p:sp>
      <p:sp>
        <p:nvSpPr>
          <p:cNvPr id="91142" name="矩形 91141"/>
          <p:cNvSpPr/>
          <p:nvPr/>
        </p:nvSpPr>
        <p:spPr>
          <a:xfrm>
            <a:off x="4637088" y="0"/>
            <a:ext cx="4506913" cy="579438"/>
          </a:xfrm>
          <a:prstGeom prst="rect">
            <a:avLst/>
          </a:prstGeom>
          <a:noFill/>
          <a:ln w="9525">
            <a:noFill/>
            <a:miter/>
          </a:ln>
        </p:spPr>
        <p:txBody>
          <a:bodyPr anchor="ctr"/>
          <a:p>
            <a:pPr lvl="0" algn="ctr" fontAlgn="base">
              <a:buNone/>
            </a:pPr>
            <a:r>
              <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cs typeface="+mn-ea"/>
              </a:rPr>
              <a:t>Linux增加系统调用</a:t>
            </a:r>
            <a:endParaRPr lang="zh-CN" altLang="en-US" sz="3200" b="1" strike="noStrike" noProof="1" dirty="0">
              <a:solidFill>
                <a:srgbClr val="990000"/>
              </a:solidFill>
              <a:effectLst>
                <a:outerShdw blurRad="38100" dist="38100" dir="2700000">
                  <a:srgbClr val="000000"/>
                </a:outerShdw>
              </a:effectLst>
              <a:latin typeface="Times New Roman" panose="0202060305040502030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矩形 67585"/>
          <p:cNvSpPr/>
          <p:nvPr/>
        </p:nvSpPr>
        <p:spPr>
          <a:xfrm>
            <a:off x="838835" y="1562100"/>
            <a:ext cx="7502525" cy="3045460"/>
          </a:xfrm>
          <a:prstGeom prst="rect">
            <a:avLst/>
          </a:prstGeom>
          <a:noFill/>
          <a:ln w="9525">
            <a:noFill/>
            <a:miter/>
          </a:ln>
        </p:spPr>
        <p:txBody>
          <a:bodyPr wrap="square">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algn="ctr" fontAlgn="base">
              <a:lnSpc>
                <a:spcPct val="120000"/>
              </a:lnSpc>
              <a:spcBef>
                <a:spcPct val="0"/>
              </a:spcBef>
              <a:buFont typeface="Wingdings" panose="05000000000000000000" pitchFamily="2" charset="2"/>
              <a:buNone/>
            </a:pPr>
            <a:endParaRPr lang="zh-CN" altLang="en-US" sz="2800" b="1" strike="noStrike" noProof="1">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第</a:t>
            </a:r>
            <a:r>
              <a:rPr lang="en-US" altLang="zh-CN" sz="4400" b="1" strike="noStrike" noProof="1">
                <a:solidFill>
                  <a:srgbClr val="990000"/>
                </a:solidFill>
                <a:latin typeface="Times New Roman" panose="02020603050405020304" charset="0"/>
                <a:ea typeface="宋体" panose="02010600030101010101" pitchFamily="2" charset="-122"/>
                <a:cs typeface="+mn-ea"/>
              </a:rPr>
              <a:t>3</a:t>
            </a:r>
            <a:r>
              <a:rPr lang="zh-CN" altLang="en-US" sz="4400" b="1" strike="noStrike" noProof="1">
                <a:solidFill>
                  <a:srgbClr val="990000"/>
                </a:solidFill>
                <a:latin typeface="Arial" panose="02080604020202020204" pitchFamily="34" charset="0"/>
                <a:ea typeface="宋体" panose="02010600030101010101" pitchFamily="2" charset="-122"/>
                <a:cs typeface="+mn-ea"/>
              </a:rPr>
              <a:t>章  操作系统的用户接口</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r>
              <a:rPr lang="zh-CN" altLang="en-US" sz="4400" b="1" strike="noStrike" noProof="1">
                <a:solidFill>
                  <a:srgbClr val="990000"/>
                </a:solidFill>
                <a:latin typeface="Arial" panose="02080604020202020204" pitchFamily="34" charset="0"/>
                <a:ea typeface="宋体" panose="02010600030101010101" pitchFamily="2" charset="-122"/>
                <a:cs typeface="+mn-ea"/>
              </a:rPr>
              <a:t>小结</a:t>
            </a:r>
            <a:endParaRPr lang="zh-CN" altLang="en-US" sz="4400" b="1" strike="noStrike" noProof="1">
              <a:solidFill>
                <a:srgbClr val="990000"/>
              </a:solidFill>
              <a:ea typeface="宋体" panose="02010600030101010101" pitchFamily="2" charset="-122"/>
            </a:endParaRPr>
          </a:p>
          <a:p>
            <a:pPr marL="533400" lvl="0" indent="-533400" algn="ctr" fontAlgn="base">
              <a:lnSpc>
                <a:spcPct val="120000"/>
              </a:lnSpc>
              <a:spcBef>
                <a:spcPct val="0"/>
              </a:spcBef>
              <a:buFont typeface="Wingdings" panose="05000000000000000000" pitchFamily="2" charset="2"/>
              <a:buNone/>
            </a:pPr>
            <a:endParaRPr lang="zh-CN" altLang="en-US" sz="4400" b="1" strike="noStrike" noProof="1">
              <a:solidFill>
                <a:srgbClr val="990000"/>
              </a:solidFill>
              <a:ea typeface="宋体" panose="02010600030101010101" pitchFamily="2" charset="-122"/>
            </a:endParaRPr>
          </a:p>
        </p:txBody>
      </p:sp>
      <p:graphicFrame>
        <p:nvGraphicFramePr>
          <p:cNvPr id="65538" name="内容占位符 67586"/>
          <p:cNvGraphicFramePr>
            <a:graphicFrameLocks noChangeAspect="1"/>
          </p:cNvGraphicFramePr>
          <p:nvPr>
            <p:ph idx="1"/>
          </p:nvPr>
        </p:nvGraphicFramePr>
        <p:xfrm>
          <a:off x="0" y="0"/>
          <a:ext cx="838200" cy="517525"/>
        </p:xfrm>
        <a:graphic>
          <a:graphicData uri="http://schemas.openxmlformats.org/presentationml/2006/ole">
            <mc:AlternateContent xmlns:mc="http://schemas.openxmlformats.org/markup-compatibility/2006">
              <mc:Choice xmlns:v="urn:schemas-microsoft-com:vml" Requires="v">
                <p:oleObj spid="_x0000_s3084" name="" r:id="rId2" imgW="838200" imgH="647700" progId="Paint.Picture">
                  <p:embed/>
                </p:oleObj>
              </mc:Choice>
              <mc:Fallback>
                <p:oleObj name="" r:id="rId2" imgW="838200" imgH="647700" progId="Paint.Picture">
                  <p:embed/>
                  <p:pic>
                    <p:nvPicPr>
                      <p:cNvPr id="0" name="图片 3083"/>
                      <p:cNvPicPr/>
                      <p:nvPr/>
                    </p:nvPicPr>
                    <p:blipFill>
                      <a:blip r:embed="rId3"/>
                      <a:stretch>
                        <a:fillRect/>
                      </a:stretch>
                    </p:blipFill>
                    <p:spPr>
                      <a:xfrm>
                        <a:off x="0" y="0"/>
                        <a:ext cx="838200" cy="517525"/>
                      </a:xfrm>
                      <a:prstGeom prst="rect">
                        <a:avLst/>
                      </a:prstGeom>
                      <a:noFill/>
                      <a:ln w="38100"/>
                    </p:spPr>
                  </p:pic>
                </p:oleObj>
              </mc:Fallback>
            </mc:AlternateContent>
          </a:graphicData>
        </a:graphic>
      </p:graphicFrame>
      <p:sp>
        <p:nvSpPr>
          <p:cNvPr id="67588" name="矩形 67587"/>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矩形 68609"/>
          <p:cNvSpPr/>
          <p:nvPr/>
        </p:nvSpPr>
        <p:spPr>
          <a:xfrm>
            <a:off x="533400" y="955675"/>
            <a:ext cx="8262938" cy="2903538"/>
          </a:xfrm>
          <a:prstGeom prst="rect">
            <a:avLst/>
          </a:prstGeom>
          <a:noFill/>
          <a:ln w="9525">
            <a:noFill/>
            <a:miter/>
          </a:ln>
        </p:spPr>
        <p:txBody>
          <a:bodyPr>
            <a:spAutoFit/>
          </a:bodyPr>
          <a:lstStyle>
            <a:lvl1pPr marL="571500" lvl="0" indent="-57150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3200" b="0" i="0" u="none" kern="1200" baseline="0">
                <a:solidFill>
                  <a:schemeClr val="bg2"/>
                </a:solidFill>
                <a:effectLst>
                  <a:outerShdw blurRad="38100" dist="38100" dir="2700000">
                    <a:srgbClr val="000000"/>
                  </a:outerShdw>
                </a:effectLst>
                <a:latin typeface="Arial" panose="02080604020202020204" pitchFamily="34" charset="0"/>
              </a:defRPr>
            </a:lvl1pPr>
            <a:lvl2pPr marL="1028700" lvl="1" indent="-45529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800" b="0" i="0" u="none" kern="1200" baseline="0">
                <a:solidFill>
                  <a:schemeClr val="bg2"/>
                </a:solidFill>
                <a:effectLst>
                  <a:outerShdw blurRad="38100" dist="38100" dir="2700000">
                    <a:srgbClr val="000000"/>
                  </a:outerShdw>
                </a:effectLst>
                <a:latin typeface="+mn-lt"/>
                <a:ea typeface="+mn-ea"/>
                <a:cs typeface="+mn-cs"/>
              </a:defRPr>
            </a:lvl2pPr>
            <a:lvl3pPr marL="1428750" lvl="2" indent="-3981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400" b="0" i="0" u="none" kern="1200" baseline="0">
                <a:solidFill>
                  <a:schemeClr val="bg2"/>
                </a:solidFill>
                <a:effectLst>
                  <a:outerShdw blurRad="38100" dist="38100" dir="2700000">
                    <a:srgbClr val="000000"/>
                  </a:outerShdw>
                </a:effectLst>
                <a:latin typeface="+mn-lt"/>
                <a:ea typeface="+mn-ea"/>
                <a:cs typeface="+mn-cs"/>
              </a:defRPr>
            </a:lvl3pPr>
            <a:lvl4pPr marL="1752600" lvl="3" indent="-321945"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4pPr>
            <a:lvl5pPr marL="2092325" lvl="4" indent="-337820" algn="l" defTabSz="914400" eaLnBrk="1" fontAlgn="base" latinLnBrk="0" hangingPunct="1">
              <a:lnSpc>
                <a:spcPct val="90000"/>
              </a:lnSpc>
              <a:spcBef>
                <a:spcPct val="30000"/>
              </a:spcBef>
              <a:spcAft>
                <a:spcPct val="0"/>
              </a:spcAft>
              <a:buClr>
                <a:schemeClr val="tx2"/>
              </a:buClr>
              <a:buSzPct val="95000"/>
              <a:buFont typeface="Wingdings" panose="05000000000000000000" pitchFamily="2" charset="2"/>
              <a:buBlip>
                <a:blip r:embed="rId1"/>
              </a:buBlip>
              <a:defRPr sz="2000" b="0" i="0" u="none" kern="1200" baseline="0">
                <a:solidFill>
                  <a:schemeClr val="bg2"/>
                </a:solidFill>
                <a:effectLst>
                  <a:outerShdw blurRad="38100" dist="38100" dir="2700000">
                    <a:srgbClr val="000000"/>
                  </a:outerShdw>
                </a:effectLst>
                <a:latin typeface="+mn-lt"/>
                <a:ea typeface="+mn-ea"/>
                <a:cs typeface="+mn-cs"/>
              </a:defRPr>
            </a:lvl5pPr>
          </a:lstStyle>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用户程序的步骤以及个步骤之间的关系</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静态连接和动态链接的区别</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操作系统提供哪两个接口，使用场合</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举例说明实际操作系统的用户界面</a:t>
            </a:r>
            <a:endParaRPr lang="zh-CN" altLang="en-US" sz="2400" strike="noStrike" noProof="1">
              <a:solidFill>
                <a:schemeClr val="tx1"/>
              </a:solidFill>
              <a:effectLst/>
              <a:latin typeface="Times New Roman" panose="02020603050405020304" charset="0"/>
              <a:ea typeface="宋体" panose="02010600030101010101" pitchFamily="2" charset="-122"/>
            </a:endParaRPr>
          </a:p>
          <a:p>
            <a:pPr marL="533400" lvl="0" indent="-533400" fontAlgn="base">
              <a:lnSpc>
                <a:spcPct val="130000"/>
              </a:lnSpc>
            </a:pPr>
            <a:r>
              <a:rPr lang="zh-CN" altLang="en-US" sz="2400" strike="noStrike" noProof="1">
                <a:solidFill>
                  <a:schemeClr val="tx1"/>
                </a:solidFill>
                <a:effectLst/>
                <a:latin typeface="Times New Roman" panose="02020603050405020304" charset="0"/>
                <a:ea typeface="宋体" panose="02010600030101010101" pitchFamily="2" charset="-122"/>
                <a:cs typeface="+mn-ea"/>
              </a:rPr>
              <a:t>系统调用的概念及实现方法</a:t>
            </a:r>
            <a:endParaRPr lang="zh-CN" altLang="en-US" sz="2400" strike="noStrike" noProof="1">
              <a:solidFill>
                <a:schemeClr val="tx1"/>
              </a:solidFill>
              <a:effectLst/>
              <a:latin typeface="Times New Roman" panose="02020603050405020304" charset="0"/>
              <a:ea typeface="宋体" panose="02010600030101010101" pitchFamily="2" charset="-122"/>
            </a:endParaRPr>
          </a:p>
        </p:txBody>
      </p:sp>
      <p:sp>
        <p:nvSpPr>
          <p:cNvPr id="68611" name="矩形 68610"/>
          <p:cNvSpPr/>
          <p:nvPr/>
        </p:nvSpPr>
        <p:spPr>
          <a:xfrm>
            <a:off x="381000" y="42863"/>
            <a:ext cx="8393113" cy="420688"/>
          </a:xfrm>
          <a:prstGeom prst="rect">
            <a:avLst/>
          </a:prstGeom>
          <a:noFill/>
          <a:ln w="9525">
            <a:noFill/>
            <a:miter/>
          </a:ln>
        </p:spPr>
        <p:txBody>
          <a:bodyPr>
            <a:spAutoFit/>
          </a:bodyPr>
          <a:lstStyle>
            <a:lvl1pPr marL="0" lvl="0" indent="0" algn="l" defTabSz="914400" eaLnBrk="1" fontAlgn="base" latinLnBrk="0" hangingPunct="1">
              <a:lnSpc>
                <a:spcPct val="90000"/>
              </a:lnSpc>
              <a:spcBef>
                <a:spcPct val="0"/>
              </a:spcBef>
              <a:spcAft>
                <a:spcPct val="0"/>
              </a:spcAft>
              <a:buClr>
                <a:srgbClr val="000000"/>
              </a:buClr>
              <a:buNone/>
              <a:defRPr sz="4800" b="1" i="0" u="none" kern="1200" baseline="0">
                <a:solidFill>
                  <a:schemeClr val="tx2"/>
                </a:solidFill>
                <a:effectLst>
                  <a:outerShdw blurRad="38100" dist="38100" dir="2700000">
                    <a:srgbClr val="000000"/>
                  </a:outerShdw>
                </a:effectLst>
                <a:latin typeface="Arial" panose="02080604020202020204" pitchFamily="34" charset="0"/>
              </a:defRPr>
            </a:lvl1pPr>
          </a:lstStyle>
          <a:p>
            <a:pPr lvl="0" algn="r" fontAlgn="base"/>
            <a:r>
              <a:rPr lang="zh-CN" altLang="en-US" sz="2400" strike="noStrike" noProof="1">
                <a:latin typeface="Arial" panose="02080604020202020204" pitchFamily="34" charset="0"/>
                <a:ea typeface="宋体" panose="02010600030101010101" pitchFamily="2" charset="-122"/>
                <a:cs typeface="+mn-ea"/>
              </a:rPr>
              <a:t>操作系统的用户接口</a:t>
            </a:r>
            <a:r>
              <a:rPr lang="en-US" altLang="zh-CN" sz="2400" strike="noStrike" noProof="1">
                <a:latin typeface="Arial" panose="02080604020202020204" pitchFamily="34" charset="0"/>
                <a:ea typeface="宋体" panose="02010600030101010101" pitchFamily="2" charset="-122"/>
                <a:cs typeface="+mn-ea"/>
              </a:rPr>
              <a:t>——</a:t>
            </a:r>
            <a:r>
              <a:rPr lang="zh-CN" altLang="en-US" sz="2400" strike="noStrike" noProof="1">
                <a:latin typeface="Arial" panose="02080604020202020204" pitchFamily="34" charset="0"/>
                <a:ea typeface="宋体" panose="02010600030101010101" pitchFamily="2" charset="-122"/>
                <a:cs typeface="+mn-ea"/>
              </a:rPr>
              <a:t>小结</a:t>
            </a:r>
            <a:endParaRPr lang="zh-CN" altLang="en-US" sz="2400" strike="noStrike" noProof="1">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8610" grpId="0"/>
    </p:bldLst>
  </p:timing>
</p:sld>
</file>

<file path=ppt/theme/theme1.xml><?xml version="1.0" encoding="utf-8"?>
<a:theme xmlns:a="http://schemas.openxmlformats.org/drawingml/2006/main" name="SAF_2004_Template_3">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SAF_2004_Template_2">
  <a:themeElements>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fontScheme name="">
      <a:majorFont>
        <a:latin typeface="Arial"/>
        <a:ea typeface="方正书宋_GBK"/>
        <a:cs typeface=""/>
      </a:majorFont>
      <a:minorFont>
        <a:latin typeface="Arial"/>
        <a:ea typeface="方正书宋_GBK"/>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
        <a:dk1>
          <a:srgbClr val="FFFFFF"/>
        </a:dk1>
        <a:lt1>
          <a:srgbClr val="00478E"/>
        </a:lt1>
        <a:dk2>
          <a:srgbClr val="FFCC29"/>
        </a:dk2>
        <a:lt2>
          <a:srgbClr val="000000"/>
        </a:lt2>
        <a:accent1>
          <a:srgbClr val="FCEB98"/>
        </a:accent1>
        <a:accent2>
          <a:srgbClr val="FA7438"/>
        </a:accent2>
        <a:accent3>
          <a:srgbClr val="AAB1C6"/>
        </a:accent3>
        <a:accent4>
          <a:srgbClr val="DCDCDC"/>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FA7438"/>
        </a:accent2>
        <a:accent3>
          <a:srgbClr val="FFFFFF"/>
        </a:accent3>
        <a:accent4>
          <a:srgbClr val="000000"/>
        </a:accent4>
        <a:accent5>
          <a:srgbClr val="FDF3CA"/>
        </a:accent5>
        <a:accent6>
          <a:srgbClr val="E06731"/>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FF"/>
        </a:accent2>
        <a:accent3>
          <a:srgbClr val="FFFFFF"/>
        </a:accent3>
        <a:accent4>
          <a:srgbClr val="000000"/>
        </a:accent4>
        <a:accent5>
          <a:srgbClr val="FDF3CA"/>
        </a:accent5>
        <a:accent6>
          <a:srgbClr val="0000E5"/>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FFFFCC"/>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CC29"/>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FF9900"/>
        </a:dk2>
        <a:lt2>
          <a:srgbClr val="5F5F5F"/>
        </a:lt2>
        <a:accent1>
          <a:srgbClr val="FCEB98"/>
        </a:accent1>
        <a:accent2>
          <a:srgbClr val="000099"/>
        </a:accent2>
        <a:accent3>
          <a:srgbClr val="FFFFFF"/>
        </a:accent3>
        <a:accent4>
          <a:srgbClr val="000000"/>
        </a:accent4>
        <a:accent5>
          <a:srgbClr val="FDF3CA"/>
        </a:accent5>
        <a:accent6>
          <a:srgbClr val="000089"/>
        </a:accent6>
        <a:hlink>
          <a:srgbClr val="66CC66"/>
        </a:hlink>
        <a:folHlink>
          <a:srgbClr val="66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IF9-VSTS Hongchao Wang</Template>
  <TotalTime>0</TotalTime>
  <Words>10297</Words>
  <Application>WPS 演示</Application>
  <PresentationFormat>在屏幕上显示</PresentationFormat>
  <Paragraphs>917</Paragraphs>
  <Slides>64</Slides>
  <Notes>0</Notes>
  <HiddenSlides>0</HiddenSlides>
  <MMClips>0</MMClips>
  <ScaleCrop>false</ScaleCrop>
  <HeadingPairs>
    <vt:vector size="8" baseType="variant">
      <vt:variant>
        <vt:lpstr>已用的字体</vt:lpstr>
      </vt:variant>
      <vt:variant>
        <vt:i4>15</vt:i4>
      </vt:variant>
      <vt:variant>
        <vt:lpstr>主题</vt:lpstr>
      </vt:variant>
      <vt:variant>
        <vt:i4>7</vt:i4>
      </vt:variant>
      <vt:variant>
        <vt:lpstr>嵌入 OLE 服务器</vt:lpstr>
      </vt:variant>
      <vt:variant>
        <vt:i4>21</vt:i4>
      </vt:variant>
      <vt:variant>
        <vt:lpstr>幻灯片标题</vt:lpstr>
      </vt:variant>
      <vt:variant>
        <vt:i4>64</vt:i4>
      </vt:variant>
    </vt:vector>
  </HeadingPairs>
  <TitlesOfParts>
    <vt:vector size="107" baseType="lpstr">
      <vt:lpstr>Arial</vt:lpstr>
      <vt:lpstr>宋体</vt:lpstr>
      <vt:lpstr>Wingdings</vt:lpstr>
      <vt:lpstr>Times New Roman</vt:lpstr>
      <vt:lpstr>方正书宋_GBK</vt:lpstr>
      <vt:lpstr>微软雅黑</vt:lpstr>
      <vt:lpstr>Arial Unicode MS</vt:lpstr>
      <vt:lpstr>Calibri</vt:lpstr>
      <vt:lpstr>Symbol</vt:lpstr>
      <vt:lpstr>楷体_GB2312</vt:lpstr>
      <vt:lpstr>新宋体</vt:lpstr>
      <vt:lpstr>MT Extra</vt:lpstr>
      <vt:lpstr>Monotype Sorts</vt:lpstr>
      <vt:lpstr>Wingdings</vt:lpstr>
      <vt:lpstr>思源黑体 CN Heavy</vt:lpstr>
      <vt:lpstr>SAF_2004_Template_3</vt:lpstr>
      <vt:lpstr>SAF_2004_Template_2</vt:lpstr>
      <vt:lpstr>1_SAF_2004_Template_2</vt:lpstr>
      <vt:lpstr>2_SAF_2004_Template_2</vt:lpstr>
      <vt:lpstr>3_SAF_2004_Template_2</vt:lpstr>
      <vt:lpstr>4_SAF_2004_Template_2</vt:lpstr>
      <vt:lpstr>5_SAF_2004_Template_2</vt:lpstr>
      <vt:lpstr>Paint.Picture</vt:lpstr>
      <vt:lpstr>Paint.Picture</vt:lpstr>
      <vt:lpstr>Paint.Picture</vt:lpstr>
      <vt:lpstr>Paint.Picture</vt:lpstr>
      <vt:lpstr>MS_ClipArt_Gallery.2</vt:lpstr>
      <vt:lpstr>MS_ClipArt_Gallery.2</vt:lpstr>
      <vt:lpstr>MS_ClipArt_Gallery.2</vt:lpstr>
      <vt:lpstr>MS_ClipArt_Gallery.2</vt:lpstr>
      <vt:lpstr>MS_ClipArt_Gallery.2</vt:lpstr>
      <vt:lpstr>MS_ClipArt_Gallery.2</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作业控制语言</vt:lpstr>
      <vt:lpstr>PowerPoint 演示文稿</vt:lpstr>
      <vt:lpstr>键盘命令</vt:lpstr>
      <vt:lpstr>DOS系统键盘命令</vt:lpstr>
      <vt:lpstr>DOS命令行用户界面</vt:lpstr>
      <vt:lpstr>	图形用户界面</vt:lpstr>
      <vt:lpstr>图形用户界面 </vt:lpstr>
      <vt:lpstr>图形用户界面 </vt:lpstr>
      <vt:lpstr>图形用户界面（续）</vt:lpstr>
      <vt:lpstr>Windows 3.11的界面</vt:lpstr>
      <vt:lpstr>UNIX命令行用户界面</vt:lpstr>
      <vt:lpstr>UNIX图形用户界面</vt:lpstr>
      <vt:lpstr>PowerPoint 演示文稿</vt:lpstr>
      <vt:lpstr>PowerPoint 演示文稿</vt:lpstr>
      <vt:lpstr>2. 系统调用的实现</vt:lpstr>
      <vt:lpstr>PowerPoint 演示文稿</vt:lpstr>
      <vt:lpstr>PowerPoint 演示文稿</vt:lpstr>
      <vt:lpstr>系统调用的例子（1）</vt:lpstr>
      <vt:lpstr>系统调用的例子（2）</vt:lpstr>
      <vt:lpstr>系统调用与访管指令的联系</vt:lpstr>
      <vt:lpstr>系统调用函数与一般库函数的区别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hust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!leaf</dc:creator>
  <cp:lastModifiedBy>zjie</cp:lastModifiedBy>
  <cp:revision>776</cp:revision>
  <dcterms:created xsi:type="dcterms:W3CDTF">2023-10-12T03:50:34Z</dcterms:created>
  <dcterms:modified xsi:type="dcterms:W3CDTF">2023-10-12T03:50:34Z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2052-11.1.0.11691</vt:lpwstr>
  </property>
  <property fmtid="{D5CDD505-2E9C-101B-9397-08002B2CF9AE}" pid="3" name="ICV">
    <vt:lpwstr/>
  </property>
</Properties>
</file>